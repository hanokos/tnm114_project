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2"/>
  </p:notesMasterIdLst>
  <p:sldIdLst>
    <p:sldId id="256" r:id="rId2"/>
    <p:sldId id="258" r:id="rId3"/>
    <p:sldId id="260" r:id="rId4"/>
    <p:sldId id="312" r:id="rId5"/>
    <p:sldId id="313" r:id="rId6"/>
    <p:sldId id="314" r:id="rId7"/>
    <p:sldId id="315" r:id="rId8"/>
    <p:sldId id="316" r:id="rId9"/>
    <p:sldId id="317" r:id="rId10"/>
    <p:sldId id="319" r:id="rId11"/>
  </p:sldIdLst>
  <p:sldSz cx="9144000" cy="5143500" type="screen16x9"/>
  <p:notesSz cx="6858000" cy="9144000"/>
  <p:embeddedFontLst>
    <p:embeddedFont>
      <p:font typeface="Anaheim" panose="020B0604020202020204" charset="0"/>
      <p:regular r:id="rId13"/>
      <p:bold r:id="rId14"/>
    </p:embeddedFont>
    <p:embeddedFont>
      <p:font typeface="Outfit" panose="020B0604020202020204" charset="0"/>
      <p:regular r:id="rId15"/>
      <p:bold r:id="rId16"/>
    </p:embeddedFont>
    <p:embeddedFont>
      <p:font typeface="Russo One" panose="020B0604020202020204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6AA0B3-2E63-4A35-BAEF-290FE485DAD0}">
  <a:tblStyle styleId="{5D6AA0B3-2E63-4A35-BAEF-290FE485DA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7F58328-9CE3-4A3B-A269-674965CD381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7111" autoAdjust="0"/>
  </p:normalViewPr>
  <p:slideViewPr>
    <p:cSldViewPr snapToGrid="0">
      <p:cViewPr varScale="1">
        <p:scale>
          <a:sx n="75" d="100"/>
          <a:sy n="75" d="100"/>
        </p:scale>
        <p:origin x="29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Fridström" userId="ca2b0300-0c0b-461f-ac12-ca411686e78f" providerId="ADAL" clId="{B3EEC3BC-6DC1-5132-9CF7-7A3D25166394}"/>
    <pc:docChg chg="custSel modSld">
      <pc:chgData name="Daniel Fridström" userId="ca2b0300-0c0b-461f-ac12-ca411686e78f" providerId="ADAL" clId="{B3EEC3BC-6DC1-5132-9CF7-7A3D25166394}" dt="2026-10-16T07:09:34.920" v="3" actId="478"/>
      <pc:docMkLst>
        <pc:docMk/>
      </pc:docMkLst>
      <pc:sldChg chg="delSp mod delAnim">
        <pc:chgData name="Daniel Fridström" userId="ca2b0300-0c0b-461f-ac12-ca411686e78f" providerId="ADAL" clId="{B3EEC3BC-6DC1-5132-9CF7-7A3D25166394}" dt="2026-10-16T07:09:34.920" v="3" actId="478"/>
        <pc:sldMkLst>
          <pc:docMk/>
          <pc:sldMk cId="0" sldId="256"/>
        </pc:sldMkLst>
      </pc:sldChg>
      <pc:sldChg chg="modNotesTx">
        <pc:chgData name="Daniel Fridström" userId="ca2b0300-0c0b-461f-ac12-ca411686e78f" providerId="ADAL" clId="{B3EEC3BC-6DC1-5132-9CF7-7A3D25166394}" dt="2026-10-16T07:08:14.412" v="1" actId="20577"/>
        <pc:sldMkLst>
          <pc:docMk/>
          <pc:sldMk cId="2185203718" sldId="314"/>
        </pc:sldMkLst>
      </pc:sldChg>
    </pc:docChg>
  </pc:docChgLst>
  <pc:docChgLst>
    <pc:chgData name="Hans Fredö" userId="33db676e-f98a-4337-9568-3ff5a3592cfc" providerId="ADAL" clId="{E1ECBF32-ACED-4F1D-A182-54C6AF977DBE}"/>
    <pc:docChg chg="undo custSel addSld delSld modSld">
      <pc:chgData name="Hans Fredö" userId="33db676e-f98a-4337-9568-3ff5a3592cfc" providerId="ADAL" clId="{E1ECBF32-ACED-4F1D-A182-54C6AF977DBE}" dt="2026-10-15T08:35:19.188" v="61" actId="20577"/>
      <pc:docMkLst>
        <pc:docMk/>
      </pc:docMkLst>
      <pc:sldChg chg="addSp delSp modSp add mod delAnim modAnim modNotesTx">
        <pc:chgData name="Hans Fredö" userId="33db676e-f98a-4337-9568-3ff5a3592cfc" providerId="ADAL" clId="{E1ECBF32-ACED-4F1D-A182-54C6AF977DBE}" dt="2026-10-15T08:35:19.188" v="61" actId="20577"/>
        <pc:sldMkLst>
          <pc:docMk/>
          <pc:sldMk cId="1071490751" sldId="319"/>
        </pc:sldMkLst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6" creationId="{C2E0FF61-C839-5291-D2AF-C0EDD30FDB91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10" creationId="{92806BDD-9BE3-6735-EB01-66CD38B7E345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13" creationId="{48A4EA4C-646B-11AB-9362-CBF3972117F8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17" creationId="{9687F68C-160B-F064-1956-15DE01147B84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19" creationId="{E91231A8-CD29-7A47-CB61-20456D56ABFC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22" creationId="{56281572-804C-6C57-8895-7F0D412D6472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26" creationId="{CDBF3EA4-2EFF-08EC-849C-8AB34719E5F1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29" creationId="{EB260C25-1F28-249F-7CA8-D28FFBFE38C2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34" creationId="{435F233C-488D-1903-3E15-28F189A30756}"/>
          </ac:spMkLst>
        </pc:spChg>
        <pc:spChg chg="mod">
          <ac:chgData name="Hans Fredö" userId="33db676e-f98a-4337-9568-3ff5a3592cfc" providerId="ADAL" clId="{E1ECBF32-ACED-4F1D-A182-54C6AF977DBE}" dt="2026-10-15T08:33:56.590" v="52"/>
          <ac:spMkLst>
            <pc:docMk/>
            <pc:sldMk cId="1071490751" sldId="319"/>
            <ac:spMk id="39" creationId="{10CD00C6-25D7-280F-07C7-D4A9286F7C9E}"/>
          </ac:spMkLst>
        </pc:spChg>
        <pc:spChg chg="mod">
          <ac:chgData name="Hans Fredö" userId="33db676e-f98a-4337-9568-3ff5a3592cfc" providerId="ADAL" clId="{E1ECBF32-ACED-4F1D-A182-54C6AF977DBE}" dt="2026-10-15T08:31:48.933" v="49" actId="1076"/>
          <ac:spMkLst>
            <pc:docMk/>
            <pc:sldMk cId="1071490751" sldId="319"/>
            <ac:spMk id="59" creationId="{0247AD32-7226-847E-73B9-096D32B82CB9}"/>
          </ac:spMkLst>
        </pc:spChg>
        <pc:spChg chg="mod">
          <ac:chgData name="Hans Fredö" userId="33db676e-f98a-4337-9568-3ff5a3592cfc" providerId="ADAL" clId="{E1ECBF32-ACED-4F1D-A182-54C6AF977DBE}" dt="2026-10-15T08:30:49.101" v="14" actId="20577"/>
          <ac:spMkLst>
            <pc:docMk/>
            <pc:sldMk cId="1071490751" sldId="319"/>
            <ac:spMk id="1017" creationId="{8B1C6410-B3A3-50FB-7390-540E6CA3644E}"/>
          </ac:spMkLst>
        </pc:spChg>
        <pc:spChg chg="mod">
          <ac:chgData name="Hans Fredö" userId="33db676e-f98a-4337-9568-3ff5a3592cfc" providerId="ADAL" clId="{E1ECBF32-ACED-4F1D-A182-54C6AF977DBE}" dt="2026-10-15T08:30:44.390" v="4" actId="20577"/>
          <ac:spMkLst>
            <pc:docMk/>
            <pc:sldMk cId="1071490751" sldId="319"/>
            <ac:spMk id="1019" creationId="{CCBF0BE4-E869-B9A9-7849-D3F23FE2C500}"/>
          </ac:spMkLst>
        </pc:spChg>
        <pc:grpChg chg="mod">
          <ac:chgData name="Hans Fredö" userId="33db676e-f98a-4337-9568-3ff5a3592cfc" providerId="ADAL" clId="{E1ECBF32-ACED-4F1D-A182-54C6AF977DBE}" dt="2026-10-15T08:34:19.648" v="56" actId="1076"/>
          <ac:grpSpMkLst>
            <pc:docMk/>
            <pc:sldMk cId="1071490751" sldId="319"/>
            <ac:grpSpMk id="3" creationId="{47A773DF-EBFD-F60E-6990-6A6BC6F57DE2}"/>
          </ac:grpSpMkLst>
        </pc:grpChg>
        <pc:picChg chg="add mod">
          <ac:chgData name="Hans Fredö" userId="33db676e-f98a-4337-9568-3ff5a3592cfc" providerId="ADAL" clId="{E1ECBF32-ACED-4F1D-A182-54C6AF977DBE}" dt="2026-10-15T08:32:21.031" v="50" actId="1440"/>
          <ac:picMkLst>
            <pc:docMk/>
            <pc:sldMk cId="1071490751" sldId="319"/>
            <ac:picMk id="2" creationId="{1B2C198F-2BC3-7486-0122-51B2BA207C04}"/>
          </ac:picMkLst>
        </pc:picChg>
      </pc:sldChg>
    </pc:docChg>
  </pc:docChgLst>
  <pc:docChgLst>
    <pc:chgData name="Daniel Fridström" userId="ca2b0300-0c0b-461f-ac12-ca411686e78f" providerId="ADAL" clId="{70A57931-0466-45A8-90DA-FA509D742CD8}"/>
    <pc:docChg chg="undo redo custSel addSld delSld modSld">
      <pc:chgData name="Daniel Fridström" userId="ca2b0300-0c0b-461f-ac12-ca411686e78f" providerId="ADAL" clId="{70A57931-0466-45A8-90DA-FA509D742CD8}" dt="2026-10-16T06:21:25.443" v="737" actId="20577"/>
      <pc:docMkLst>
        <pc:docMk/>
      </pc:docMkLst>
      <pc:sldChg chg="addSp modSp mod modNotesTx">
        <pc:chgData name="Daniel Fridström" userId="ca2b0300-0c0b-461f-ac12-ca411686e78f" providerId="ADAL" clId="{70A57931-0466-45A8-90DA-FA509D742CD8}" dt="2026-10-15T09:17:52.104" v="735" actId="20577"/>
        <pc:sldMkLst>
          <pc:docMk/>
          <pc:sldMk cId="1661592323" sldId="313"/>
        </pc:sldMkLst>
        <pc:spChg chg="mod">
          <ac:chgData name="Daniel Fridström" userId="ca2b0300-0c0b-461f-ac12-ca411686e78f" providerId="ADAL" clId="{70A57931-0466-45A8-90DA-FA509D742CD8}" dt="2026-10-10T13:12:56.740" v="62" actId="20577"/>
          <ac:spMkLst>
            <pc:docMk/>
            <pc:sldMk cId="1661592323" sldId="313"/>
            <ac:spMk id="1017" creationId="{2DDE5A1D-ECBB-8560-79E4-234564966C4B}"/>
          </ac:spMkLst>
        </pc:spChg>
        <pc:spChg chg="mod">
          <ac:chgData name="Daniel Fridström" userId="ca2b0300-0c0b-461f-ac12-ca411686e78f" providerId="ADAL" clId="{70A57931-0466-45A8-90DA-FA509D742CD8}" dt="2026-10-10T14:16:28.731" v="711" actId="20577"/>
          <ac:spMkLst>
            <pc:docMk/>
            <pc:sldMk cId="1661592323" sldId="313"/>
            <ac:spMk id="1230" creationId="{5C160F38-C579-A12F-8A3F-839454BFDCCA}"/>
          </ac:spMkLst>
        </pc:spChg>
        <pc:spChg chg="add mod">
          <ac:chgData name="Daniel Fridström" userId="ca2b0300-0c0b-461f-ac12-ca411686e78f" providerId="ADAL" clId="{70A57931-0466-45A8-90DA-FA509D742CD8}" dt="2026-10-10T14:16:33.039" v="715" actId="20577"/>
          <ac:spMkLst>
            <pc:docMk/>
            <pc:sldMk cId="1661592323" sldId="313"/>
            <ac:spMk id="1426" creationId="{A11E0136-A0D7-B225-53A7-D57D61EB1E84}"/>
          </ac:spMkLst>
        </pc:spChg>
      </pc:sldChg>
      <pc:sldChg chg="addSp delSp modSp add mod modNotesTx">
        <pc:chgData name="Daniel Fridström" userId="ca2b0300-0c0b-461f-ac12-ca411686e78f" providerId="ADAL" clId="{70A57931-0466-45A8-90DA-FA509D742CD8}" dt="2026-10-16T06:21:25.443" v="737" actId="20577"/>
        <pc:sldMkLst>
          <pc:docMk/>
          <pc:sldMk cId="2185203718" sldId="314"/>
        </pc:sldMkLst>
        <pc:spChg chg="mod">
          <ac:chgData name="Daniel Fridström" userId="ca2b0300-0c0b-461f-ac12-ca411686e78f" providerId="ADAL" clId="{70A57931-0466-45A8-90DA-FA509D742CD8}" dt="2026-10-10T14:16:39.338" v="718" actId="20577"/>
          <ac:spMkLst>
            <pc:docMk/>
            <pc:sldMk cId="2185203718" sldId="314"/>
            <ac:spMk id="1426" creationId="{3B3E222B-B1A8-0809-4B36-4B25E842DA53}"/>
          </ac:spMkLst>
        </pc:spChg>
      </pc:sldChg>
      <pc:sldChg chg="modSp add del mod modNotesTx">
        <pc:chgData name="Daniel Fridström" userId="ca2b0300-0c0b-461f-ac12-ca411686e78f" providerId="ADAL" clId="{70A57931-0466-45A8-90DA-FA509D742CD8}" dt="2026-10-15T08:53:22.600" v="721" actId="5793"/>
        <pc:sldMkLst>
          <pc:docMk/>
          <pc:sldMk cId="1148032129" sldId="315"/>
        </pc:sldMkLst>
        <pc:spChg chg="mod">
          <ac:chgData name="Daniel Fridström" userId="ca2b0300-0c0b-461f-ac12-ca411686e78f" providerId="ADAL" clId="{70A57931-0466-45A8-90DA-FA509D742CD8}" dt="2026-10-15T08:53:22.600" v="721" actId="5793"/>
          <ac:spMkLst>
            <pc:docMk/>
            <pc:sldMk cId="1148032129" sldId="315"/>
            <ac:spMk id="1426" creationId="{FE8B4849-17DC-D553-C8AA-D62D70B10BAC}"/>
          </ac:spMkLst>
        </pc:spChg>
      </pc:sldChg>
      <pc:sldChg chg="addSp delSp modSp add mod addAnim delAnim modAnim">
        <pc:chgData name="Daniel Fridström" userId="ca2b0300-0c0b-461f-ac12-ca411686e78f" providerId="ADAL" clId="{70A57931-0466-45A8-90DA-FA509D742CD8}" dt="2026-10-10T13:46:52.733" v="694" actId="20577"/>
        <pc:sldMkLst>
          <pc:docMk/>
          <pc:sldMk cId="244545905" sldId="317"/>
        </pc:sldMkLst>
        <pc:spChg chg="mod">
          <ac:chgData name="Daniel Fridström" userId="ca2b0300-0c0b-461f-ac12-ca411686e78f" providerId="ADAL" clId="{70A57931-0466-45A8-90DA-FA509D742CD8}" dt="2026-10-10T13:46:52.733" v="694" actId="20577"/>
          <ac:spMkLst>
            <pc:docMk/>
            <pc:sldMk cId="244545905" sldId="317"/>
            <ac:spMk id="59" creationId="{0247AD32-7226-847E-73B9-096D32B82CB9}"/>
          </ac:spMkLst>
        </pc:spChg>
        <pc:picChg chg="add mod">
          <ac:chgData name="Daniel Fridström" userId="ca2b0300-0c0b-461f-ac12-ca411686e78f" providerId="ADAL" clId="{70A57931-0466-45A8-90DA-FA509D742CD8}" dt="2026-10-10T13:46:26.732" v="674" actId="1076"/>
          <ac:picMkLst>
            <pc:docMk/>
            <pc:sldMk cId="244545905" sldId="317"/>
            <ac:picMk id="4" creationId="{BB108A23-BF9E-D039-C01D-D904ECDE6CEB}"/>
          </ac:picMkLst>
        </pc:picChg>
        <pc:picChg chg="add mod">
          <ac:chgData name="Daniel Fridström" userId="ca2b0300-0c0b-461f-ac12-ca411686e78f" providerId="ADAL" clId="{70A57931-0466-45A8-90DA-FA509D742CD8}" dt="2026-10-10T13:46:27.755" v="675" actId="1076"/>
          <ac:picMkLst>
            <pc:docMk/>
            <pc:sldMk cId="244545905" sldId="317"/>
            <ac:picMk id="5" creationId="{BD610C13-F589-4A22-A8E9-BBC583BB5D91}"/>
          </ac:picMkLst>
        </pc:picChg>
      </pc:sldChg>
      <pc:sldMasterChg chg="delSldLayout">
        <pc:chgData name="Daniel Fridström" userId="ca2b0300-0c0b-461f-ac12-ca411686e78f" providerId="ADAL" clId="{70A57931-0466-45A8-90DA-FA509D742CD8}" dt="2026-10-10T13:31:20.403" v="640" actId="2696"/>
        <pc:sldMasterMkLst>
          <pc:docMk/>
          <pc:sldMasterMk cId="0" sldId="2147483685"/>
        </pc:sldMasterMkLst>
      </pc:sldMasterChg>
    </pc:docChg>
  </pc:docChgLst>
  <pc:docChgLst>
    <pc:chgData name="Hans Fredö" userId="33db676e-f98a-4337-9568-3ff5a3592cfc" providerId="ADAL" clId="{306CFFD3-0DFA-4973-9C18-4D6464366B51}"/>
    <pc:docChg chg="undo redo custSel addSld delSld modSld sldOrd">
      <pc:chgData name="Hans Fredö" userId="33db676e-f98a-4337-9568-3ff5a3592cfc" providerId="ADAL" clId="{306CFFD3-0DFA-4973-9C18-4D6464366B51}" dt="2026-10-18T06:30:56.816" v="322" actId="20577"/>
      <pc:docMkLst>
        <pc:docMk/>
      </pc:docMkLst>
      <pc:sldChg chg="addSp delSp modSp mod modTransition modAnim modNotesTx">
        <pc:chgData name="Hans Fredö" userId="33db676e-f98a-4337-9568-3ff5a3592cfc" providerId="ADAL" clId="{306CFFD3-0DFA-4973-9C18-4D6464366B51}" dt="2026-10-16T02:38:41.388" v="291" actId="20577"/>
        <pc:sldMkLst>
          <pc:docMk/>
          <pc:sldMk cId="0" sldId="256"/>
        </pc:sldMkLst>
      </pc:sldChg>
      <pc:sldChg chg="addSp modSp mod ord modTransition modNotes modNotesTx">
        <pc:chgData name="Hans Fredö" userId="33db676e-f98a-4337-9568-3ff5a3592cfc" providerId="ADAL" clId="{306CFFD3-0DFA-4973-9C18-4D6464366B51}" dt="2026-10-16T02:46:00.013" v="314" actId="20577"/>
        <pc:sldMkLst>
          <pc:docMk/>
          <pc:sldMk cId="0" sldId="258"/>
        </pc:sldMkLst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21" creationId="{D61CF40B-2D20-EFC8-366C-6452B62338E9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23" creationId="{713CF6F2-3AC5-599F-8762-C02A3AEB8FD0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34" creationId="{5AFB368E-BA80-3101-F1AF-E524CD7A9F04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35" creationId="{68B1EDEF-93B6-D37F-6B09-E606229F0FFA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55" creationId="{7EE8D023-5D43-8942-3CD2-7CFEC7CEDB46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905" creationId="{CABC04E7-4C75-D421-35BF-89B8905FBEA9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924" creationId="{559DA1E8-56AC-B92C-4559-6F42193725B0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931" creationId="{E8DD4F9C-097A-0C55-51C0-3C2C3ADAD4C1}"/>
          </ac:spMkLst>
        </pc:spChg>
        <pc:spChg chg="mod">
          <ac:chgData name="Hans Fredö" userId="33db676e-f98a-4337-9568-3ff5a3592cfc" providerId="ADAL" clId="{306CFFD3-0DFA-4973-9C18-4D6464366B51}" dt="2026-10-10T12:59:23.701" v="10"/>
          <ac:spMkLst>
            <pc:docMk/>
            <pc:sldMk cId="0" sldId="258"/>
            <ac:spMk id="933" creationId="{00000000-0000-0000-0000-000000000000}"/>
          </ac:spMkLst>
        </pc:spChg>
        <pc:spChg chg="mod">
          <ac:chgData name="Hans Fredö" userId="33db676e-f98a-4337-9568-3ff5a3592cfc" providerId="ADAL" clId="{306CFFD3-0DFA-4973-9C18-4D6464366B51}" dt="2026-10-10T12:52:54.095" v="7"/>
          <ac:spMkLst>
            <pc:docMk/>
            <pc:sldMk cId="0" sldId="258"/>
            <ac:spMk id="934" creationId="{00000000-0000-0000-0000-000000000000}"/>
          </ac:spMkLst>
        </pc:spChg>
        <pc:spChg chg="mod">
          <ac:chgData name="Hans Fredö" userId="33db676e-f98a-4337-9568-3ff5a3592cfc" providerId="ADAL" clId="{306CFFD3-0DFA-4973-9C18-4D6464366B51}" dt="2026-10-16T02:46:00.013" v="314" actId="20577"/>
          <ac:spMkLst>
            <pc:docMk/>
            <pc:sldMk cId="0" sldId="258"/>
            <ac:spMk id="935" creationId="{00000000-0000-0000-0000-000000000000}"/>
          </ac:spMkLst>
        </pc:spChg>
        <pc:spChg chg="mod">
          <ac:chgData name="Hans Fredö" userId="33db676e-f98a-4337-9568-3ff5a3592cfc" providerId="ADAL" clId="{306CFFD3-0DFA-4973-9C18-4D6464366B51}" dt="2026-10-10T12:59:45.307" v="11"/>
          <ac:spMkLst>
            <pc:docMk/>
            <pc:sldMk cId="0" sldId="258"/>
            <ac:spMk id="936" creationId="{00000000-0000-0000-0000-000000000000}"/>
          </ac:spMkLst>
        </pc:spChg>
        <pc:spChg chg="mod">
          <ac:chgData name="Hans Fredö" userId="33db676e-f98a-4337-9568-3ff5a3592cfc" providerId="ADAL" clId="{306CFFD3-0DFA-4973-9C18-4D6464366B51}" dt="2026-10-10T12:59:12.059" v="9"/>
          <ac:spMkLst>
            <pc:docMk/>
            <pc:sldMk cId="0" sldId="258"/>
            <ac:spMk id="937" creationId="{00000000-0000-0000-0000-000000000000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958" creationId="{BB7E549B-CACC-C3E2-DA6B-FAE62E679F81}"/>
          </ac:spMkLst>
        </pc:spChg>
        <pc:spChg chg="mod">
          <ac:chgData name="Hans Fredö" userId="33db676e-f98a-4337-9568-3ff5a3592cfc" providerId="ADAL" clId="{306CFFD3-0DFA-4973-9C18-4D6464366B51}" dt="2026-10-10T13:34:43.113" v="44"/>
          <ac:spMkLst>
            <pc:docMk/>
            <pc:sldMk cId="0" sldId="258"/>
            <ac:spMk id="960" creationId="{731BE99E-4253-9BEB-0F8E-7A28919E7297}"/>
          </ac:spMkLst>
        </pc:spChg>
        <pc:spChg chg="mod">
          <ac:chgData name="Hans Fredö" userId="33db676e-f98a-4337-9568-3ff5a3592cfc" providerId="ADAL" clId="{306CFFD3-0DFA-4973-9C18-4D6464366B51}" dt="2026-10-10T13:35:07.488" v="45"/>
          <ac:spMkLst>
            <pc:docMk/>
            <pc:sldMk cId="0" sldId="258"/>
            <ac:spMk id="982" creationId="{0933A10B-58FF-5DE9-2097-A08E5F223E7C}"/>
          </ac:spMkLst>
        </pc:spChg>
        <pc:spChg chg="mod">
          <ac:chgData name="Hans Fredö" userId="33db676e-f98a-4337-9568-3ff5a3592cfc" providerId="ADAL" clId="{306CFFD3-0DFA-4973-9C18-4D6464366B51}" dt="2026-10-10T13:35:07.488" v="45"/>
          <ac:spMkLst>
            <pc:docMk/>
            <pc:sldMk cId="0" sldId="258"/>
            <ac:spMk id="983" creationId="{DEC3741A-D1D1-309F-7AF2-5ED05A47A017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987" creationId="{A0EAB031-D19B-7855-C7CC-0D7A9DD812FB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989" creationId="{1BBDA331-56A0-5951-1F1A-D5912E6B165C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991" creationId="{DAE23F03-2B0F-10AE-0097-9BA163AE5985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1024" creationId="{400C159D-0374-E25E-7A7F-BEA5879A8153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1026" creationId="{48D6DA99-7664-2199-C5A5-FE58BB63B6F2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1037" creationId="{3A0D5BBD-939C-EB78-CF3D-7922763BD5DE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1066" creationId="{5E090FC4-2118-37E6-67E2-6070482A35CE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1079" creationId="{19603404-B4E7-3648-768D-05D3CD497FF7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1080" creationId="{96103C8F-0E17-3365-3636-CE19B7627B8A}"/>
          </ac:spMkLst>
        </pc:spChg>
        <pc:spChg chg="mod">
          <ac:chgData name="Hans Fredö" userId="33db676e-f98a-4337-9568-3ff5a3592cfc" providerId="ADAL" clId="{306CFFD3-0DFA-4973-9C18-4D6464366B51}" dt="2026-10-10T13:35:55.050" v="47"/>
          <ac:spMkLst>
            <pc:docMk/>
            <pc:sldMk cId="0" sldId="258"/>
            <ac:spMk id="1081" creationId="{EC28AC86-B26C-FE6F-283F-61A44BAB1371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07" creationId="{46638F34-97BD-BE77-E25D-C6956DA3D5F7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08" creationId="{1CF40140-1B8F-6A7F-6BDF-C0921B47B243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09" creationId="{D1F3CCAE-2575-626D-8FFF-FFCEE9E867CE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11" creationId="{09FB28F0-E7CB-FB6E-FECA-8FB80D41B1AE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12" creationId="{20707273-41A7-4DFF-5294-135901694627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13" creationId="{E5AD167D-0FBB-4FF0-EC32-203634AA0A19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14" creationId="{D1615A7F-EFF2-69BA-F285-5BA065845150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16" creationId="{00E132E8-7F0D-78D5-ED57-172D0CFFCEE1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17" creationId="{38891CBA-9238-F432-AA24-7D5B36BB5A45}"/>
          </ac:spMkLst>
        </pc:spChg>
        <pc:spChg chg="mod">
          <ac:chgData name="Hans Fredö" userId="33db676e-f98a-4337-9568-3ff5a3592cfc" providerId="ADAL" clId="{306CFFD3-0DFA-4973-9C18-4D6464366B51}" dt="2026-10-10T13:47:20.681" v="82"/>
          <ac:spMkLst>
            <pc:docMk/>
            <pc:sldMk cId="0" sldId="258"/>
            <ac:spMk id="1118" creationId="{FB30289E-D8CF-3868-5E6C-E68A8130E5B1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49" creationId="{883E1DC5-FF9F-C322-663F-BE6318258516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52" creationId="{8A576C19-97F8-74EC-DE68-9E43E5F526AD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55" creationId="{9CDB3EEA-DC05-24F6-CEE5-84FB25AC079C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58" creationId="{1FBDEE27-7834-BBC2-8350-6ED531E3049A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59" creationId="{F76C6176-339C-0FD3-EF0D-BC5F1BB7FE39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60" creationId="{11BBDA3B-8A4C-52E6-02FD-D26441DB71B9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62" creationId="{2BE451E7-8897-0675-3B17-E724A26842CA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64" creationId="{D96106B3-51F4-B97B-3945-778FBFC86CE2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65" creationId="{EB5940C5-5300-A3F9-4647-BAAEC13C76A0}"/>
          </ac:spMkLst>
        </pc:spChg>
        <pc:spChg chg="mod">
          <ac:chgData name="Hans Fredö" userId="33db676e-f98a-4337-9568-3ff5a3592cfc" providerId="ADAL" clId="{306CFFD3-0DFA-4973-9C18-4D6464366B51}" dt="2026-10-10T13:48:32.027" v="84"/>
          <ac:spMkLst>
            <pc:docMk/>
            <pc:sldMk cId="0" sldId="258"/>
            <ac:spMk id="1166" creationId="{92B70A60-4092-1A3F-E0C5-10D815C01BA7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71" creationId="{3F5F7377-DC32-52EA-76C5-219E04F258A9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72" creationId="{5D8DA6BA-BDC5-6404-6E1E-CEADF19C8934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73" creationId="{F522A74A-CBC6-E912-C45C-5C580B9D8092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74" creationId="{70DADFA6-1E85-AACE-D2CA-A2DA544FCB75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78" creationId="{ABE24338-6A96-F311-3E42-52D8665E4F72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80" creationId="{65A8D6D7-B93A-1924-071F-DA57AF52DEF0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84" creationId="{E2175AE3-B116-ED8E-FA8C-184CA8F26741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86" creationId="{90EEFDC5-1EB7-0F21-0CEC-2D752C706263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87" creationId="{DBDF22CE-B5C0-5084-DD95-CD78966BEBF6}"/>
          </ac:spMkLst>
        </pc:spChg>
        <pc:spChg chg="mod">
          <ac:chgData name="Hans Fredö" userId="33db676e-f98a-4337-9568-3ff5a3592cfc" providerId="ADAL" clId="{306CFFD3-0DFA-4973-9C18-4D6464366B51}" dt="2026-10-10T13:48:43.813" v="85"/>
          <ac:spMkLst>
            <pc:docMk/>
            <pc:sldMk cId="0" sldId="258"/>
            <ac:spMk id="1189" creationId="{DD8E1EB8-304F-A1EF-3E7E-DF52621180CB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194" creationId="{C796A69A-2C51-CB6A-D30D-C0B87EB0F525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196" creationId="{37913E92-CDD9-4D85-273C-554145AEA2F4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200" creationId="{4554344A-2322-962B-BA96-C396BBBA1996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202" creationId="{4C995B7F-CD04-A6E0-2195-A9616B443A8D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203" creationId="{792D463B-BC6B-F219-9727-7DF3FEAC8063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204" creationId="{4D3DDE4D-1043-E6E8-0080-4F1988078591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205" creationId="{F9C21865-B775-0AC4-FB92-77040A904441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206" creationId="{A4024CE8-6E44-3085-D4B3-3EFED4491307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212" creationId="{C76DF4B1-81FB-1A32-37FF-98E895F4BE78}"/>
          </ac:spMkLst>
        </pc:spChg>
        <pc:spChg chg="mod">
          <ac:chgData name="Hans Fredö" userId="33db676e-f98a-4337-9568-3ff5a3592cfc" providerId="ADAL" clId="{306CFFD3-0DFA-4973-9C18-4D6464366B51}" dt="2026-10-10T13:49:20.768" v="86"/>
          <ac:spMkLst>
            <pc:docMk/>
            <pc:sldMk cId="0" sldId="258"/>
            <ac:spMk id="1213" creationId="{484676E2-592D-BB9B-4DBB-5F993EA3DAF6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15" creationId="{F0237E68-40AC-5D1B-565B-A0E44F5D513E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16" creationId="{2828CEEA-5450-E898-7DA4-E961489C39E6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17" creationId="{6B90468D-93F8-8B77-5555-C726822CF6CF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18" creationId="{39C3A2A6-D8E2-4EA6-8862-1EBCD8A70ABF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19" creationId="{D5F134F0-5AD1-36ED-8471-EF0E7AD6EBED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20" creationId="{8E54B990-7F6E-CDF3-BD4B-119B66DCB294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21" creationId="{C0391EC5-BF3F-FA05-1D24-907F9A27688D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22" creationId="{5C33985E-52F9-DBE8-3AB7-B1935B0792E5}"/>
          </ac:spMkLst>
        </pc:spChg>
        <pc:spChg chg="mod">
          <ac:chgData name="Hans Fredö" userId="33db676e-f98a-4337-9568-3ff5a3592cfc" providerId="ADAL" clId="{306CFFD3-0DFA-4973-9C18-4D6464366B51}" dt="2026-10-10T13:52:14.851" v="89"/>
          <ac:spMkLst>
            <pc:docMk/>
            <pc:sldMk cId="0" sldId="258"/>
            <ac:spMk id="1223" creationId="{F01FC305-FE48-15E3-1439-ED0810A6A72C}"/>
          </ac:spMkLst>
        </pc:spChg>
        <pc:grpChg chg="add mod">
          <ac:chgData name="Hans Fredö" userId="33db676e-f98a-4337-9568-3ff5a3592cfc" providerId="ADAL" clId="{306CFFD3-0DFA-4973-9C18-4D6464366B51}" dt="2026-10-10T13:35:07.488" v="45"/>
          <ac:grpSpMkLst>
            <pc:docMk/>
            <pc:sldMk cId="0" sldId="258"/>
            <ac:grpSpMk id="981" creationId="{D4A41D11-819C-6074-204C-15A55DA89CFB}"/>
          </ac:grpSpMkLst>
        </pc:grpChg>
        <pc:grpChg chg="add mod">
          <ac:chgData name="Hans Fredö" userId="33db676e-f98a-4337-9568-3ff5a3592cfc" providerId="ADAL" clId="{306CFFD3-0DFA-4973-9C18-4D6464366B51}" dt="2026-10-10T13:52:14.851" v="89"/>
          <ac:grpSpMkLst>
            <pc:docMk/>
            <pc:sldMk cId="0" sldId="258"/>
            <ac:grpSpMk id="1214" creationId="{145B4645-1E2A-5036-02AA-3A56F51FB200}"/>
          </ac:grpSpMkLst>
        </pc:grpChg>
      </pc:sldChg>
      <pc:sldChg chg="addSp delSp modSp ord modTransition modNotes modNotesTx">
        <pc:chgData name="Hans Fredö" userId="33db676e-f98a-4337-9568-3ff5a3592cfc" providerId="ADAL" clId="{306CFFD3-0DFA-4973-9C18-4D6464366B51}" dt="2026-10-18T06:30:35.194" v="318" actId="20577"/>
        <pc:sldMkLst>
          <pc:docMk/>
          <pc:sldMk cId="0" sldId="260"/>
        </pc:sldMkLst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16" creationId="{2D17F31A-33A1-17CA-87E3-D1CBE989AE61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18" creationId="{4436A268-CB4C-E068-5D40-67EC85B1ACE5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20" creationId="{75A1320F-C4E3-1DB7-52FD-202E5E464874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21" creationId="{FDCA66FD-5E76-E92C-9E2C-F671EAA4AC4E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24" creationId="{AD781A5A-8958-6F1D-FEF9-29E14EECE559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25" creationId="{93A984EE-2ACF-CFE3-CD24-895B139D9387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30" creationId="{BEB88200-2D6D-5574-3BC3-3D7AB1B9076D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33" creationId="{88B5498D-9F9A-6E50-1A5B-41D01DF904B1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37" creationId="{E2AFEA84-59BA-5CB9-3383-DEB1B473ADC2}"/>
          </ac:spMkLst>
        </pc:spChg>
        <pc:spChg chg="mod">
          <ac:chgData name="Hans Fredö" userId="33db676e-f98a-4337-9568-3ff5a3592cfc" providerId="ADAL" clId="{306CFFD3-0DFA-4973-9C18-4D6464366B51}" dt="2026-10-10T13:36:39.896" v="48"/>
          <ac:spMkLst>
            <pc:docMk/>
            <pc:sldMk cId="0" sldId="260"/>
            <ac:spMk id="45" creationId="{3295ADEB-E85F-3350-0F38-406175759EA8}"/>
          </ac:spMkLst>
        </pc:spChg>
        <pc:spChg chg="mod">
          <ac:chgData name="Hans Fredö" userId="33db676e-f98a-4337-9568-3ff5a3592cfc" providerId="ADAL" clId="{306CFFD3-0DFA-4973-9C18-4D6464366B51}" dt="2026-10-10T12:47:51.764" v="3"/>
          <ac:spMkLst>
            <pc:docMk/>
            <pc:sldMk cId="0" sldId="260"/>
            <ac:spMk id="1017" creationId="{00000000-0000-0000-0000-000000000000}"/>
          </ac:spMkLst>
        </pc:spChg>
        <pc:spChg chg="mod">
          <ac:chgData name="Hans Fredö" userId="33db676e-f98a-4337-9568-3ff5a3592cfc" providerId="ADAL" clId="{306CFFD3-0DFA-4973-9C18-4D6464366B51}" dt="2026-10-10T13:00:37.362" v="12"/>
          <ac:spMkLst>
            <pc:docMk/>
            <pc:sldMk cId="0" sldId="260"/>
            <ac:spMk id="1018" creationId="{00000000-0000-0000-0000-000000000000}"/>
          </ac:spMkLst>
        </pc:spChg>
      </pc:sldChg>
      <pc:sldChg chg="addSp modSp mod modTransition modNotesTx">
        <pc:chgData name="Hans Fredö" userId="33db676e-f98a-4337-9568-3ff5a3592cfc" providerId="ADAL" clId="{306CFFD3-0DFA-4973-9C18-4D6464366B51}" dt="2026-10-18T06:30:32.296" v="317" actId="20577"/>
        <pc:sldMkLst>
          <pc:docMk/>
          <pc:sldMk cId="103843820" sldId="312"/>
        </pc:sldMkLst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23" creationId="{96901262-61C4-02FD-1273-9573ABB65C44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41" creationId="{B403304D-36CB-586C-556E-D1A0A2BB26BA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45" creationId="{092ACCEA-2B9D-1638-BACD-B064D345C67A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975" creationId="{5E6F967A-23A1-1ACB-FAED-B1701A6B6B4F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989" creationId="{17A5DC5B-9C05-C3E2-4AD8-7E6641AEC300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1016" creationId="{963582BF-C623-6DD7-4106-6D48E6783F90}"/>
          </ac:spMkLst>
        </pc:spChg>
        <pc:spChg chg="mod">
          <ac:chgData name="Hans Fredö" userId="33db676e-f98a-4337-9568-3ff5a3592cfc" providerId="ADAL" clId="{306CFFD3-0DFA-4973-9C18-4D6464366B51}" dt="2026-10-13T15:54:58.031" v="272" actId="20577"/>
          <ac:spMkLst>
            <pc:docMk/>
            <pc:sldMk cId="103843820" sldId="312"/>
            <ac:spMk id="1018" creationId="{87F7BAE4-C42B-D53D-8DF6-A86A6C90F74E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1041" creationId="{4116785D-2AB1-9CF1-C518-9EB5DC66E596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1052" creationId="{3C549A2E-9B5F-B787-62A0-8F47248F8704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1068" creationId="{1AA298D1-EC40-DD6B-34BB-812D1C64E719}"/>
          </ac:spMkLst>
        </pc:spChg>
        <pc:spChg chg="mod">
          <ac:chgData name="Hans Fredö" userId="33db676e-f98a-4337-9568-3ff5a3592cfc" providerId="ADAL" clId="{306CFFD3-0DFA-4973-9C18-4D6464366B51}" dt="2026-10-10T13:08:21.378" v="21"/>
          <ac:spMkLst>
            <pc:docMk/>
            <pc:sldMk cId="103843820" sldId="312"/>
            <ac:spMk id="1072" creationId="{061E6C3E-6D54-7932-1BA9-4D59889106CF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212" creationId="{EEDB9EA5-C6F8-6375-D7B3-30039B49F2E7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214" creationId="{7DE05487-7EE4-05BA-E14D-08490D294CD3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262" creationId="{5B4762F5-0643-4EBA-7654-AF436E476993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280" creationId="{64A397B9-AEA6-75C5-A0F0-756B2A8A144A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293" creationId="{B65DC9D1-0DF2-594E-38DF-F17CFF7E489D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304" creationId="{22454BFF-7C4C-BBDB-D2C9-1B0ADAC5EF2E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305" creationId="{7A1DF693-71BE-C1A8-6A6F-E5AABCB78FF8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341" creationId="{E0196BCD-58DF-7DFD-2F5C-0C2F9494ACBA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350" creationId="{8874C75C-CDB8-A53E-A03B-A466DF436705}"/>
          </ac:spMkLst>
        </pc:spChg>
        <pc:spChg chg="mod">
          <ac:chgData name="Hans Fredö" userId="33db676e-f98a-4337-9568-3ff5a3592cfc" providerId="ADAL" clId="{306CFFD3-0DFA-4973-9C18-4D6464366B51}" dt="2026-10-10T13:37:03.038" v="49"/>
          <ac:spMkLst>
            <pc:docMk/>
            <pc:sldMk cId="103843820" sldId="312"/>
            <ac:spMk id="1355" creationId="{20625A37-C960-1B28-5C90-89C8E3DA9C6D}"/>
          </ac:spMkLst>
        </pc:spChg>
      </pc:sldChg>
      <pc:sldChg chg="addSp modSp mod ord modTransition modNotesTx">
        <pc:chgData name="Hans Fredö" userId="33db676e-f98a-4337-9568-3ff5a3592cfc" providerId="ADAL" clId="{306CFFD3-0DFA-4973-9C18-4D6464366B51}" dt="2026-10-18T06:30:47.164" v="320" actId="20577"/>
        <pc:sldMkLst>
          <pc:docMk/>
          <pc:sldMk cId="1661592323" sldId="313"/>
        </pc:sldMkLst>
        <pc:spChg chg="mod">
          <ac:chgData name="Hans Fredö" userId="33db676e-f98a-4337-9568-3ff5a3592cfc" providerId="ADAL" clId="{306CFFD3-0DFA-4973-9C18-4D6464366B51}" dt="2026-10-13T14:49:11.562" v="140" actId="14100"/>
          <ac:spMkLst>
            <pc:docMk/>
            <pc:sldMk cId="1661592323" sldId="313"/>
            <ac:spMk id="1019" creationId="{5FA758F3-0F18-3B9B-6DB1-8BD7E4789509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234" creationId="{8F3A93A3-C2E8-F426-AC28-AC7A19FC4EC6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248" creationId="{CDE69595-CAB4-7B8A-46D9-0240FA3D9408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263" creationId="{ACD1FCF6-3EA5-91C6-CC75-EBFAB0F0EF10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278" creationId="{E91150D8-2D0B-B4F9-30E6-08CB257C62B3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280" creationId="{E6E75D36-41DF-6821-9FEC-F367E97F18A9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286" creationId="{60FCDFE4-D435-F6DD-A2EB-80E1AB272E2D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300" creationId="{B0BAB81F-E6FB-93BB-AB02-4D04D6B9F9DA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302" creationId="{79B4A7E7-C306-5D4E-802E-63648F2FC77D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307" creationId="{7773B469-11BA-6D6F-7900-EFC6FDAACCC6}"/>
          </ac:spMkLst>
        </pc:spChg>
        <pc:spChg chg="mod">
          <ac:chgData name="Hans Fredö" userId="33db676e-f98a-4337-9568-3ff5a3592cfc" providerId="ADAL" clId="{306CFFD3-0DFA-4973-9C18-4D6464366B51}" dt="2026-10-10T13:11:41.724" v="27"/>
          <ac:spMkLst>
            <pc:docMk/>
            <pc:sldMk cId="1661592323" sldId="313"/>
            <ac:spMk id="1388" creationId="{ECE158FA-878C-A5E9-2EDA-0835E290359D}"/>
          </ac:spMkLst>
        </pc:spChg>
        <pc:picChg chg="mod">
          <ac:chgData name="Hans Fredö" userId="33db676e-f98a-4337-9568-3ff5a3592cfc" providerId="ADAL" clId="{306CFFD3-0DFA-4973-9C18-4D6464366B51}" dt="2026-10-13T14:53:58.134" v="142" actId="1076"/>
          <ac:picMkLst>
            <pc:docMk/>
            <pc:sldMk cId="1661592323" sldId="313"/>
            <ac:picMk id="1429" creationId="{F1F51EC5-EA63-C385-2E54-DA976804BB53}"/>
          </ac:picMkLst>
        </pc:picChg>
      </pc:sldChg>
      <pc:sldChg chg="modTransition modNotesTx">
        <pc:chgData name="Hans Fredö" userId="33db676e-f98a-4337-9568-3ff5a3592cfc" providerId="ADAL" clId="{306CFFD3-0DFA-4973-9C18-4D6464366B51}" dt="2026-10-18T06:30:44.817" v="319" actId="20577"/>
        <pc:sldMkLst>
          <pc:docMk/>
          <pc:sldMk cId="2185203718" sldId="314"/>
        </pc:sldMkLst>
      </pc:sldChg>
      <pc:sldChg chg="modTransition modNotesTx">
        <pc:chgData name="Hans Fredö" userId="33db676e-f98a-4337-9568-3ff5a3592cfc" providerId="ADAL" clId="{306CFFD3-0DFA-4973-9C18-4D6464366B51}" dt="2026-10-18T06:30:51.443" v="321" actId="20577"/>
        <pc:sldMkLst>
          <pc:docMk/>
          <pc:sldMk cId="1148032129" sldId="315"/>
        </pc:sldMkLst>
      </pc:sldChg>
      <pc:sldChg chg="addSp modSp modTransition modAnim modNotesTx">
        <pc:chgData name="Hans Fredö" userId="33db676e-f98a-4337-9568-3ff5a3592cfc" providerId="ADAL" clId="{306CFFD3-0DFA-4973-9C18-4D6464366B51}" dt="2026-10-12T09:20:52.111" v="123" actId="20577"/>
        <pc:sldMkLst>
          <pc:docMk/>
          <pc:sldMk cId="1675543084" sldId="316"/>
        </pc:sldMkLst>
        <pc:picChg chg="add mod">
          <ac:chgData name="Hans Fredö" userId="33db676e-f98a-4337-9568-3ff5a3592cfc" providerId="ADAL" clId="{306CFFD3-0DFA-4973-9C18-4D6464366B51}" dt="2026-10-10T13:40:25.392" v="67"/>
          <ac:picMkLst>
            <pc:docMk/>
            <pc:sldMk cId="1675543084" sldId="316"/>
            <ac:picMk id="2" creationId="{3A465F58-5195-BEF2-649F-534E8C6F56A4}"/>
          </ac:picMkLst>
        </pc:picChg>
        <pc:picChg chg="add mod">
          <ac:chgData name="Hans Fredö" userId="33db676e-f98a-4337-9568-3ff5a3592cfc" providerId="ADAL" clId="{306CFFD3-0DFA-4973-9C18-4D6464366B51}" dt="2026-10-10T13:40:25.392" v="67"/>
          <ac:picMkLst>
            <pc:docMk/>
            <pc:sldMk cId="1675543084" sldId="316"/>
            <ac:picMk id="3" creationId="{05346260-D545-373B-7A5E-876D9CA3D4C2}"/>
          </ac:picMkLst>
        </pc:picChg>
      </pc:sldChg>
      <pc:sldChg chg="addSp modSp modTransition modNotesTx">
        <pc:chgData name="Hans Fredö" userId="33db676e-f98a-4337-9568-3ff5a3592cfc" providerId="ADAL" clId="{306CFFD3-0DFA-4973-9C18-4D6464366B51}" dt="2026-10-12T09:20:54.636" v="125" actId="20577"/>
        <pc:sldMkLst>
          <pc:docMk/>
          <pc:sldMk cId="244545905" sldId="317"/>
        </pc:sldMkLst>
      </pc:sldChg>
      <pc:sldChg chg="modAnim modNotesTx">
        <pc:chgData name="Hans Fredö" userId="33db676e-f98a-4337-9568-3ff5a3592cfc" providerId="ADAL" clId="{306CFFD3-0DFA-4973-9C18-4D6464366B51}" dt="2026-10-18T06:30:56.816" v="322" actId="20577"/>
        <pc:sldMkLst>
          <pc:docMk/>
          <pc:sldMk cId="1071490751" sldId="319"/>
        </pc:sldMkLst>
      </pc:sldChg>
      <pc:sldMasterChg chg="delSldLayout">
        <pc:chgData name="Hans Fredö" userId="33db676e-f98a-4337-9568-3ff5a3592cfc" providerId="ADAL" clId="{306CFFD3-0DFA-4973-9C18-4D6464366B51}" dt="2026-10-13T15:38:41.840" v="240" actId="47"/>
        <pc:sldMasterMkLst>
          <pc:docMk/>
          <pc:sldMasterMk cId="0" sldId="2147483685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078c75ea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078c75ea9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>
              <a:buClr>
                <a:srgbClr val="000000"/>
              </a:buClr>
              <a:buSzPts val="1100"/>
              <a:buFont typeface="Arial"/>
              <a:buChar char="●"/>
            </a:pPr>
            <a:r>
              <a:rPr lang="en-SE"/>
              <a:t>Our project is called </a:t>
            </a:r>
            <a:r>
              <a:rPr lang="en-SE" i="1"/>
              <a:t>Drone Pathfinder</a:t>
            </a:r>
            <a:r>
              <a:rPr lang="en-SE"/>
              <a:t>, 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r>
              <a:rPr lang="en-SE" dirty="0"/>
              <a:t>During this presentation, we will explain the project concept, how we designed the simulation, how the reinforcement learning works, and what we achieved.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0790a158ac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0790a158ac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SE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>
          <a:extLst>
            <a:ext uri="{FF2B5EF4-FFF2-40B4-BE49-F238E27FC236}">
              <a16:creationId xmlns:a16="http://schemas.microsoft.com/office/drawing/2014/main" id="{02E8099F-F845-F76A-BFE0-BB6A323C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0790a158ac_0_207:notes">
            <a:extLst>
              <a:ext uri="{FF2B5EF4-FFF2-40B4-BE49-F238E27FC236}">
                <a16:creationId xmlns:a16="http://schemas.microsoft.com/office/drawing/2014/main" id="{FDEF2131-BD6F-1AAD-0F90-50CAA47C49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0790a158ac_0_207:notes">
            <a:extLst>
              <a:ext uri="{FF2B5EF4-FFF2-40B4-BE49-F238E27FC236}">
                <a16:creationId xmlns:a16="http://schemas.microsoft.com/office/drawing/2014/main" id="{53D6C6B9-BF78-8719-7C75-FF499DD837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72317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>
          <a:extLst>
            <a:ext uri="{FF2B5EF4-FFF2-40B4-BE49-F238E27FC236}">
              <a16:creationId xmlns:a16="http://schemas.microsoft.com/office/drawing/2014/main" id="{D8F0324F-8B8B-A419-4603-E09377677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0790a158ac_0_207:notes">
            <a:extLst>
              <a:ext uri="{FF2B5EF4-FFF2-40B4-BE49-F238E27FC236}">
                <a16:creationId xmlns:a16="http://schemas.microsoft.com/office/drawing/2014/main" id="{3E60453B-3761-AF97-501C-19DF8246F6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0790a158ac_0_207:notes">
            <a:extLst>
              <a:ext uri="{FF2B5EF4-FFF2-40B4-BE49-F238E27FC236}">
                <a16:creationId xmlns:a16="http://schemas.microsoft.com/office/drawing/2014/main" id="{9D9C7565-AB83-74ED-79DC-EC8349748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90994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>
          <a:extLst>
            <a:ext uri="{FF2B5EF4-FFF2-40B4-BE49-F238E27FC236}">
              <a16:creationId xmlns:a16="http://schemas.microsoft.com/office/drawing/2014/main" id="{B2DD51A0-8A63-5105-E662-F1F2FCE50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0790a158ac_0_207:notes">
            <a:extLst>
              <a:ext uri="{FF2B5EF4-FFF2-40B4-BE49-F238E27FC236}">
                <a16:creationId xmlns:a16="http://schemas.microsoft.com/office/drawing/2014/main" id="{8A9BEB1E-3A73-E94C-4FC7-AE19CEBED0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0790a158ac_0_207:notes">
            <a:extLst>
              <a:ext uri="{FF2B5EF4-FFF2-40B4-BE49-F238E27FC236}">
                <a16:creationId xmlns:a16="http://schemas.microsoft.com/office/drawing/2014/main" id="{21DE372B-A0F2-3887-467B-2120719F20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79906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>
          <a:extLst>
            <a:ext uri="{FF2B5EF4-FFF2-40B4-BE49-F238E27FC236}">
              <a16:creationId xmlns:a16="http://schemas.microsoft.com/office/drawing/2014/main" id="{D99B2D1A-A066-9652-66E7-FE031AAE1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0790a158ac_0_207:notes">
            <a:extLst>
              <a:ext uri="{FF2B5EF4-FFF2-40B4-BE49-F238E27FC236}">
                <a16:creationId xmlns:a16="http://schemas.microsoft.com/office/drawing/2014/main" id="{820ADBB3-3205-5A79-13B2-58623153CD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0790a158ac_0_207:notes">
            <a:extLst>
              <a:ext uri="{FF2B5EF4-FFF2-40B4-BE49-F238E27FC236}">
                <a16:creationId xmlns:a16="http://schemas.microsoft.com/office/drawing/2014/main" id="{1EB0397B-C6A3-318D-DEB5-7F3076A0B9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902777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>
          <a:extLst>
            <a:ext uri="{FF2B5EF4-FFF2-40B4-BE49-F238E27FC236}">
              <a16:creationId xmlns:a16="http://schemas.microsoft.com/office/drawing/2014/main" id="{4A0CD3C7-430C-0ADA-F263-A6F0B905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0790a158ac_0_207:notes">
            <a:extLst>
              <a:ext uri="{FF2B5EF4-FFF2-40B4-BE49-F238E27FC236}">
                <a16:creationId xmlns:a16="http://schemas.microsoft.com/office/drawing/2014/main" id="{3DDA7B62-0DC5-198F-1E66-F429A1838B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0790a158ac_0_207:notes">
            <a:extLst>
              <a:ext uri="{FF2B5EF4-FFF2-40B4-BE49-F238E27FC236}">
                <a16:creationId xmlns:a16="http://schemas.microsoft.com/office/drawing/2014/main" id="{415CE3C1-C708-0905-EA7A-74E6BFDF06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v-SE"/>
              <a:t>DEMO VIDEOS</a:t>
            </a:r>
          </a:p>
        </p:txBody>
      </p:sp>
    </p:spTree>
    <p:extLst>
      <p:ext uri="{BB962C8B-B14F-4D97-AF65-F5344CB8AC3E}">
        <p14:creationId xmlns:p14="http://schemas.microsoft.com/office/powerpoint/2010/main" val="1930128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>
          <a:extLst>
            <a:ext uri="{FF2B5EF4-FFF2-40B4-BE49-F238E27FC236}">
              <a16:creationId xmlns:a16="http://schemas.microsoft.com/office/drawing/2014/main" id="{4A0CD3C7-430C-0ADA-F263-A6F0B905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0790a158ac_0_207:notes">
            <a:extLst>
              <a:ext uri="{FF2B5EF4-FFF2-40B4-BE49-F238E27FC236}">
                <a16:creationId xmlns:a16="http://schemas.microsoft.com/office/drawing/2014/main" id="{3DDA7B62-0DC5-198F-1E66-F429A1838B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0790a158ac_0_207:notes">
            <a:extLst>
              <a:ext uri="{FF2B5EF4-FFF2-40B4-BE49-F238E27FC236}">
                <a16:creationId xmlns:a16="http://schemas.microsoft.com/office/drawing/2014/main" id="{415CE3C1-C708-0905-EA7A-74E6BFDF06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v-SE"/>
              <a:t>DEMO VIDEOS 2</a:t>
            </a:r>
          </a:p>
        </p:txBody>
      </p:sp>
    </p:spTree>
    <p:extLst>
      <p:ext uri="{BB962C8B-B14F-4D97-AF65-F5344CB8AC3E}">
        <p14:creationId xmlns:p14="http://schemas.microsoft.com/office/powerpoint/2010/main" val="41413797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>
          <a:extLst>
            <a:ext uri="{FF2B5EF4-FFF2-40B4-BE49-F238E27FC236}">
              <a16:creationId xmlns:a16="http://schemas.microsoft.com/office/drawing/2014/main" id="{4A0CD3C7-430C-0ADA-F263-A6F0B905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0790a158ac_0_207:notes">
            <a:extLst>
              <a:ext uri="{FF2B5EF4-FFF2-40B4-BE49-F238E27FC236}">
                <a16:creationId xmlns:a16="http://schemas.microsoft.com/office/drawing/2014/main" id="{3DDA7B62-0DC5-198F-1E66-F429A1838B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0790a158ac_0_207:notes">
            <a:extLst>
              <a:ext uri="{FF2B5EF4-FFF2-40B4-BE49-F238E27FC236}">
                <a16:creationId xmlns:a16="http://schemas.microsoft.com/office/drawing/2014/main" id="{415CE3C1-C708-0905-EA7A-74E6BFDF06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>
              <a:buClr>
                <a:srgbClr val="000000"/>
              </a:buClr>
              <a:buSzPts val="1100"/>
              <a:buFont typeface="Arial"/>
              <a:buChar char="●"/>
            </a:pP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056982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rone flight required documentation by Slidesgo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22850" y="1676675"/>
            <a:ext cx="5790900" cy="227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000"/>
              <a:buNone/>
              <a:defRPr sz="5000" b="1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22852" y="3909885"/>
            <a:ext cx="5790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8630388" y="1724775"/>
            <a:ext cx="757976" cy="672190"/>
            <a:chOff x="7464925" y="-1654250"/>
            <a:chExt cx="757976" cy="672190"/>
          </a:xfrm>
        </p:grpSpPr>
        <p:sp>
          <p:nvSpPr>
            <p:cNvPr id="15" name="Google Shape;15;p2"/>
            <p:cNvSpPr/>
            <p:nvPr/>
          </p:nvSpPr>
          <p:spPr>
            <a:xfrm>
              <a:off x="7464925" y="-1654250"/>
              <a:ext cx="757976" cy="672190"/>
            </a:xfrm>
            <a:custGeom>
              <a:avLst/>
              <a:gdLst/>
              <a:ahLst/>
              <a:cxnLst/>
              <a:rect l="l" t="t" r="r" b="b"/>
              <a:pathLst>
                <a:path w="34170" h="17973" extrusionOk="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498685" y="-1654213"/>
              <a:ext cx="690430" cy="672078"/>
            </a:xfrm>
            <a:custGeom>
              <a:avLst/>
              <a:gdLst/>
              <a:ahLst/>
              <a:cxnLst/>
              <a:rect l="l" t="t" r="r" b="b"/>
              <a:pathLst>
                <a:path w="31125" h="17970" extrusionOk="0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-247294" y="3137700"/>
            <a:ext cx="829069" cy="895560"/>
            <a:chOff x="-247294" y="3137700"/>
            <a:chExt cx="829069" cy="895560"/>
          </a:xfrm>
        </p:grpSpPr>
        <p:sp>
          <p:nvSpPr>
            <p:cNvPr id="18" name="Google Shape;18;p2"/>
            <p:cNvSpPr/>
            <p:nvPr/>
          </p:nvSpPr>
          <p:spPr>
            <a:xfrm>
              <a:off x="105975" y="3137700"/>
              <a:ext cx="475800" cy="475800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>
              <a:off x="-247294" y="3403858"/>
              <a:ext cx="596199" cy="629402"/>
              <a:chOff x="-3171395" y="736983"/>
              <a:chExt cx="1712232" cy="1807587"/>
            </a:xfrm>
          </p:grpSpPr>
          <p:grpSp>
            <p:nvGrpSpPr>
              <p:cNvPr id="20" name="Google Shape;20;p2"/>
              <p:cNvGrpSpPr/>
              <p:nvPr/>
            </p:nvGrpSpPr>
            <p:grpSpPr>
              <a:xfrm>
                <a:off x="-3128356" y="827596"/>
                <a:ext cx="1626149" cy="1626342"/>
                <a:chOff x="-4570025" y="-195475"/>
                <a:chExt cx="1932900" cy="1932900"/>
              </a:xfrm>
            </p:grpSpPr>
            <p:sp>
              <p:nvSpPr>
                <p:cNvPr id="21" name="Google Shape;21;p2"/>
                <p:cNvSpPr/>
                <p:nvPr/>
              </p:nvSpPr>
              <p:spPr>
                <a:xfrm>
                  <a:off x="-4260385" y="114186"/>
                  <a:ext cx="1313700" cy="1313700"/>
                </a:xfrm>
                <a:prstGeom prst="mathPlus">
                  <a:avLst>
                    <a:gd name="adj1" fmla="val 5816"/>
                  </a:avLst>
                </a:pr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-4570025" y="-195475"/>
                  <a:ext cx="1932900" cy="1932900"/>
                </a:xfrm>
                <a:prstGeom prst="donut">
                  <a:avLst>
                    <a:gd name="adj" fmla="val 4017"/>
                  </a:avLst>
                </a:pr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-3171395" y="736983"/>
                <a:ext cx="1712232" cy="1807587"/>
                <a:chOff x="-1141405" y="2245329"/>
                <a:chExt cx="336848" cy="3556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-1139686" y="2245329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1" y="1"/>
                      </a:moveTo>
                      <a:lnTo>
                        <a:pt x="172" y="498"/>
                      </a:lnTo>
                      <a:lnTo>
                        <a:pt x="859" y="9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-849337" y="2553865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688" y="0"/>
                      </a:moveTo>
                      <a:lnTo>
                        <a:pt x="1" y="400"/>
                      </a:lnTo>
                      <a:lnTo>
                        <a:pt x="859" y="497"/>
                      </a:lnTo>
                      <a:lnTo>
                        <a:pt x="688" y="0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-861730" y="2245329"/>
                  <a:ext cx="44676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" h="498" extrusionOk="0">
                      <a:moveTo>
                        <a:pt x="857" y="1"/>
                      </a:moveTo>
                      <a:lnTo>
                        <a:pt x="0" y="98"/>
                      </a:lnTo>
                      <a:lnTo>
                        <a:pt x="693" y="498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-1141405" y="2555241"/>
                  <a:ext cx="44728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" h="498" extrusionOk="0">
                      <a:moveTo>
                        <a:pt x="166" y="1"/>
                      </a:moveTo>
                      <a:lnTo>
                        <a:pt x="0" y="498"/>
                      </a:lnTo>
                      <a:lnTo>
                        <a:pt x="0" y="498"/>
                      </a:lnTo>
                      <a:lnTo>
                        <a:pt x="858" y="401"/>
                      </a:lnTo>
                      <a:lnTo>
                        <a:pt x="166" y="1"/>
                      </a:lnTo>
                      <a:close/>
                    </a:path>
                  </a:pathLst>
                </a:custGeom>
                <a:solidFill>
                  <a:srgbClr val="D6DEEB">
                    <a:alpha val="606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720000" y="2414400"/>
            <a:ext cx="54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89200"/>
            <a:ext cx="1797300" cy="8418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720000" y="3256200"/>
            <a:ext cx="4032600" cy="4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2" name="Google Shape;32;p3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33" name="Google Shape;33;p3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5" name="Google Shape;35;p3"/>
          <p:cNvGrpSpPr/>
          <p:nvPr/>
        </p:nvGrpSpPr>
        <p:grpSpPr>
          <a:xfrm rot="-2700000">
            <a:off x="1811264" y="341191"/>
            <a:ext cx="618199" cy="652627"/>
            <a:chOff x="-3171395" y="736983"/>
            <a:chExt cx="1712232" cy="1807587"/>
          </a:xfrm>
        </p:grpSpPr>
        <p:grpSp>
          <p:nvGrpSpPr>
            <p:cNvPr id="36" name="Google Shape;36;p3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" name="Google Shape;39;p3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3"/>
          <p:cNvGrpSpPr/>
          <p:nvPr/>
        </p:nvGrpSpPr>
        <p:grpSpPr>
          <a:xfrm>
            <a:off x="509845" y="4365874"/>
            <a:ext cx="736602" cy="777624"/>
            <a:chOff x="-3171395" y="736983"/>
            <a:chExt cx="1712232" cy="1807587"/>
          </a:xfrm>
        </p:grpSpPr>
        <p:grpSp>
          <p:nvGrpSpPr>
            <p:cNvPr id="45" name="Google Shape;45;p3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48;p3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49" name="Google Shape;49;p3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3" name="Google Shape;53;p3"/>
          <p:cNvSpPr/>
          <p:nvPr/>
        </p:nvSpPr>
        <p:spPr>
          <a:xfrm>
            <a:off x="1366475" y="302050"/>
            <a:ext cx="394500" cy="3945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3"/>
          <p:cNvSpPr txBox="1">
            <a:spLocks noGrp="1"/>
          </p:cNvSpPr>
          <p:nvPr>
            <p:ph type="subTitle" idx="1"/>
          </p:nvPr>
        </p:nvSpPr>
        <p:spPr>
          <a:xfrm>
            <a:off x="720000" y="21931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3"/>
          <p:cNvSpPr txBox="1">
            <a:spLocks noGrp="1"/>
          </p:cNvSpPr>
          <p:nvPr>
            <p:ph type="subTitle" idx="2"/>
          </p:nvPr>
        </p:nvSpPr>
        <p:spPr>
          <a:xfrm>
            <a:off x="3419269" y="21931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3"/>
          <p:cNvSpPr txBox="1">
            <a:spLocks noGrp="1"/>
          </p:cNvSpPr>
          <p:nvPr>
            <p:ph type="subTitle" idx="3"/>
          </p:nvPr>
        </p:nvSpPr>
        <p:spPr>
          <a:xfrm>
            <a:off x="720000" y="41192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3"/>
          <p:cNvSpPr txBox="1">
            <a:spLocks noGrp="1"/>
          </p:cNvSpPr>
          <p:nvPr>
            <p:ph type="subTitle" idx="4"/>
          </p:nvPr>
        </p:nvSpPr>
        <p:spPr>
          <a:xfrm>
            <a:off x="3419269" y="41192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3"/>
          <p:cNvSpPr txBox="1">
            <a:spLocks noGrp="1"/>
          </p:cNvSpPr>
          <p:nvPr>
            <p:ph type="subTitle" idx="5"/>
          </p:nvPr>
        </p:nvSpPr>
        <p:spPr>
          <a:xfrm>
            <a:off x="6118545" y="21931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3"/>
          <p:cNvSpPr txBox="1">
            <a:spLocks noGrp="1"/>
          </p:cNvSpPr>
          <p:nvPr>
            <p:ph type="subTitle" idx="6"/>
          </p:nvPr>
        </p:nvSpPr>
        <p:spPr>
          <a:xfrm>
            <a:off x="6118545" y="41192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3"/>
          <p:cNvSpPr txBox="1">
            <a:spLocks noGrp="1"/>
          </p:cNvSpPr>
          <p:nvPr>
            <p:ph type="title" idx="7" hasCustomPrompt="1"/>
          </p:nvPr>
        </p:nvSpPr>
        <p:spPr>
          <a:xfrm>
            <a:off x="818402" y="1344783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8" name="Google Shape;158;p13"/>
          <p:cNvSpPr txBox="1">
            <a:spLocks noGrp="1"/>
          </p:cNvSpPr>
          <p:nvPr>
            <p:ph type="title" idx="8" hasCustomPrompt="1"/>
          </p:nvPr>
        </p:nvSpPr>
        <p:spPr>
          <a:xfrm>
            <a:off x="818402" y="3270816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9" name="Google Shape;159;p13"/>
          <p:cNvSpPr txBox="1">
            <a:spLocks noGrp="1"/>
          </p:cNvSpPr>
          <p:nvPr>
            <p:ph type="title" idx="9" hasCustomPrompt="1"/>
          </p:nvPr>
        </p:nvSpPr>
        <p:spPr>
          <a:xfrm>
            <a:off x="3517677" y="1344783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0" name="Google Shape;160;p13"/>
          <p:cNvSpPr txBox="1">
            <a:spLocks noGrp="1"/>
          </p:cNvSpPr>
          <p:nvPr>
            <p:ph type="title" idx="13" hasCustomPrompt="1"/>
          </p:nvPr>
        </p:nvSpPr>
        <p:spPr>
          <a:xfrm>
            <a:off x="3517677" y="3270816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1" name="Google Shape;161;p13"/>
          <p:cNvSpPr txBox="1">
            <a:spLocks noGrp="1"/>
          </p:cNvSpPr>
          <p:nvPr>
            <p:ph type="title" idx="14" hasCustomPrompt="1"/>
          </p:nvPr>
        </p:nvSpPr>
        <p:spPr>
          <a:xfrm>
            <a:off x="6216952" y="1344783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2" name="Google Shape;162;p13"/>
          <p:cNvSpPr txBox="1">
            <a:spLocks noGrp="1"/>
          </p:cNvSpPr>
          <p:nvPr>
            <p:ph type="title" idx="15" hasCustomPrompt="1"/>
          </p:nvPr>
        </p:nvSpPr>
        <p:spPr>
          <a:xfrm>
            <a:off x="6216952" y="3270816"/>
            <a:ext cx="734700" cy="447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16"/>
          </p:nvPr>
        </p:nvSpPr>
        <p:spPr>
          <a:xfrm>
            <a:off x="720000" y="19041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subTitle" idx="17"/>
          </p:nvPr>
        </p:nvSpPr>
        <p:spPr>
          <a:xfrm>
            <a:off x="3419275" y="19041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18"/>
          </p:nvPr>
        </p:nvSpPr>
        <p:spPr>
          <a:xfrm>
            <a:off x="6118550" y="19041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subTitle" idx="19"/>
          </p:nvPr>
        </p:nvSpPr>
        <p:spPr>
          <a:xfrm>
            <a:off x="720000" y="38302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20"/>
          </p:nvPr>
        </p:nvSpPr>
        <p:spPr>
          <a:xfrm>
            <a:off x="3419275" y="38302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21"/>
          </p:nvPr>
        </p:nvSpPr>
        <p:spPr>
          <a:xfrm>
            <a:off x="6118550" y="38302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accent3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69" name="Google Shape;169;p13"/>
          <p:cNvGrpSpPr/>
          <p:nvPr/>
        </p:nvGrpSpPr>
        <p:grpSpPr>
          <a:xfrm>
            <a:off x="175025" y="244675"/>
            <a:ext cx="8793900" cy="4642975"/>
            <a:chOff x="175025" y="244675"/>
            <a:chExt cx="8793900" cy="4642975"/>
          </a:xfrm>
        </p:grpSpPr>
        <p:cxnSp>
          <p:nvCxnSpPr>
            <p:cNvPr id="170" name="Google Shape;170;p13"/>
            <p:cNvCxnSpPr/>
            <p:nvPr/>
          </p:nvCxnSpPr>
          <p:spPr>
            <a:xfrm>
              <a:off x="175025" y="244675"/>
              <a:ext cx="879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" name="Google Shape;171;p13"/>
            <p:cNvCxnSpPr/>
            <p:nvPr/>
          </p:nvCxnSpPr>
          <p:spPr>
            <a:xfrm>
              <a:off x="175025" y="4887650"/>
              <a:ext cx="879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2" name="Google Shape;172;p13"/>
          <p:cNvSpPr/>
          <p:nvPr/>
        </p:nvSpPr>
        <p:spPr>
          <a:xfrm>
            <a:off x="100575" y="2792775"/>
            <a:ext cx="484800" cy="484800"/>
          </a:xfrm>
          <a:prstGeom prst="ellipse">
            <a:avLst/>
          </a:prstGeom>
          <a:gradFill>
            <a:gsLst>
              <a:gs pos="0">
                <a:schemeClr val="accent6"/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3"/>
          <p:cNvSpPr/>
          <p:nvPr/>
        </p:nvSpPr>
        <p:spPr>
          <a:xfrm>
            <a:off x="100575" y="3175875"/>
            <a:ext cx="394500" cy="394500"/>
          </a:xfrm>
          <a:prstGeom prst="ellipse">
            <a:avLst/>
          </a:prstGeom>
          <a:gradFill>
            <a:gsLst>
              <a:gs pos="0">
                <a:schemeClr val="lt2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" name="Google Shape;174;p13"/>
          <p:cNvGrpSpPr/>
          <p:nvPr/>
        </p:nvGrpSpPr>
        <p:grpSpPr>
          <a:xfrm rot="-2700000">
            <a:off x="8314043" y="679491"/>
            <a:ext cx="1684369" cy="1778172"/>
            <a:chOff x="-3171395" y="736983"/>
            <a:chExt cx="1712232" cy="1807587"/>
          </a:xfrm>
        </p:grpSpPr>
        <p:grpSp>
          <p:nvGrpSpPr>
            <p:cNvPr id="175" name="Google Shape;175;p13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76" name="Google Shape;176;p13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3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79" name="Google Shape;179;p13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3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3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3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3" name="Google Shape;183;p13"/>
          <p:cNvGrpSpPr/>
          <p:nvPr/>
        </p:nvGrpSpPr>
        <p:grpSpPr>
          <a:xfrm>
            <a:off x="8705148" y="4154678"/>
            <a:ext cx="736590" cy="812000"/>
            <a:chOff x="310284" y="3367548"/>
            <a:chExt cx="872634" cy="961971"/>
          </a:xfrm>
        </p:grpSpPr>
        <p:sp>
          <p:nvSpPr>
            <p:cNvPr id="184" name="Google Shape;184;p13"/>
            <p:cNvSpPr/>
            <p:nvPr/>
          </p:nvSpPr>
          <p:spPr>
            <a:xfrm rot="5400000">
              <a:off x="265615" y="3412217"/>
              <a:ext cx="961971" cy="872634"/>
            </a:xfrm>
            <a:custGeom>
              <a:avLst/>
              <a:gdLst/>
              <a:ahLst/>
              <a:cxnLst/>
              <a:rect l="l" t="t" r="r" b="b"/>
              <a:pathLst>
                <a:path w="34170" h="17973" extrusionOk="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rgbClr val="68BAAC">
                    <a:alpha val="59216"/>
                  </a:srgbClr>
                </a:gs>
                <a:gs pos="83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3"/>
            <p:cNvSpPr/>
            <p:nvPr/>
          </p:nvSpPr>
          <p:spPr>
            <a:xfrm rot="5400000">
              <a:off x="308502" y="3412272"/>
              <a:ext cx="876247" cy="872488"/>
            </a:xfrm>
            <a:custGeom>
              <a:avLst/>
              <a:gdLst/>
              <a:ahLst/>
              <a:cxnLst/>
              <a:rect l="l" t="t" r="r" b="b"/>
              <a:pathLst>
                <a:path w="31125" h="17970" extrusionOk="0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accent1"/>
        </a:soli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" name="Google Shape;517;p35"/>
          <p:cNvGrpSpPr/>
          <p:nvPr/>
        </p:nvGrpSpPr>
        <p:grpSpPr>
          <a:xfrm>
            <a:off x="190589" y="78791"/>
            <a:ext cx="8762822" cy="4985917"/>
            <a:chOff x="194711" y="84616"/>
            <a:chExt cx="8762822" cy="4985917"/>
          </a:xfrm>
        </p:grpSpPr>
        <p:grpSp>
          <p:nvGrpSpPr>
            <p:cNvPr id="518" name="Google Shape;518;p35"/>
            <p:cNvGrpSpPr/>
            <p:nvPr/>
          </p:nvGrpSpPr>
          <p:grpSpPr>
            <a:xfrm>
              <a:off x="194711" y="84616"/>
              <a:ext cx="344672" cy="363867"/>
              <a:chOff x="-3171395" y="736983"/>
              <a:chExt cx="1712232" cy="1807587"/>
            </a:xfrm>
          </p:grpSpPr>
          <p:grpSp>
            <p:nvGrpSpPr>
              <p:cNvPr id="519" name="Google Shape;519;p35"/>
              <p:cNvGrpSpPr/>
              <p:nvPr/>
            </p:nvGrpSpPr>
            <p:grpSpPr>
              <a:xfrm>
                <a:off x="-3128356" y="827596"/>
                <a:ext cx="1626149" cy="1626342"/>
                <a:chOff x="-4570025" y="-195475"/>
                <a:chExt cx="1932900" cy="1932900"/>
              </a:xfrm>
            </p:grpSpPr>
            <p:sp>
              <p:nvSpPr>
                <p:cNvPr id="520" name="Google Shape;520;p35"/>
                <p:cNvSpPr/>
                <p:nvPr/>
              </p:nvSpPr>
              <p:spPr>
                <a:xfrm>
                  <a:off x="-4260385" y="114186"/>
                  <a:ext cx="1313700" cy="1313700"/>
                </a:xfrm>
                <a:prstGeom prst="mathPlus">
                  <a:avLst>
                    <a:gd name="adj1" fmla="val 5816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1" name="Google Shape;521;p35"/>
                <p:cNvSpPr/>
                <p:nvPr/>
              </p:nvSpPr>
              <p:spPr>
                <a:xfrm>
                  <a:off x="-4570025" y="-195475"/>
                  <a:ext cx="1932900" cy="1932900"/>
                </a:xfrm>
                <a:prstGeom prst="donut">
                  <a:avLst>
                    <a:gd name="adj" fmla="val 4017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2" name="Google Shape;522;p35"/>
              <p:cNvGrpSpPr/>
              <p:nvPr/>
            </p:nvGrpSpPr>
            <p:grpSpPr>
              <a:xfrm>
                <a:off x="-3171395" y="736983"/>
                <a:ext cx="1712232" cy="1807587"/>
                <a:chOff x="-1141405" y="2245329"/>
                <a:chExt cx="336848" cy="355600"/>
              </a:xfrm>
            </p:grpSpPr>
            <p:sp>
              <p:nvSpPr>
                <p:cNvPr id="523" name="Google Shape;523;p35"/>
                <p:cNvSpPr/>
                <p:nvPr/>
              </p:nvSpPr>
              <p:spPr>
                <a:xfrm>
                  <a:off x="-1139686" y="2245329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1" y="1"/>
                      </a:moveTo>
                      <a:lnTo>
                        <a:pt x="172" y="498"/>
                      </a:lnTo>
                      <a:lnTo>
                        <a:pt x="859" y="9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" name="Google Shape;524;p35"/>
                <p:cNvSpPr/>
                <p:nvPr/>
              </p:nvSpPr>
              <p:spPr>
                <a:xfrm>
                  <a:off x="-849337" y="2553865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688" y="0"/>
                      </a:moveTo>
                      <a:lnTo>
                        <a:pt x="1" y="400"/>
                      </a:lnTo>
                      <a:lnTo>
                        <a:pt x="859" y="497"/>
                      </a:lnTo>
                      <a:lnTo>
                        <a:pt x="6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525;p35"/>
                <p:cNvSpPr/>
                <p:nvPr/>
              </p:nvSpPr>
              <p:spPr>
                <a:xfrm>
                  <a:off x="-861730" y="2245329"/>
                  <a:ext cx="44676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" h="498" extrusionOk="0">
                      <a:moveTo>
                        <a:pt x="857" y="1"/>
                      </a:moveTo>
                      <a:lnTo>
                        <a:pt x="0" y="98"/>
                      </a:lnTo>
                      <a:lnTo>
                        <a:pt x="693" y="498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" name="Google Shape;526;p35"/>
                <p:cNvSpPr/>
                <p:nvPr/>
              </p:nvSpPr>
              <p:spPr>
                <a:xfrm>
                  <a:off x="-1141405" y="2555241"/>
                  <a:ext cx="44728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" h="498" extrusionOk="0">
                      <a:moveTo>
                        <a:pt x="166" y="1"/>
                      </a:moveTo>
                      <a:lnTo>
                        <a:pt x="0" y="498"/>
                      </a:lnTo>
                      <a:lnTo>
                        <a:pt x="0" y="498"/>
                      </a:lnTo>
                      <a:lnTo>
                        <a:pt x="858" y="401"/>
                      </a:lnTo>
                      <a:lnTo>
                        <a:pt x="16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7" name="Google Shape;527;p35"/>
            <p:cNvGrpSpPr/>
            <p:nvPr/>
          </p:nvGrpSpPr>
          <p:grpSpPr>
            <a:xfrm>
              <a:off x="194711" y="4706666"/>
              <a:ext cx="344672" cy="363867"/>
              <a:chOff x="-3171395" y="736983"/>
              <a:chExt cx="1712232" cy="1807587"/>
            </a:xfrm>
          </p:grpSpPr>
          <p:grpSp>
            <p:nvGrpSpPr>
              <p:cNvPr id="528" name="Google Shape;528;p35"/>
              <p:cNvGrpSpPr/>
              <p:nvPr/>
            </p:nvGrpSpPr>
            <p:grpSpPr>
              <a:xfrm>
                <a:off x="-3128356" y="827596"/>
                <a:ext cx="1626149" cy="1626342"/>
                <a:chOff x="-4570025" y="-195475"/>
                <a:chExt cx="1932900" cy="1932900"/>
              </a:xfrm>
            </p:grpSpPr>
            <p:sp>
              <p:nvSpPr>
                <p:cNvPr id="529" name="Google Shape;529;p35"/>
                <p:cNvSpPr/>
                <p:nvPr/>
              </p:nvSpPr>
              <p:spPr>
                <a:xfrm>
                  <a:off x="-4260385" y="114186"/>
                  <a:ext cx="1313700" cy="1313700"/>
                </a:xfrm>
                <a:prstGeom prst="mathPlus">
                  <a:avLst>
                    <a:gd name="adj1" fmla="val 5816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" name="Google Shape;530;p35"/>
                <p:cNvSpPr/>
                <p:nvPr/>
              </p:nvSpPr>
              <p:spPr>
                <a:xfrm>
                  <a:off x="-4570025" y="-195475"/>
                  <a:ext cx="1932900" cy="1932900"/>
                </a:xfrm>
                <a:prstGeom prst="donut">
                  <a:avLst>
                    <a:gd name="adj" fmla="val 4017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1" name="Google Shape;531;p35"/>
              <p:cNvGrpSpPr/>
              <p:nvPr/>
            </p:nvGrpSpPr>
            <p:grpSpPr>
              <a:xfrm>
                <a:off x="-3171395" y="736983"/>
                <a:ext cx="1712232" cy="1807587"/>
                <a:chOff x="-1141405" y="2245329"/>
                <a:chExt cx="336848" cy="355600"/>
              </a:xfrm>
            </p:grpSpPr>
            <p:sp>
              <p:nvSpPr>
                <p:cNvPr id="532" name="Google Shape;532;p35"/>
                <p:cNvSpPr/>
                <p:nvPr/>
              </p:nvSpPr>
              <p:spPr>
                <a:xfrm>
                  <a:off x="-1139686" y="2245329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1" y="1"/>
                      </a:moveTo>
                      <a:lnTo>
                        <a:pt x="172" y="498"/>
                      </a:lnTo>
                      <a:lnTo>
                        <a:pt x="859" y="9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" name="Google Shape;533;p35"/>
                <p:cNvSpPr/>
                <p:nvPr/>
              </p:nvSpPr>
              <p:spPr>
                <a:xfrm>
                  <a:off x="-849337" y="2553865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688" y="0"/>
                      </a:moveTo>
                      <a:lnTo>
                        <a:pt x="1" y="400"/>
                      </a:lnTo>
                      <a:lnTo>
                        <a:pt x="859" y="497"/>
                      </a:lnTo>
                      <a:lnTo>
                        <a:pt x="6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" name="Google Shape;534;p35"/>
                <p:cNvSpPr/>
                <p:nvPr/>
              </p:nvSpPr>
              <p:spPr>
                <a:xfrm>
                  <a:off x="-861730" y="2245329"/>
                  <a:ext cx="44676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" h="498" extrusionOk="0">
                      <a:moveTo>
                        <a:pt x="857" y="1"/>
                      </a:moveTo>
                      <a:lnTo>
                        <a:pt x="0" y="98"/>
                      </a:lnTo>
                      <a:lnTo>
                        <a:pt x="693" y="498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5" name="Google Shape;535;p35"/>
                <p:cNvSpPr/>
                <p:nvPr/>
              </p:nvSpPr>
              <p:spPr>
                <a:xfrm>
                  <a:off x="-1141405" y="2555241"/>
                  <a:ext cx="44728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" h="498" extrusionOk="0">
                      <a:moveTo>
                        <a:pt x="166" y="1"/>
                      </a:moveTo>
                      <a:lnTo>
                        <a:pt x="0" y="498"/>
                      </a:lnTo>
                      <a:lnTo>
                        <a:pt x="0" y="498"/>
                      </a:lnTo>
                      <a:lnTo>
                        <a:pt x="858" y="401"/>
                      </a:lnTo>
                      <a:lnTo>
                        <a:pt x="16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6" name="Google Shape;536;p35"/>
            <p:cNvGrpSpPr/>
            <p:nvPr/>
          </p:nvGrpSpPr>
          <p:grpSpPr>
            <a:xfrm>
              <a:off x="8612861" y="84616"/>
              <a:ext cx="344672" cy="363867"/>
              <a:chOff x="-3171395" y="736983"/>
              <a:chExt cx="1712232" cy="1807587"/>
            </a:xfrm>
          </p:grpSpPr>
          <p:grpSp>
            <p:nvGrpSpPr>
              <p:cNvPr id="537" name="Google Shape;537;p35"/>
              <p:cNvGrpSpPr/>
              <p:nvPr/>
            </p:nvGrpSpPr>
            <p:grpSpPr>
              <a:xfrm>
                <a:off x="-3128356" y="827596"/>
                <a:ext cx="1626149" cy="1626342"/>
                <a:chOff x="-4570025" y="-195475"/>
                <a:chExt cx="1932900" cy="1932900"/>
              </a:xfrm>
            </p:grpSpPr>
            <p:sp>
              <p:nvSpPr>
                <p:cNvPr id="538" name="Google Shape;538;p35"/>
                <p:cNvSpPr/>
                <p:nvPr/>
              </p:nvSpPr>
              <p:spPr>
                <a:xfrm>
                  <a:off x="-4260385" y="114186"/>
                  <a:ext cx="1313700" cy="1313700"/>
                </a:xfrm>
                <a:prstGeom prst="mathPlus">
                  <a:avLst>
                    <a:gd name="adj1" fmla="val 5816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" name="Google Shape;539;p35"/>
                <p:cNvSpPr/>
                <p:nvPr/>
              </p:nvSpPr>
              <p:spPr>
                <a:xfrm>
                  <a:off x="-4570025" y="-195475"/>
                  <a:ext cx="1932900" cy="1932900"/>
                </a:xfrm>
                <a:prstGeom prst="donut">
                  <a:avLst>
                    <a:gd name="adj" fmla="val 4017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40" name="Google Shape;540;p35"/>
              <p:cNvGrpSpPr/>
              <p:nvPr/>
            </p:nvGrpSpPr>
            <p:grpSpPr>
              <a:xfrm>
                <a:off x="-3171395" y="736983"/>
                <a:ext cx="1712232" cy="1807587"/>
                <a:chOff x="-1141405" y="2245329"/>
                <a:chExt cx="336848" cy="355600"/>
              </a:xfrm>
            </p:grpSpPr>
            <p:sp>
              <p:nvSpPr>
                <p:cNvPr id="541" name="Google Shape;541;p35"/>
                <p:cNvSpPr/>
                <p:nvPr/>
              </p:nvSpPr>
              <p:spPr>
                <a:xfrm>
                  <a:off x="-1139686" y="2245329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1" y="1"/>
                      </a:moveTo>
                      <a:lnTo>
                        <a:pt x="172" y="498"/>
                      </a:lnTo>
                      <a:lnTo>
                        <a:pt x="859" y="9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" name="Google Shape;542;p35"/>
                <p:cNvSpPr/>
                <p:nvPr/>
              </p:nvSpPr>
              <p:spPr>
                <a:xfrm>
                  <a:off x="-849337" y="2553865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688" y="0"/>
                      </a:moveTo>
                      <a:lnTo>
                        <a:pt x="1" y="400"/>
                      </a:lnTo>
                      <a:lnTo>
                        <a:pt x="859" y="497"/>
                      </a:lnTo>
                      <a:lnTo>
                        <a:pt x="6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" name="Google Shape;543;p35"/>
                <p:cNvSpPr/>
                <p:nvPr/>
              </p:nvSpPr>
              <p:spPr>
                <a:xfrm>
                  <a:off x="-861730" y="2245329"/>
                  <a:ext cx="44676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" h="498" extrusionOk="0">
                      <a:moveTo>
                        <a:pt x="857" y="1"/>
                      </a:moveTo>
                      <a:lnTo>
                        <a:pt x="0" y="98"/>
                      </a:lnTo>
                      <a:lnTo>
                        <a:pt x="693" y="498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-1141405" y="2555241"/>
                  <a:ext cx="44728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" h="498" extrusionOk="0">
                      <a:moveTo>
                        <a:pt x="166" y="1"/>
                      </a:moveTo>
                      <a:lnTo>
                        <a:pt x="0" y="498"/>
                      </a:lnTo>
                      <a:lnTo>
                        <a:pt x="0" y="498"/>
                      </a:lnTo>
                      <a:lnTo>
                        <a:pt x="858" y="401"/>
                      </a:lnTo>
                      <a:lnTo>
                        <a:pt x="16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45" name="Google Shape;545;p35"/>
            <p:cNvGrpSpPr/>
            <p:nvPr/>
          </p:nvGrpSpPr>
          <p:grpSpPr>
            <a:xfrm>
              <a:off x="8612861" y="4706666"/>
              <a:ext cx="344672" cy="363867"/>
              <a:chOff x="-3171395" y="736983"/>
              <a:chExt cx="1712232" cy="1807587"/>
            </a:xfrm>
          </p:grpSpPr>
          <p:grpSp>
            <p:nvGrpSpPr>
              <p:cNvPr id="546" name="Google Shape;546;p35"/>
              <p:cNvGrpSpPr/>
              <p:nvPr/>
            </p:nvGrpSpPr>
            <p:grpSpPr>
              <a:xfrm>
                <a:off x="-3128356" y="827596"/>
                <a:ext cx="1626149" cy="1626342"/>
                <a:chOff x="-4570025" y="-195475"/>
                <a:chExt cx="1932900" cy="1932900"/>
              </a:xfrm>
            </p:grpSpPr>
            <p:sp>
              <p:nvSpPr>
                <p:cNvPr id="547" name="Google Shape;547;p35"/>
                <p:cNvSpPr/>
                <p:nvPr/>
              </p:nvSpPr>
              <p:spPr>
                <a:xfrm>
                  <a:off x="-4260385" y="114186"/>
                  <a:ext cx="1313700" cy="1313700"/>
                </a:xfrm>
                <a:prstGeom prst="mathPlus">
                  <a:avLst>
                    <a:gd name="adj1" fmla="val 5816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" name="Google Shape;548;p35"/>
                <p:cNvSpPr/>
                <p:nvPr/>
              </p:nvSpPr>
              <p:spPr>
                <a:xfrm>
                  <a:off x="-4570025" y="-195475"/>
                  <a:ext cx="1932900" cy="1932900"/>
                </a:xfrm>
                <a:prstGeom prst="donut">
                  <a:avLst>
                    <a:gd name="adj" fmla="val 4017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49" name="Google Shape;549;p35"/>
              <p:cNvGrpSpPr/>
              <p:nvPr/>
            </p:nvGrpSpPr>
            <p:grpSpPr>
              <a:xfrm>
                <a:off x="-3171395" y="736983"/>
                <a:ext cx="1712232" cy="1807587"/>
                <a:chOff x="-1141405" y="2245329"/>
                <a:chExt cx="336848" cy="355600"/>
              </a:xfrm>
            </p:grpSpPr>
            <p:sp>
              <p:nvSpPr>
                <p:cNvPr id="550" name="Google Shape;550;p35"/>
                <p:cNvSpPr/>
                <p:nvPr/>
              </p:nvSpPr>
              <p:spPr>
                <a:xfrm>
                  <a:off x="-1139686" y="2245329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1" y="1"/>
                      </a:moveTo>
                      <a:lnTo>
                        <a:pt x="172" y="498"/>
                      </a:lnTo>
                      <a:lnTo>
                        <a:pt x="859" y="98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-849337" y="2553865"/>
                  <a:ext cx="44780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498" extrusionOk="0">
                      <a:moveTo>
                        <a:pt x="688" y="0"/>
                      </a:moveTo>
                      <a:lnTo>
                        <a:pt x="1" y="400"/>
                      </a:lnTo>
                      <a:lnTo>
                        <a:pt x="859" y="497"/>
                      </a:lnTo>
                      <a:lnTo>
                        <a:pt x="68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-861730" y="2245329"/>
                  <a:ext cx="44676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8" h="498" extrusionOk="0">
                      <a:moveTo>
                        <a:pt x="857" y="1"/>
                      </a:moveTo>
                      <a:lnTo>
                        <a:pt x="0" y="98"/>
                      </a:lnTo>
                      <a:lnTo>
                        <a:pt x="693" y="498"/>
                      </a:lnTo>
                      <a:lnTo>
                        <a:pt x="85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-1141405" y="2555241"/>
                  <a:ext cx="44728" cy="45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9" h="498" extrusionOk="0">
                      <a:moveTo>
                        <a:pt x="166" y="1"/>
                      </a:moveTo>
                      <a:lnTo>
                        <a:pt x="0" y="498"/>
                      </a:lnTo>
                      <a:lnTo>
                        <a:pt x="0" y="498"/>
                      </a:lnTo>
                      <a:lnTo>
                        <a:pt x="858" y="401"/>
                      </a:lnTo>
                      <a:lnTo>
                        <a:pt x="166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6"/>
          <p:cNvSpPr/>
          <p:nvPr/>
        </p:nvSpPr>
        <p:spPr>
          <a:xfrm>
            <a:off x="-171125" y="123050"/>
            <a:ext cx="93150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6"/>
          <p:cNvSpPr/>
          <p:nvPr/>
        </p:nvSpPr>
        <p:spPr>
          <a:xfrm flipH="1">
            <a:off x="-171075" y="4778500"/>
            <a:ext cx="94686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sso One"/>
              <a:buNone/>
              <a:defRPr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○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Char char="■"/>
              <a:defRPr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59" r:id="rId4"/>
    <p:sldLayoutId id="2147483681" r:id="rId5"/>
    <p:sldLayoutId id="2147483682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media" Target="../media/media2.mp4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media" Target="../media/media4.mp4"/><Relationship Id="rId7" Type="http://schemas.openxmlformats.org/officeDocument/2006/relationships/image" Target="../media/image5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4.mp4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0"/>
          <p:cNvSpPr txBox="1">
            <a:spLocks noGrp="1"/>
          </p:cNvSpPr>
          <p:nvPr>
            <p:ph type="ctrTitle"/>
          </p:nvPr>
        </p:nvSpPr>
        <p:spPr>
          <a:xfrm>
            <a:off x="722850" y="1676675"/>
            <a:ext cx="5790900" cy="227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sz="5000">
                <a:solidFill>
                  <a:schemeClr val="accent3"/>
                </a:solidFill>
              </a:rPr>
              <a:t>DRONE PATHFINDER</a:t>
            </a:r>
            <a:r>
              <a:rPr lang="en" sz="4500">
                <a:solidFill>
                  <a:schemeClr val="accent3"/>
                </a:solidFill>
              </a:rPr>
              <a:t>      </a:t>
            </a:r>
            <a:r>
              <a:rPr lang="en" sz="4500">
                <a:solidFill>
                  <a:schemeClr val="dk1"/>
                </a:solidFill>
              </a:rPr>
              <a:t>AI REINFORCMENT LEARNING</a:t>
            </a:r>
            <a:endParaRPr sz="4500">
              <a:solidFill>
                <a:schemeClr val="dk1"/>
              </a:solidFill>
            </a:endParaRPr>
          </a:p>
        </p:txBody>
      </p:sp>
      <p:sp>
        <p:nvSpPr>
          <p:cNvPr id="568" name="Google Shape;568;p40"/>
          <p:cNvSpPr txBox="1">
            <a:spLocks noGrp="1"/>
          </p:cNvSpPr>
          <p:nvPr>
            <p:ph type="subTitle" idx="1"/>
          </p:nvPr>
        </p:nvSpPr>
        <p:spPr>
          <a:xfrm>
            <a:off x="722852" y="3909885"/>
            <a:ext cx="57909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Daniel Fridström     &amp;  Hans </a:t>
            </a:r>
            <a:r>
              <a:rPr lang="en" err="1"/>
              <a:t>Fredö</a:t>
            </a:r>
            <a:endParaRPr/>
          </a:p>
        </p:txBody>
      </p:sp>
      <p:grpSp>
        <p:nvGrpSpPr>
          <p:cNvPr id="613" name="Google Shape;613;p40"/>
          <p:cNvGrpSpPr/>
          <p:nvPr/>
        </p:nvGrpSpPr>
        <p:grpSpPr>
          <a:xfrm flipH="1">
            <a:off x="5880543" y="797459"/>
            <a:ext cx="2421534" cy="1419407"/>
            <a:chOff x="2540729" y="391407"/>
            <a:chExt cx="2172753" cy="1362718"/>
          </a:xfrm>
        </p:grpSpPr>
        <p:sp>
          <p:nvSpPr>
            <p:cNvPr id="614" name="Google Shape;614;p40"/>
            <p:cNvSpPr/>
            <p:nvPr/>
          </p:nvSpPr>
          <p:spPr>
            <a:xfrm>
              <a:off x="3927190" y="948713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0"/>
            <p:cNvSpPr/>
            <p:nvPr/>
          </p:nvSpPr>
          <p:spPr>
            <a:xfrm rot="5400000">
              <a:off x="3577039" y="851418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0"/>
            <p:cNvSpPr/>
            <p:nvPr/>
          </p:nvSpPr>
          <p:spPr>
            <a:xfrm>
              <a:off x="3391357" y="62291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0"/>
            <p:cNvSpPr/>
            <p:nvPr/>
          </p:nvSpPr>
          <p:spPr>
            <a:xfrm>
              <a:off x="3418336" y="643668"/>
              <a:ext cx="732909" cy="18096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0"/>
            <p:cNvSpPr/>
            <p:nvPr/>
          </p:nvSpPr>
          <p:spPr>
            <a:xfrm>
              <a:off x="3746784" y="64406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0"/>
            <p:cNvSpPr/>
            <p:nvPr/>
          </p:nvSpPr>
          <p:spPr>
            <a:xfrm>
              <a:off x="3425920" y="39625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0"/>
            <p:cNvSpPr/>
            <p:nvPr/>
          </p:nvSpPr>
          <p:spPr>
            <a:xfrm>
              <a:off x="3389259" y="39643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0"/>
            <p:cNvSpPr/>
            <p:nvPr/>
          </p:nvSpPr>
          <p:spPr>
            <a:xfrm>
              <a:off x="3773613" y="44729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0"/>
            <p:cNvSpPr/>
            <p:nvPr/>
          </p:nvSpPr>
          <p:spPr>
            <a:xfrm>
              <a:off x="3773613" y="60731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0"/>
            <p:cNvSpPr/>
            <p:nvPr/>
          </p:nvSpPr>
          <p:spPr>
            <a:xfrm>
              <a:off x="3734942" y="60359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0"/>
            <p:cNvSpPr/>
            <p:nvPr/>
          </p:nvSpPr>
          <p:spPr>
            <a:xfrm>
              <a:off x="3737913" y="58030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0"/>
            <p:cNvSpPr/>
            <p:nvPr/>
          </p:nvSpPr>
          <p:spPr>
            <a:xfrm>
              <a:off x="3734374" y="57685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0"/>
            <p:cNvSpPr/>
            <p:nvPr/>
          </p:nvSpPr>
          <p:spPr>
            <a:xfrm>
              <a:off x="3800006" y="45218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0"/>
            <p:cNvSpPr/>
            <p:nvPr/>
          </p:nvSpPr>
          <p:spPr>
            <a:xfrm>
              <a:off x="3788994" y="39140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0"/>
            <p:cNvSpPr/>
            <p:nvPr/>
          </p:nvSpPr>
          <p:spPr>
            <a:xfrm>
              <a:off x="3761509" y="51563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0"/>
            <p:cNvSpPr/>
            <p:nvPr/>
          </p:nvSpPr>
          <p:spPr>
            <a:xfrm>
              <a:off x="3761640" y="50340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0"/>
            <p:cNvSpPr/>
            <p:nvPr/>
          </p:nvSpPr>
          <p:spPr>
            <a:xfrm>
              <a:off x="3764000" y="50541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0"/>
            <p:cNvSpPr/>
            <p:nvPr/>
          </p:nvSpPr>
          <p:spPr>
            <a:xfrm>
              <a:off x="3756921" y="54373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0"/>
            <p:cNvSpPr/>
            <p:nvPr/>
          </p:nvSpPr>
          <p:spPr>
            <a:xfrm>
              <a:off x="3726159" y="58441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0"/>
            <p:cNvSpPr/>
            <p:nvPr/>
          </p:nvSpPr>
          <p:spPr>
            <a:xfrm>
              <a:off x="3562428" y="60320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0"/>
            <p:cNvSpPr/>
            <p:nvPr/>
          </p:nvSpPr>
          <p:spPr>
            <a:xfrm>
              <a:off x="3540711" y="66066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0"/>
            <p:cNvSpPr/>
            <p:nvPr/>
          </p:nvSpPr>
          <p:spPr>
            <a:xfrm>
              <a:off x="3540798" y="52354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0"/>
            <p:cNvSpPr/>
            <p:nvPr/>
          </p:nvSpPr>
          <p:spPr>
            <a:xfrm>
              <a:off x="3106572" y="1450603"/>
              <a:ext cx="732890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0"/>
            <p:cNvSpPr/>
            <p:nvPr/>
          </p:nvSpPr>
          <p:spPr>
            <a:xfrm>
              <a:off x="2962182" y="1113887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0"/>
            <p:cNvSpPr/>
            <p:nvPr/>
          </p:nvSpPr>
          <p:spPr>
            <a:xfrm>
              <a:off x="2542827" y="111122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0"/>
            <p:cNvSpPr/>
            <p:nvPr/>
          </p:nvSpPr>
          <p:spPr>
            <a:xfrm>
              <a:off x="3748368" y="922890"/>
              <a:ext cx="50077" cy="40726"/>
            </a:xfrm>
            <a:custGeom>
              <a:avLst/>
              <a:gdLst/>
              <a:ahLst/>
              <a:cxnLst/>
              <a:rect l="l" t="t" r="r" b="b"/>
              <a:pathLst>
                <a:path w="1146" h="932" extrusionOk="0">
                  <a:moveTo>
                    <a:pt x="571" y="0"/>
                  </a:moveTo>
                  <a:cubicBezTo>
                    <a:pt x="257" y="0"/>
                    <a:pt x="2" y="207"/>
                    <a:pt x="1" y="465"/>
                  </a:cubicBezTo>
                  <a:cubicBezTo>
                    <a:pt x="1" y="722"/>
                    <a:pt x="256" y="931"/>
                    <a:pt x="572" y="931"/>
                  </a:cubicBezTo>
                  <a:cubicBezTo>
                    <a:pt x="573" y="931"/>
                    <a:pt x="574" y="931"/>
                    <a:pt x="575" y="931"/>
                  </a:cubicBezTo>
                  <a:cubicBezTo>
                    <a:pt x="889" y="931"/>
                    <a:pt x="1144" y="724"/>
                    <a:pt x="1145" y="470"/>
                  </a:cubicBezTo>
                  <a:cubicBezTo>
                    <a:pt x="1145" y="211"/>
                    <a:pt x="890" y="2"/>
                    <a:pt x="575" y="0"/>
                  </a:cubicBezTo>
                  <a:cubicBezTo>
                    <a:pt x="574" y="0"/>
                    <a:pt x="572" y="0"/>
                    <a:pt x="57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0"/>
            <p:cNvSpPr/>
            <p:nvPr/>
          </p:nvSpPr>
          <p:spPr>
            <a:xfrm>
              <a:off x="3934952" y="789484"/>
              <a:ext cx="111647" cy="232340"/>
            </a:xfrm>
            <a:custGeom>
              <a:avLst/>
              <a:gdLst/>
              <a:ahLst/>
              <a:cxnLst/>
              <a:rect l="l" t="t" r="r" b="b"/>
              <a:pathLst>
                <a:path w="2555" h="5317" extrusionOk="0">
                  <a:moveTo>
                    <a:pt x="2547" y="0"/>
                  </a:moveTo>
                  <a:cubicBezTo>
                    <a:pt x="2424" y="71"/>
                    <a:pt x="2307" y="145"/>
                    <a:pt x="2191" y="220"/>
                  </a:cubicBezTo>
                  <a:cubicBezTo>
                    <a:pt x="2156" y="242"/>
                    <a:pt x="2122" y="266"/>
                    <a:pt x="2088" y="288"/>
                  </a:cubicBezTo>
                  <a:cubicBezTo>
                    <a:pt x="2010" y="342"/>
                    <a:pt x="1931" y="397"/>
                    <a:pt x="1858" y="451"/>
                  </a:cubicBezTo>
                  <a:cubicBezTo>
                    <a:pt x="1822" y="477"/>
                    <a:pt x="1787" y="502"/>
                    <a:pt x="1753" y="529"/>
                  </a:cubicBezTo>
                  <a:cubicBezTo>
                    <a:pt x="1676" y="588"/>
                    <a:pt x="1601" y="648"/>
                    <a:pt x="1528" y="709"/>
                  </a:cubicBezTo>
                  <a:cubicBezTo>
                    <a:pt x="1505" y="729"/>
                    <a:pt x="1481" y="748"/>
                    <a:pt x="1458" y="768"/>
                  </a:cubicBezTo>
                  <a:cubicBezTo>
                    <a:pt x="1364" y="849"/>
                    <a:pt x="1276" y="931"/>
                    <a:pt x="1192" y="1014"/>
                  </a:cubicBezTo>
                  <a:cubicBezTo>
                    <a:pt x="1173" y="1032"/>
                    <a:pt x="1156" y="1051"/>
                    <a:pt x="1138" y="1069"/>
                  </a:cubicBezTo>
                  <a:cubicBezTo>
                    <a:pt x="1073" y="1134"/>
                    <a:pt x="1012" y="1201"/>
                    <a:pt x="953" y="1268"/>
                  </a:cubicBezTo>
                  <a:cubicBezTo>
                    <a:pt x="929" y="1295"/>
                    <a:pt x="904" y="1324"/>
                    <a:pt x="879" y="1352"/>
                  </a:cubicBezTo>
                  <a:cubicBezTo>
                    <a:pt x="829" y="1414"/>
                    <a:pt x="781" y="1474"/>
                    <a:pt x="735" y="1535"/>
                  </a:cubicBezTo>
                  <a:cubicBezTo>
                    <a:pt x="713" y="1563"/>
                    <a:pt x="692" y="1591"/>
                    <a:pt x="672" y="1618"/>
                  </a:cubicBezTo>
                  <a:cubicBezTo>
                    <a:pt x="615" y="1697"/>
                    <a:pt x="561" y="1778"/>
                    <a:pt x="510" y="1860"/>
                  </a:cubicBezTo>
                  <a:cubicBezTo>
                    <a:pt x="506" y="1867"/>
                    <a:pt x="499" y="1874"/>
                    <a:pt x="495" y="1883"/>
                  </a:cubicBezTo>
                  <a:cubicBezTo>
                    <a:pt x="442" y="1972"/>
                    <a:pt x="393" y="2063"/>
                    <a:pt x="349" y="2152"/>
                  </a:cubicBezTo>
                  <a:cubicBezTo>
                    <a:pt x="335" y="2178"/>
                    <a:pt x="322" y="2206"/>
                    <a:pt x="310" y="2234"/>
                  </a:cubicBezTo>
                  <a:cubicBezTo>
                    <a:pt x="281" y="2300"/>
                    <a:pt x="252" y="2364"/>
                    <a:pt x="226" y="2429"/>
                  </a:cubicBezTo>
                  <a:cubicBezTo>
                    <a:pt x="215" y="2461"/>
                    <a:pt x="204" y="2490"/>
                    <a:pt x="192" y="2523"/>
                  </a:cubicBezTo>
                  <a:cubicBezTo>
                    <a:pt x="167" y="2590"/>
                    <a:pt x="146" y="2658"/>
                    <a:pt x="127" y="2727"/>
                  </a:cubicBezTo>
                  <a:cubicBezTo>
                    <a:pt x="119" y="2752"/>
                    <a:pt x="110" y="2775"/>
                    <a:pt x="104" y="2801"/>
                  </a:cubicBezTo>
                  <a:cubicBezTo>
                    <a:pt x="81" y="2893"/>
                    <a:pt x="63" y="2986"/>
                    <a:pt x="47" y="3078"/>
                  </a:cubicBezTo>
                  <a:cubicBezTo>
                    <a:pt x="44" y="3096"/>
                    <a:pt x="43" y="3113"/>
                    <a:pt x="41" y="3132"/>
                  </a:cubicBezTo>
                  <a:cubicBezTo>
                    <a:pt x="30" y="3207"/>
                    <a:pt x="21" y="3283"/>
                    <a:pt x="16" y="3359"/>
                  </a:cubicBezTo>
                  <a:cubicBezTo>
                    <a:pt x="15" y="3390"/>
                    <a:pt x="15" y="3421"/>
                    <a:pt x="13" y="3452"/>
                  </a:cubicBezTo>
                  <a:cubicBezTo>
                    <a:pt x="1" y="3842"/>
                    <a:pt x="67" y="4235"/>
                    <a:pt x="213" y="4621"/>
                  </a:cubicBezTo>
                  <a:lnTo>
                    <a:pt x="216" y="5316"/>
                  </a:lnTo>
                  <a:cubicBezTo>
                    <a:pt x="556" y="4407"/>
                    <a:pt x="1333" y="2544"/>
                    <a:pt x="2554" y="1838"/>
                  </a:cubicBezTo>
                  <a:lnTo>
                    <a:pt x="2547" y="0"/>
                  </a:ln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0"/>
            <p:cNvSpPr/>
            <p:nvPr/>
          </p:nvSpPr>
          <p:spPr>
            <a:xfrm>
              <a:off x="3159908" y="841833"/>
              <a:ext cx="224037" cy="265331"/>
            </a:xfrm>
            <a:custGeom>
              <a:avLst/>
              <a:gdLst/>
              <a:ahLst/>
              <a:cxnLst/>
              <a:rect l="l" t="t" r="r" b="b"/>
              <a:pathLst>
                <a:path w="5127" h="6072" extrusionOk="0">
                  <a:moveTo>
                    <a:pt x="1" y="0"/>
                  </a:moveTo>
                  <a:lnTo>
                    <a:pt x="10" y="2840"/>
                  </a:lnTo>
                  <a:lnTo>
                    <a:pt x="1801" y="4576"/>
                  </a:lnTo>
                  <a:cubicBezTo>
                    <a:pt x="2273" y="5036"/>
                    <a:pt x="2993" y="5595"/>
                    <a:pt x="3643" y="6072"/>
                  </a:cubicBezTo>
                  <a:lnTo>
                    <a:pt x="3640" y="5138"/>
                  </a:lnTo>
                  <a:lnTo>
                    <a:pt x="5126" y="4281"/>
                  </a:lnTo>
                  <a:cubicBezTo>
                    <a:pt x="5011" y="4204"/>
                    <a:pt x="2820" y="2737"/>
                    <a:pt x="1791" y="17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0"/>
            <p:cNvSpPr/>
            <p:nvPr/>
          </p:nvSpPr>
          <p:spPr>
            <a:xfrm>
              <a:off x="3325867" y="1091470"/>
              <a:ext cx="787" cy="4938"/>
            </a:xfrm>
            <a:custGeom>
              <a:avLst/>
              <a:gdLst/>
              <a:ahLst/>
              <a:cxnLst/>
              <a:rect l="l" t="t" r="r" b="b"/>
              <a:pathLst>
                <a:path w="18" h="113" extrusionOk="0">
                  <a:moveTo>
                    <a:pt x="1" y="0"/>
                  </a:moveTo>
                  <a:cubicBezTo>
                    <a:pt x="7" y="37"/>
                    <a:pt x="13" y="76"/>
                    <a:pt x="18" y="112"/>
                  </a:cubicBezTo>
                  <a:cubicBezTo>
                    <a:pt x="13" y="76"/>
                    <a:pt x="7" y="37"/>
                    <a:pt x="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0"/>
            <p:cNvSpPr/>
            <p:nvPr/>
          </p:nvSpPr>
          <p:spPr>
            <a:xfrm>
              <a:off x="3327440" y="1104230"/>
              <a:ext cx="350" cy="5156"/>
            </a:xfrm>
            <a:custGeom>
              <a:avLst/>
              <a:gdLst/>
              <a:ahLst/>
              <a:cxnLst/>
              <a:rect l="l" t="t" r="r" b="b"/>
              <a:pathLst>
                <a:path w="8" h="118" extrusionOk="0">
                  <a:moveTo>
                    <a:pt x="0" y="0"/>
                  </a:moveTo>
                  <a:cubicBezTo>
                    <a:pt x="3" y="39"/>
                    <a:pt x="6" y="77"/>
                    <a:pt x="8" y="117"/>
                  </a:cubicBezTo>
                  <a:cubicBezTo>
                    <a:pt x="6" y="77"/>
                    <a:pt x="5" y="39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0"/>
            <p:cNvSpPr/>
            <p:nvPr/>
          </p:nvSpPr>
          <p:spPr>
            <a:xfrm>
              <a:off x="3323071" y="1078842"/>
              <a:ext cx="1049" cy="4195"/>
            </a:xfrm>
            <a:custGeom>
              <a:avLst/>
              <a:gdLst/>
              <a:ahLst/>
              <a:cxnLst/>
              <a:rect l="l" t="t" r="r" b="b"/>
              <a:pathLst>
                <a:path w="24" h="96" extrusionOk="0">
                  <a:moveTo>
                    <a:pt x="0" y="0"/>
                  </a:moveTo>
                  <a:cubicBezTo>
                    <a:pt x="9" y="32"/>
                    <a:pt x="16" y="65"/>
                    <a:pt x="23" y="95"/>
                  </a:cubicBezTo>
                  <a:cubicBezTo>
                    <a:pt x="16" y="65"/>
                    <a:pt x="9" y="32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0"/>
            <p:cNvSpPr/>
            <p:nvPr/>
          </p:nvSpPr>
          <p:spPr>
            <a:xfrm>
              <a:off x="4066915" y="1212990"/>
              <a:ext cx="32249" cy="42780"/>
            </a:xfrm>
            <a:custGeom>
              <a:avLst/>
              <a:gdLst/>
              <a:ahLst/>
              <a:cxnLst/>
              <a:rect l="l" t="t" r="r" b="b"/>
              <a:pathLst>
                <a:path w="738" h="979" extrusionOk="0">
                  <a:moveTo>
                    <a:pt x="728" y="0"/>
                  </a:moveTo>
                  <a:lnTo>
                    <a:pt x="1" y="420"/>
                  </a:lnTo>
                  <a:lnTo>
                    <a:pt x="8" y="979"/>
                  </a:lnTo>
                  <a:lnTo>
                    <a:pt x="737" y="557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0"/>
            <p:cNvSpPr/>
            <p:nvPr/>
          </p:nvSpPr>
          <p:spPr>
            <a:xfrm>
              <a:off x="3732638" y="1087887"/>
              <a:ext cx="334679" cy="184272"/>
            </a:xfrm>
            <a:custGeom>
              <a:avLst/>
              <a:gdLst/>
              <a:ahLst/>
              <a:cxnLst/>
              <a:rect l="l" t="t" r="r" b="b"/>
              <a:pathLst>
                <a:path w="7659" h="4217" extrusionOk="0">
                  <a:moveTo>
                    <a:pt x="4230" y="1"/>
                  </a:moveTo>
                  <a:lnTo>
                    <a:pt x="7651" y="3283"/>
                  </a:lnTo>
                  <a:lnTo>
                    <a:pt x="7658" y="3840"/>
                  </a:lnTo>
                  <a:lnTo>
                    <a:pt x="5560" y="3226"/>
                  </a:lnTo>
                  <a:cubicBezTo>
                    <a:pt x="4716" y="2979"/>
                    <a:pt x="3807" y="3088"/>
                    <a:pt x="3044" y="3528"/>
                  </a:cubicBezTo>
                  <a:lnTo>
                    <a:pt x="1850" y="4217"/>
                  </a:lnTo>
                  <a:lnTo>
                    <a:pt x="1" y="2442"/>
                  </a:lnTo>
                  <a:lnTo>
                    <a:pt x="42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0"/>
            <p:cNvSpPr/>
            <p:nvPr/>
          </p:nvSpPr>
          <p:spPr>
            <a:xfrm>
              <a:off x="3565979" y="1172309"/>
              <a:ext cx="65240" cy="124145"/>
            </a:xfrm>
            <a:custGeom>
              <a:avLst/>
              <a:gdLst/>
              <a:ahLst/>
              <a:cxnLst/>
              <a:rect l="l" t="t" r="r" b="b"/>
              <a:pathLst>
                <a:path w="1493" h="2841" extrusionOk="0">
                  <a:moveTo>
                    <a:pt x="1485" y="1"/>
                  </a:moveTo>
                  <a:lnTo>
                    <a:pt x="0" y="859"/>
                  </a:lnTo>
                  <a:lnTo>
                    <a:pt x="6" y="2654"/>
                  </a:lnTo>
                  <a:lnTo>
                    <a:pt x="1492" y="2840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0"/>
            <p:cNvSpPr/>
            <p:nvPr/>
          </p:nvSpPr>
          <p:spPr>
            <a:xfrm>
              <a:off x="3630825" y="1172309"/>
              <a:ext cx="70353" cy="164740"/>
            </a:xfrm>
            <a:custGeom>
              <a:avLst/>
              <a:gdLst/>
              <a:ahLst/>
              <a:cxnLst/>
              <a:rect l="l" t="t" r="r" b="b"/>
              <a:pathLst>
                <a:path w="1610" h="3770" extrusionOk="0">
                  <a:moveTo>
                    <a:pt x="1" y="1"/>
                  </a:moveTo>
                  <a:lnTo>
                    <a:pt x="8" y="2840"/>
                  </a:lnTo>
                  <a:lnTo>
                    <a:pt x="1610" y="3769"/>
                  </a:lnTo>
                  <a:lnTo>
                    <a:pt x="1600" y="9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0"/>
            <p:cNvSpPr/>
            <p:nvPr/>
          </p:nvSpPr>
          <p:spPr>
            <a:xfrm>
              <a:off x="3217063" y="1204513"/>
              <a:ext cx="349230" cy="142061"/>
            </a:xfrm>
            <a:custGeom>
              <a:avLst/>
              <a:gdLst/>
              <a:ahLst/>
              <a:cxnLst/>
              <a:rect l="l" t="t" r="r" b="b"/>
              <a:pathLst>
                <a:path w="7992" h="3251" extrusionOk="0">
                  <a:moveTo>
                    <a:pt x="6088" y="0"/>
                  </a:moveTo>
                  <a:cubicBezTo>
                    <a:pt x="3887" y="0"/>
                    <a:pt x="1685" y="485"/>
                    <a:pt x="0" y="1457"/>
                  </a:cubicBezTo>
                  <a:lnTo>
                    <a:pt x="8" y="3251"/>
                  </a:lnTo>
                  <a:cubicBezTo>
                    <a:pt x="1691" y="2279"/>
                    <a:pt x="3892" y="1794"/>
                    <a:pt x="6090" y="1794"/>
                  </a:cubicBezTo>
                  <a:cubicBezTo>
                    <a:pt x="6728" y="1794"/>
                    <a:pt x="7366" y="1835"/>
                    <a:pt x="7991" y="1917"/>
                  </a:cubicBezTo>
                  <a:lnTo>
                    <a:pt x="7985" y="122"/>
                  </a:lnTo>
                  <a:cubicBezTo>
                    <a:pt x="7361" y="41"/>
                    <a:pt x="6725" y="0"/>
                    <a:pt x="6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0"/>
            <p:cNvSpPr/>
            <p:nvPr/>
          </p:nvSpPr>
          <p:spPr>
            <a:xfrm>
              <a:off x="3850225" y="1338050"/>
              <a:ext cx="32249" cy="42824"/>
            </a:xfrm>
            <a:custGeom>
              <a:avLst/>
              <a:gdLst/>
              <a:ahLst/>
              <a:cxnLst/>
              <a:rect l="l" t="t" r="r" b="b"/>
              <a:pathLst>
                <a:path w="738" h="980" extrusionOk="0">
                  <a:moveTo>
                    <a:pt x="729" y="1"/>
                  </a:moveTo>
                  <a:lnTo>
                    <a:pt x="0" y="422"/>
                  </a:lnTo>
                  <a:lnTo>
                    <a:pt x="8" y="979"/>
                  </a:lnTo>
                  <a:lnTo>
                    <a:pt x="737" y="5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0"/>
            <p:cNvSpPr/>
            <p:nvPr/>
          </p:nvSpPr>
          <p:spPr>
            <a:xfrm>
              <a:off x="3700739" y="1212990"/>
              <a:ext cx="149839" cy="167886"/>
            </a:xfrm>
            <a:custGeom>
              <a:avLst/>
              <a:gdLst/>
              <a:ahLst/>
              <a:cxnLst/>
              <a:rect l="l" t="t" r="r" b="b"/>
              <a:pathLst>
                <a:path w="3429" h="3842" extrusionOk="0">
                  <a:moveTo>
                    <a:pt x="0" y="0"/>
                  </a:moveTo>
                  <a:lnTo>
                    <a:pt x="10" y="2838"/>
                  </a:lnTo>
                  <a:lnTo>
                    <a:pt x="3429" y="3841"/>
                  </a:lnTo>
                  <a:lnTo>
                    <a:pt x="3429" y="3841"/>
                  </a:lnTo>
                  <a:lnTo>
                    <a:pt x="3421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0"/>
            <p:cNvSpPr/>
            <p:nvPr/>
          </p:nvSpPr>
          <p:spPr>
            <a:xfrm>
              <a:off x="3159908" y="755051"/>
              <a:ext cx="472588" cy="273896"/>
            </a:xfrm>
            <a:custGeom>
              <a:avLst/>
              <a:gdLst/>
              <a:ahLst/>
              <a:cxnLst/>
              <a:rect l="l" t="t" r="r" b="b"/>
              <a:pathLst>
                <a:path w="10815" h="6268" extrusionOk="0">
                  <a:moveTo>
                    <a:pt x="3443" y="0"/>
                  </a:moveTo>
                  <a:lnTo>
                    <a:pt x="1" y="1986"/>
                  </a:lnTo>
                  <a:lnTo>
                    <a:pt x="1791" y="3724"/>
                  </a:lnTo>
                  <a:cubicBezTo>
                    <a:pt x="2820" y="4723"/>
                    <a:pt x="5011" y="6190"/>
                    <a:pt x="5126" y="6267"/>
                  </a:cubicBezTo>
                  <a:lnTo>
                    <a:pt x="10815" y="2982"/>
                  </a:lnTo>
                  <a:cubicBezTo>
                    <a:pt x="10681" y="2915"/>
                    <a:pt x="8158" y="1642"/>
                    <a:pt x="6437" y="1042"/>
                  </a:cubicBezTo>
                  <a:lnTo>
                    <a:pt x="3443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0"/>
            <p:cNvSpPr/>
            <p:nvPr/>
          </p:nvSpPr>
          <p:spPr>
            <a:xfrm>
              <a:off x="3217063" y="789484"/>
              <a:ext cx="881728" cy="567062"/>
            </a:xfrm>
            <a:custGeom>
              <a:avLst/>
              <a:gdLst/>
              <a:ahLst/>
              <a:cxnLst/>
              <a:rect l="l" t="t" r="r" b="b"/>
              <a:pathLst>
                <a:path w="20178" h="12977" extrusionOk="0">
                  <a:moveTo>
                    <a:pt x="18976" y="0"/>
                  </a:moveTo>
                  <a:lnTo>
                    <a:pt x="18976" y="0"/>
                  </a:lnTo>
                  <a:cubicBezTo>
                    <a:pt x="18972" y="2"/>
                    <a:pt x="18969" y="4"/>
                    <a:pt x="18966" y="6"/>
                  </a:cubicBezTo>
                  <a:lnTo>
                    <a:pt x="18966" y="6"/>
                  </a:lnTo>
                  <a:cubicBezTo>
                    <a:pt x="18969" y="4"/>
                    <a:pt x="18972" y="2"/>
                    <a:pt x="18976" y="0"/>
                  </a:cubicBezTo>
                  <a:close/>
                  <a:moveTo>
                    <a:pt x="18966" y="6"/>
                  </a:moveTo>
                  <a:lnTo>
                    <a:pt x="18966" y="6"/>
                  </a:lnTo>
                  <a:cubicBezTo>
                    <a:pt x="17282" y="975"/>
                    <a:pt x="15083" y="1458"/>
                    <a:pt x="12886" y="1458"/>
                  </a:cubicBezTo>
                  <a:cubicBezTo>
                    <a:pt x="12250" y="1458"/>
                    <a:pt x="11614" y="1418"/>
                    <a:pt x="10991" y="1337"/>
                  </a:cubicBezTo>
                  <a:lnTo>
                    <a:pt x="9507" y="2194"/>
                  </a:lnTo>
                  <a:lnTo>
                    <a:pt x="3818" y="5479"/>
                  </a:lnTo>
                  <a:lnTo>
                    <a:pt x="2332" y="6336"/>
                  </a:lnTo>
                  <a:cubicBezTo>
                    <a:pt x="2369" y="6431"/>
                    <a:pt x="2400" y="6527"/>
                    <a:pt x="2426" y="6622"/>
                  </a:cubicBezTo>
                  <a:cubicBezTo>
                    <a:pt x="2435" y="6654"/>
                    <a:pt x="2442" y="6687"/>
                    <a:pt x="2449" y="6717"/>
                  </a:cubicBezTo>
                  <a:cubicBezTo>
                    <a:pt x="2465" y="6782"/>
                    <a:pt x="2480" y="6847"/>
                    <a:pt x="2491" y="6911"/>
                  </a:cubicBezTo>
                  <a:cubicBezTo>
                    <a:pt x="2497" y="6948"/>
                    <a:pt x="2503" y="6987"/>
                    <a:pt x="2508" y="7023"/>
                  </a:cubicBezTo>
                  <a:cubicBezTo>
                    <a:pt x="2515" y="7083"/>
                    <a:pt x="2523" y="7143"/>
                    <a:pt x="2526" y="7203"/>
                  </a:cubicBezTo>
                  <a:cubicBezTo>
                    <a:pt x="2529" y="7242"/>
                    <a:pt x="2532" y="7280"/>
                    <a:pt x="2534" y="7320"/>
                  </a:cubicBezTo>
                  <a:cubicBezTo>
                    <a:pt x="2546" y="7713"/>
                    <a:pt x="2483" y="8102"/>
                    <a:pt x="2338" y="8485"/>
                  </a:cubicBezTo>
                  <a:cubicBezTo>
                    <a:pt x="1999" y="9391"/>
                    <a:pt x="1219" y="10251"/>
                    <a:pt x="0" y="10955"/>
                  </a:cubicBezTo>
                  <a:cubicBezTo>
                    <a:pt x="1684" y="9984"/>
                    <a:pt x="3888" y="9498"/>
                    <a:pt x="6089" y="9498"/>
                  </a:cubicBezTo>
                  <a:cubicBezTo>
                    <a:pt x="6725" y="9498"/>
                    <a:pt x="7361" y="9539"/>
                    <a:pt x="7984" y="9620"/>
                  </a:cubicBezTo>
                  <a:lnTo>
                    <a:pt x="9470" y="8762"/>
                  </a:lnTo>
                  <a:lnTo>
                    <a:pt x="11069" y="9692"/>
                  </a:lnTo>
                  <a:lnTo>
                    <a:pt x="14490" y="12976"/>
                  </a:lnTo>
                  <a:lnTo>
                    <a:pt x="15219" y="12555"/>
                  </a:lnTo>
                  <a:lnTo>
                    <a:pt x="13649" y="11046"/>
                  </a:lnTo>
                  <a:lnTo>
                    <a:pt x="12901" y="10329"/>
                  </a:lnTo>
                  <a:cubicBezTo>
                    <a:pt x="12349" y="9798"/>
                    <a:pt x="12460" y="8889"/>
                    <a:pt x="13121" y="8506"/>
                  </a:cubicBezTo>
                  <a:lnTo>
                    <a:pt x="14576" y="7668"/>
                  </a:lnTo>
                  <a:cubicBezTo>
                    <a:pt x="14925" y="7467"/>
                    <a:pt x="15310" y="7368"/>
                    <a:pt x="15692" y="7368"/>
                  </a:cubicBezTo>
                  <a:cubicBezTo>
                    <a:pt x="16254" y="7368"/>
                    <a:pt x="16810" y="7580"/>
                    <a:pt x="17236" y="7989"/>
                  </a:cubicBezTo>
                  <a:lnTo>
                    <a:pt x="19450" y="10112"/>
                  </a:lnTo>
                  <a:lnTo>
                    <a:pt x="20177" y="9692"/>
                  </a:lnTo>
                  <a:lnTo>
                    <a:pt x="16756" y="6408"/>
                  </a:lnTo>
                  <a:lnTo>
                    <a:pt x="16648" y="6345"/>
                  </a:lnTo>
                  <a:lnTo>
                    <a:pt x="15156" y="5479"/>
                  </a:lnTo>
                  <a:lnTo>
                    <a:pt x="16642" y="4621"/>
                  </a:lnTo>
                  <a:cubicBezTo>
                    <a:pt x="16496" y="4236"/>
                    <a:pt x="16430" y="3842"/>
                    <a:pt x="16442" y="3452"/>
                  </a:cubicBezTo>
                  <a:cubicBezTo>
                    <a:pt x="16442" y="3421"/>
                    <a:pt x="16444" y="3390"/>
                    <a:pt x="16445" y="3359"/>
                  </a:cubicBezTo>
                  <a:cubicBezTo>
                    <a:pt x="16450" y="3283"/>
                    <a:pt x="16458" y="3207"/>
                    <a:pt x="16468" y="3132"/>
                  </a:cubicBezTo>
                  <a:cubicBezTo>
                    <a:pt x="16472" y="3115"/>
                    <a:pt x="16473" y="3096"/>
                    <a:pt x="16476" y="3080"/>
                  </a:cubicBezTo>
                  <a:cubicBezTo>
                    <a:pt x="16490" y="2986"/>
                    <a:pt x="16510" y="2893"/>
                    <a:pt x="16533" y="2801"/>
                  </a:cubicBezTo>
                  <a:cubicBezTo>
                    <a:pt x="16539" y="2775"/>
                    <a:pt x="16548" y="2752"/>
                    <a:pt x="16555" y="2727"/>
                  </a:cubicBezTo>
                  <a:cubicBezTo>
                    <a:pt x="16575" y="2660"/>
                    <a:pt x="16596" y="2590"/>
                    <a:pt x="16621" y="2523"/>
                  </a:cubicBezTo>
                  <a:cubicBezTo>
                    <a:pt x="16632" y="2492"/>
                    <a:pt x="16642" y="2461"/>
                    <a:pt x="16655" y="2430"/>
                  </a:cubicBezTo>
                  <a:cubicBezTo>
                    <a:pt x="16681" y="2364"/>
                    <a:pt x="16710" y="2300"/>
                    <a:pt x="16739" y="2234"/>
                  </a:cubicBezTo>
                  <a:cubicBezTo>
                    <a:pt x="16751" y="2206"/>
                    <a:pt x="16764" y="2178"/>
                    <a:pt x="16778" y="2152"/>
                  </a:cubicBezTo>
                  <a:cubicBezTo>
                    <a:pt x="16822" y="2063"/>
                    <a:pt x="16870" y="1972"/>
                    <a:pt x="16924" y="1883"/>
                  </a:cubicBezTo>
                  <a:cubicBezTo>
                    <a:pt x="16928" y="1875"/>
                    <a:pt x="16935" y="1867"/>
                    <a:pt x="16939" y="1860"/>
                  </a:cubicBezTo>
                  <a:cubicBezTo>
                    <a:pt x="16990" y="1778"/>
                    <a:pt x="17044" y="1698"/>
                    <a:pt x="17101" y="1618"/>
                  </a:cubicBezTo>
                  <a:cubicBezTo>
                    <a:pt x="17121" y="1591"/>
                    <a:pt x="17142" y="1563"/>
                    <a:pt x="17162" y="1537"/>
                  </a:cubicBezTo>
                  <a:cubicBezTo>
                    <a:pt x="17210" y="1474"/>
                    <a:pt x="17258" y="1414"/>
                    <a:pt x="17308" y="1354"/>
                  </a:cubicBezTo>
                  <a:cubicBezTo>
                    <a:pt x="17333" y="1324"/>
                    <a:pt x="17358" y="1297"/>
                    <a:pt x="17382" y="1268"/>
                  </a:cubicBezTo>
                  <a:cubicBezTo>
                    <a:pt x="17441" y="1201"/>
                    <a:pt x="17502" y="1134"/>
                    <a:pt x="17567" y="1069"/>
                  </a:cubicBezTo>
                  <a:cubicBezTo>
                    <a:pt x="17585" y="1051"/>
                    <a:pt x="17602" y="1032"/>
                    <a:pt x="17621" y="1014"/>
                  </a:cubicBezTo>
                  <a:cubicBezTo>
                    <a:pt x="17704" y="931"/>
                    <a:pt x="17793" y="849"/>
                    <a:pt x="17885" y="769"/>
                  </a:cubicBezTo>
                  <a:cubicBezTo>
                    <a:pt x="17910" y="749"/>
                    <a:pt x="17934" y="729"/>
                    <a:pt x="17957" y="709"/>
                  </a:cubicBezTo>
                  <a:cubicBezTo>
                    <a:pt x="18030" y="649"/>
                    <a:pt x="18104" y="588"/>
                    <a:pt x="18182" y="529"/>
                  </a:cubicBezTo>
                  <a:cubicBezTo>
                    <a:pt x="18216" y="502"/>
                    <a:pt x="18250" y="477"/>
                    <a:pt x="18287" y="451"/>
                  </a:cubicBezTo>
                  <a:cubicBezTo>
                    <a:pt x="18360" y="397"/>
                    <a:pt x="18437" y="342"/>
                    <a:pt x="18517" y="289"/>
                  </a:cubicBezTo>
                  <a:cubicBezTo>
                    <a:pt x="18551" y="266"/>
                    <a:pt x="18585" y="242"/>
                    <a:pt x="18620" y="220"/>
                  </a:cubicBezTo>
                  <a:cubicBezTo>
                    <a:pt x="18731" y="147"/>
                    <a:pt x="18846" y="75"/>
                    <a:pt x="18966" y="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0"/>
            <p:cNvSpPr/>
            <p:nvPr/>
          </p:nvSpPr>
          <p:spPr>
            <a:xfrm>
              <a:off x="3879370" y="991362"/>
              <a:ext cx="65197" cy="75422"/>
            </a:xfrm>
            <a:custGeom>
              <a:avLst/>
              <a:gdLst/>
              <a:ahLst/>
              <a:cxnLst/>
              <a:rect l="l" t="t" r="r" b="b"/>
              <a:pathLst>
                <a:path w="1492" h="1726" extrusionOk="0">
                  <a:moveTo>
                    <a:pt x="1485" y="1"/>
                  </a:moveTo>
                  <a:lnTo>
                    <a:pt x="1" y="859"/>
                  </a:lnTo>
                  <a:lnTo>
                    <a:pt x="1491" y="1725"/>
                  </a:lnTo>
                  <a:lnTo>
                    <a:pt x="1488" y="696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0"/>
            <p:cNvSpPr/>
            <p:nvPr/>
          </p:nvSpPr>
          <p:spPr>
            <a:xfrm>
              <a:off x="3381012" y="1028897"/>
              <a:ext cx="249862" cy="145687"/>
            </a:xfrm>
            <a:custGeom>
              <a:avLst/>
              <a:gdLst/>
              <a:ahLst/>
              <a:cxnLst/>
              <a:rect l="l" t="t" r="r" b="b"/>
              <a:pathLst>
                <a:path w="5718" h="3334" extrusionOk="0">
                  <a:moveTo>
                    <a:pt x="66" y="0"/>
                  </a:moveTo>
                  <a:lnTo>
                    <a:pt x="0" y="40"/>
                  </a:lnTo>
                  <a:lnTo>
                    <a:pt x="5662" y="3333"/>
                  </a:lnTo>
                  <a:lnTo>
                    <a:pt x="5718" y="3283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0"/>
            <p:cNvSpPr/>
            <p:nvPr/>
          </p:nvSpPr>
          <p:spPr>
            <a:xfrm>
              <a:off x="3632442" y="883563"/>
              <a:ext cx="250780" cy="145556"/>
            </a:xfrm>
            <a:custGeom>
              <a:avLst/>
              <a:gdLst/>
              <a:ahLst/>
              <a:cxnLst/>
              <a:rect l="l" t="t" r="r" b="b"/>
              <a:pathLst>
                <a:path w="5739" h="3331" extrusionOk="0">
                  <a:moveTo>
                    <a:pt x="70" y="1"/>
                  </a:moveTo>
                  <a:lnTo>
                    <a:pt x="1" y="41"/>
                  </a:lnTo>
                  <a:lnTo>
                    <a:pt x="5658" y="3331"/>
                  </a:lnTo>
                  <a:lnTo>
                    <a:pt x="5738" y="3295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0"/>
            <p:cNvSpPr/>
            <p:nvPr/>
          </p:nvSpPr>
          <p:spPr>
            <a:xfrm>
              <a:off x="2569788" y="1131977"/>
              <a:ext cx="334723" cy="15600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0"/>
            <p:cNvSpPr/>
            <p:nvPr/>
          </p:nvSpPr>
          <p:spPr>
            <a:xfrm>
              <a:off x="2898254" y="113237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0"/>
            <p:cNvSpPr/>
            <p:nvPr/>
          </p:nvSpPr>
          <p:spPr>
            <a:xfrm>
              <a:off x="2577391" y="88456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0"/>
            <p:cNvSpPr/>
            <p:nvPr/>
          </p:nvSpPr>
          <p:spPr>
            <a:xfrm>
              <a:off x="2540729" y="88474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0"/>
            <p:cNvSpPr/>
            <p:nvPr/>
          </p:nvSpPr>
          <p:spPr>
            <a:xfrm>
              <a:off x="2925083" y="93560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0"/>
            <p:cNvSpPr/>
            <p:nvPr/>
          </p:nvSpPr>
          <p:spPr>
            <a:xfrm>
              <a:off x="2925083" y="109562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0"/>
            <p:cNvSpPr/>
            <p:nvPr/>
          </p:nvSpPr>
          <p:spPr>
            <a:xfrm>
              <a:off x="2886412" y="109190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0"/>
            <p:cNvSpPr/>
            <p:nvPr/>
          </p:nvSpPr>
          <p:spPr>
            <a:xfrm>
              <a:off x="2889383" y="106861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0"/>
            <p:cNvSpPr/>
            <p:nvPr/>
          </p:nvSpPr>
          <p:spPr>
            <a:xfrm>
              <a:off x="2885844" y="106516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3092834" y="883213"/>
              <a:ext cx="82195" cy="62924"/>
            </a:xfrm>
            <a:custGeom>
              <a:avLst/>
              <a:gdLst/>
              <a:ahLst/>
              <a:cxnLst/>
              <a:rect l="l" t="t" r="r" b="b"/>
              <a:pathLst>
                <a:path w="1881" h="1440" extrusionOk="0">
                  <a:moveTo>
                    <a:pt x="1880" y="1"/>
                  </a:moveTo>
                  <a:lnTo>
                    <a:pt x="1" y="1313"/>
                  </a:lnTo>
                  <a:lnTo>
                    <a:pt x="1" y="1439"/>
                  </a:lnTo>
                  <a:lnTo>
                    <a:pt x="1880" y="127"/>
                  </a:lnTo>
                  <a:lnTo>
                    <a:pt x="18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0"/>
            <p:cNvSpPr/>
            <p:nvPr/>
          </p:nvSpPr>
          <p:spPr>
            <a:xfrm>
              <a:off x="2951476" y="94049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0"/>
            <p:cNvSpPr/>
            <p:nvPr/>
          </p:nvSpPr>
          <p:spPr>
            <a:xfrm>
              <a:off x="2940465" y="87971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0"/>
            <p:cNvSpPr/>
            <p:nvPr/>
          </p:nvSpPr>
          <p:spPr>
            <a:xfrm>
              <a:off x="2912979" y="100394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0"/>
            <p:cNvSpPr/>
            <p:nvPr/>
          </p:nvSpPr>
          <p:spPr>
            <a:xfrm>
              <a:off x="2913111" y="99171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0"/>
            <p:cNvSpPr/>
            <p:nvPr/>
          </p:nvSpPr>
          <p:spPr>
            <a:xfrm>
              <a:off x="2915470" y="99372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0"/>
            <p:cNvSpPr/>
            <p:nvPr/>
          </p:nvSpPr>
          <p:spPr>
            <a:xfrm>
              <a:off x="2908391" y="103204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0"/>
            <p:cNvSpPr/>
            <p:nvPr/>
          </p:nvSpPr>
          <p:spPr>
            <a:xfrm>
              <a:off x="2877629" y="107272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0"/>
            <p:cNvSpPr/>
            <p:nvPr/>
          </p:nvSpPr>
          <p:spPr>
            <a:xfrm>
              <a:off x="2713898" y="109151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0"/>
            <p:cNvSpPr/>
            <p:nvPr/>
          </p:nvSpPr>
          <p:spPr>
            <a:xfrm>
              <a:off x="2692181" y="114897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0"/>
            <p:cNvSpPr/>
            <p:nvPr/>
          </p:nvSpPr>
          <p:spPr>
            <a:xfrm>
              <a:off x="2692269" y="101185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0"/>
            <p:cNvSpPr/>
            <p:nvPr/>
          </p:nvSpPr>
          <p:spPr>
            <a:xfrm>
              <a:off x="2925083" y="116164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0"/>
            <p:cNvSpPr/>
            <p:nvPr/>
          </p:nvSpPr>
          <p:spPr>
            <a:xfrm>
              <a:off x="2925083" y="1321663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0"/>
            <p:cNvSpPr/>
            <p:nvPr/>
          </p:nvSpPr>
          <p:spPr>
            <a:xfrm>
              <a:off x="3808058" y="1132807"/>
              <a:ext cx="157093" cy="284558"/>
            </a:xfrm>
            <a:custGeom>
              <a:avLst/>
              <a:gdLst/>
              <a:ahLst/>
              <a:cxnLst/>
              <a:rect l="l" t="t" r="r" b="b"/>
              <a:pathLst>
                <a:path w="3595" h="6512" extrusionOk="0">
                  <a:moveTo>
                    <a:pt x="1" y="0"/>
                  </a:moveTo>
                  <a:lnTo>
                    <a:pt x="12" y="4138"/>
                  </a:lnTo>
                  <a:cubicBezTo>
                    <a:pt x="13" y="4333"/>
                    <a:pt x="81" y="4469"/>
                    <a:pt x="192" y="4535"/>
                  </a:cubicBezTo>
                  <a:lnTo>
                    <a:pt x="3594" y="6511"/>
                  </a:lnTo>
                  <a:cubicBezTo>
                    <a:pt x="3579" y="6502"/>
                    <a:pt x="3566" y="6490"/>
                    <a:pt x="3554" y="6478"/>
                  </a:cubicBezTo>
                  <a:cubicBezTo>
                    <a:pt x="3542" y="6468"/>
                    <a:pt x="3530" y="6461"/>
                    <a:pt x="3519" y="6451"/>
                  </a:cubicBezTo>
                  <a:cubicBezTo>
                    <a:pt x="3506" y="6435"/>
                    <a:pt x="3497" y="6416"/>
                    <a:pt x="3486" y="6398"/>
                  </a:cubicBezTo>
                  <a:cubicBezTo>
                    <a:pt x="3479" y="6385"/>
                    <a:pt x="3470" y="6375"/>
                    <a:pt x="3462" y="6362"/>
                  </a:cubicBezTo>
                  <a:cubicBezTo>
                    <a:pt x="3453" y="6339"/>
                    <a:pt x="3446" y="6315"/>
                    <a:pt x="3440" y="6290"/>
                  </a:cubicBezTo>
                  <a:cubicBezTo>
                    <a:pt x="3436" y="6276"/>
                    <a:pt x="3430" y="6264"/>
                    <a:pt x="3426" y="6250"/>
                  </a:cubicBezTo>
                  <a:cubicBezTo>
                    <a:pt x="3419" y="6208"/>
                    <a:pt x="3414" y="6164"/>
                    <a:pt x="3414" y="6113"/>
                  </a:cubicBezTo>
                  <a:lnTo>
                    <a:pt x="3402" y="197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0"/>
            <p:cNvSpPr/>
            <p:nvPr/>
          </p:nvSpPr>
          <p:spPr>
            <a:xfrm>
              <a:off x="3808014" y="1058480"/>
              <a:ext cx="236447" cy="160719"/>
            </a:xfrm>
            <a:custGeom>
              <a:avLst/>
              <a:gdLst/>
              <a:ahLst/>
              <a:cxnLst/>
              <a:rect l="l" t="t" r="r" b="b"/>
              <a:pathLst>
                <a:path w="5411" h="3678" extrusionOk="0">
                  <a:moveTo>
                    <a:pt x="1847" y="0"/>
                  </a:moveTo>
                  <a:cubicBezTo>
                    <a:pt x="1763" y="0"/>
                    <a:pt x="1668" y="27"/>
                    <a:pt x="1569" y="85"/>
                  </a:cubicBezTo>
                  <a:lnTo>
                    <a:pt x="617" y="634"/>
                  </a:lnTo>
                  <a:lnTo>
                    <a:pt x="617" y="635"/>
                  </a:lnTo>
                  <a:cubicBezTo>
                    <a:pt x="276" y="832"/>
                    <a:pt x="0" y="1307"/>
                    <a:pt x="2" y="1701"/>
                  </a:cubicBezTo>
                  <a:lnTo>
                    <a:pt x="3403" y="3678"/>
                  </a:lnTo>
                  <a:cubicBezTo>
                    <a:pt x="3401" y="3286"/>
                    <a:pt x="3677" y="2809"/>
                    <a:pt x="4018" y="2612"/>
                  </a:cubicBezTo>
                  <a:lnTo>
                    <a:pt x="4970" y="2061"/>
                  </a:lnTo>
                  <a:cubicBezTo>
                    <a:pt x="5013" y="2037"/>
                    <a:pt x="5055" y="2018"/>
                    <a:pt x="5096" y="2004"/>
                  </a:cubicBezTo>
                  <a:cubicBezTo>
                    <a:pt x="5109" y="2000"/>
                    <a:pt x="5121" y="2000"/>
                    <a:pt x="5133" y="1995"/>
                  </a:cubicBezTo>
                  <a:cubicBezTo>
                    <a:pt x="5159" y="1989"/>
                    <a:pt x="5187" y="1981"/>
                    <a:pt x="5212" y="1978"/>
                  </a:cubicBezTo>
                  <a:cubicBezTo>
                    <a:pt x="5227" y="1978"/>
                    <a:pt x="5241" y="1980"/>
                    <a:pt x="5255" y="1980"/>
                  </a:cubicBezTo>
                  <a:cubicBezTo>
                    <a:pt x="5276" y="1981"/>
                    <a:pt x="5298" y="1980"/>
                    <a:pt x="5316" y="1983"/>
                  </a:cubicBezTo>
                  <a:cubicBezTo>
                    <a:pt x="5332" y="1987"/>
                    <a:pt x="5344" y="1993"/>
                    <a:pt x="5356" y="2000"/>
                  </a:cubicBezTo>
                  <a:cubicBezTo>
                    <a:pt x="5375" y="2004"/>
                    <a:pt x="5393" y="2009"/>
                    <a:pt x="5410" y="2018"/>
                  </a:cubicBezTo>
                  <a:lnTo>
                    <a:pt x="2009" y="41"/>
                  </a:lnTo>
                  <a:cubicBezTo>
                    <a:pt x="1962" y="14"/>
                    <a:pt x="1907" y="0"/>
                    <a:pt x="184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0"/>
            <p:cNvSpPr/>
            <p:nvPr/>
          </p:nvSpPr>
          <p:spPr>
            <a:xfrm>
              <a:off x="3956626" y="1144868"/>
              <a:ext cx="96309" cy="274202"/>
            </a:xfrm>
            <a:custGeom>
              <a:avLst/>
              <a:gdLst/>
              <a:ahLst/>
              <a:cxnLst/>
              <a:rect l="l" t="t" r="r" b="b"/>
              <a:pathLst>
                <a:path w="2204" h="6275" extrusionOk="0">
                  <a:moveTo>
                    <a:pt x="1820" y="1"/>
                  </a:moveTo>
                  <a:cubicBezTo>
                    <a:pt x="1817" y="1"/>
                    <a:pt x="1814" y="1"/>
                    <a:pt x="1811" y="1"/>
                  </a:cubicBezTo>
                  <a:cubicBezTo>
                    <a:pt x="1786" y="4"/>
                    <a:pt x="1758" y="10"/>
                    <a:pt x="1732" y="18"/>
                  </a:cubicBezTo>
                  <a:cubicBezTo>
                    <a:pt x="1720" y="21"/>
                    <a:pt x="1708" y="23"/>
                    <a:pt x="1695" y="26"/>
                  </a:cubicBezTo>
                  <a:cubicBezTo>
                    <a:pt x="1654" y="40"/>
                    <a:pt x="1614" y="60"/>
                    <a:pt x="1571" y="84"/>
                  </a:cubicBezTo>
                  <a:lnTo>
                    <a:pt x="617" y="633"/>
                  </a:lnTo>
                  <a:cubicBezTo>
                    <a:pt x="276" y="830"/>
                    <a:pt x="0" y="1307"/>
                    <a:pt x="2" y="1701"/>
                  </a:cubicBezTo>
                  <a:lnTo>
                    <a:pt x="14" y="5837"/>
                  </a:lnTo>
                  <a:cubicBezTo>
                    <a:pt x="14" y="5888"/>
                    <a:pt x="19" y="5932"/>
                    <a:pt x="26" y="5972"/>
                  </a:cubicBezTo>
                  <a:cubicBezTo>
                    <a:pt x="30" y="5988"/>
                    <a:pt x="36" y="5999"/>
                    <a:pt x="40" y="6014"/>
                  </a:cubicBezTo>
                  <a:cubicBezTo>
                    <a:pt x="46" y="6039"/>
                    <a:pt x="53" y="6063"/>
                    <a:pt x="62" y="6086"/>
                  </a:cubicBezTo>
                  <a:cubicBezTo>
                    <a:pt x="70" y="6099"/>
                    <a:pt x="79" y="6109"/>
                    <a:pt x="86" y="6122"/>
                  </a:cubicBezTo>
                  <a:cubicBezTo>
                    <a:pt x="97" y="6139"/>
                    <a:pt x="106" y="6159"/>
                    <a:pt x="119" y="6174"/>
                  </a:cubicBezTo>
                  <a:cubicBezTo>
                    <a:pt x="130" y="6185"/>
                    <a:pt x="142" y="6192"/>
                    <a:pt x="154" y="6200"/>
                  </a:cubicBezTo>
                  <a:cubicBezTo>
                    <a:pt x="211" y="6248"/>
                    <a:pt x="282" y="6275"/>
                    <a:pt x="364" y="6275"/>
                  </a:cubicBezTo>
                  <a:cubicBezTo>
                    <a:pt x="445" y="6275"/>
                    <a:pt x="536" y="6248"/>
                    <a:pt x="634" y="6192"/>
                  </a:cubicBezTo>
                  <a:lnTo>
                    <a:pt x="1586" y="5642"/>
                  </a:lnTo>
                  <a:cubicBezTo>
                    <a:pt x="1926" y="5443"/>
                    <a:pt x="2203" y="4966"/>
                    <a:pt x="2201" y="4574"/>
                  </a:cubicBezTo>
                  <a:lnTo>
                    <a:pt x="2189" y="438"/>
                  </a:lnTo>
                  <a:cubicBezTo>
                    <a:pt x="2189" y="241"/>
                    <a:pt x="2120" y="104"/>
                    <a:pt x="2009" y="40"/>
                  </a:cubicBezTo>
                  <a:cubicBezTo>
                    <a:pt x="1992" y="30"/>
                    <a:pt x="1974" y="27"/>
                    <a:pt x="1957" y="21"/>
                  </a:cubicBezTo>
                  <a:cubicBezTo>
                    <a:pt x="1943" y="16"/>
                    <a:pt x="1931" y="10"/>
                    <a:pt x="1915" y="6"/>
                  </a:cubicBezTo>
                  <a:cubicBezTo>
                    <a:pt x="1897" y="3"/>
                    <a:pt x="1875" y="4"/>
                    <a:pt x="1854" y="3"/>
                  </a:cubicBezTo>
                  <a:cubicBezTo>
                    <a:pt x="1843" y="3"/>
                    <a:pt x="1832" y="1"/>
                    <a:pt x="1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0"/>
            <p:cNvSpPr/>
            <p:nvPr/>
          </p:nvSpPr>
          <p:spPr>
            <a:xfrm>
              <a:off x="4005959" y="1174537"/>
              <a:ext cx="30282" cy="8390"/>
            </a:xfrm>
            <a:custGeom>
              <a:avLst/>
              <a:gdLst/>
              <a:ahLst/>
              <a:cxnLst/>
              <a:rect l="l" t="t" r="r" b="b"/>
              <a:pathLst>
                <a:path w="693" h="192" extrusionOk="0">
                  <a:moveTo>
                    <a:pt x="682" y="133"/>
                  </a:moveTo>
                  <a:lnTo>
                    <a:pt x="693" y="139"/>
                  </a:lnTo>
                  <a:cubicBezTo>
                    <a:pt x="693" y="137"/>
                    <a:pt x="691" y="137"/>
                    <a:pt x="691" y="137"/>
                  </a:cubicBezTo>
                  <a:cubicBezTo>
                    <a:pt x="688" y="136"/>
                    <a:pt x="685" y="134"/>
                    <a:pt x="682" y="133"/>
                  </a:cubicBezTo>
                  <a:close/>
                  <a:moveTo>
                    <a:pt x="343" y="0"/>
                  </a:moveTo>
                  <a:cubicBezTo>
                    <a:pt x="240" y="0"/>
                    <a:pt x="124" y="34"/>
                    <a:pt x="0" y="105"/>
                  </a:cubicBezTo>
                  <a:lnTo>
                    <a:pt x="151" y="191"/>
                  </a:lnTo>
                  <a:cubicBezTo>
                    <a:pt x="203" y="162"/>
                    <a:pt x="256" y="137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2"/>
                    <a:pt x="419" y="93"/>
                    <a:pt x="448" y="90"/>
                  </a:cubicBezTo>
                  <a:cubicBezTo>
                    <a:pt x="452" y="89"/>
                    <a:pt x="456" y="89"/>
                    <a:pt x="459" y="89"/>
                  </a:cubicBezTo>
                  <a:cubicBezTo>
                    <a:pt x="474" y="89"/>
                    <a:pt x="487" y="91"/>
                    <a:pt x="500" y="91"/>
                  </a:cubicBezTo>
                  <a:cubicBezTo>
                    <a:pt x="526" y="93"/>
                    <a:pt x="554" y="91"/>
                    <a:pt x="579" y="96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6" y="121"/>
                    <a:pt x="665" y="125"/>
                    <a:pt x="682" y="133"/>
                  </a:cubicBezTo>
                  <a:lnTo>
                    <a:pt x="682" y="133"/>
                  </a:lnTo>
                  <a:lnTo>
                    <a:pt x="543" y="51"/>
                  </a:lnTo>
                  <a:cubicBezTo>
                    <a:pt x="485" y="18"/>
                    <a:pt x="418" y="0"/>
                    <a:pt x="343" y="0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0"/>
            <p:cNvSpPr/>
            <p:nvPr/>
          </p:nvSpPr>
          <p:spPr>
            <a:xfrm>
              <a:off x="3972837" y="1179126"/>
              <a:ext cx="39765" cy="82632"/>
            </a:xfrm>
            <a:custGeom>
              <a:avLst/>
              <a:gdLst/>
              <a:ahLst/>
              <a:cxnLst/>
              <a:rect l="l" t="t" r="r" b="b"/>
              <a:pathLst>
                <a:path w="910" h="1891" extrusionOk="0">
                  <a:moveTo>
                    <a:pt x="758" y="0"/>
                  </a:moveTo>
                  <a:cubicBezTo>
                    <a:pt x="338" y="242"/>
                    <a:pt x="0" y="832"/>
                    <a:pt x="2" y="1314"/>
                  </a:cubicBezTo>
                  <a:cubicBezTo>
                    <a:pt x="2" y="1555"/>
                    <a:pt x="86" y="1723"/>
                    <a:pt x="223" y="1803"/>
                  </a:cubicBezTo>
                  <a:lnTo>
                    <a:pt x="372" y="1890"/>
                  </a:lnTo>
                  <a:cubicBezTo>
                    <a:pt x="354" y="1878"/>
                    <a:pt x="338" y="1863"/>
                    <a:pt x="321" y="1847"/>
                  </a:cubicBezTo>
                  <a:cubicBezTo>
                    <a:pt x="308" y="1837"/>
                    <a:pt x="294" y="1827"/>
                    <a:pt x="282" y="1815"/>
                  </a:cubicBezTo>
                  <a:cubicBezTo>
                    <a:pt x="265" y="1797"/>
                    <a:pt x="254" y="1774"/>
                    <a:pt x="240" y="1752"/>
                  </a:cubicBezTo>
                  <a:cubicBezTo>
                    <a:pt x="231" y="1737"/>
                    <a:pt x="218" y="1723"/>
                    <a:pt x="211" y="1706"/>
                  </a:cubicBezTo>
                  <a:cubicBezTo>
                    <a:pt x="198" y="1680"/>
                    <a:pt x="191" y="1646"/>
                    <a:pt x="182" y="1614"/>
                  </a:cubicBezTo>
                  <a:cubicBezTo>
                    <a:pt x="177" y="1598"/>
                    <a:pt x="171" y="1586"/>
                    <a:pt x="166" y="1569"/>
                  </a:cubicBezTo>
                  <a:cubicBezTo>
                    <a:pt x="155" y="1518"/>
                    <a:pt x="151" y="1461"/>
                    <a:pt x="151" y="1401"/>
                  </a:cubicBezTo>
                  <a:cubicBezTo>
                    <a:pt x="149" y="918"/>
                    <a:pt x="489" y="331"/>
                    <a:pt x="909" y="86"/>
                  </a:cubicBezTo>
                  <a:lnTo>
                    <a:pt x="7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0"/>
            <p:cNvSpPr/>
            <p:nvPr/>
          </p:nvSpPr>
          <p:spPr>
            <a:xfrm>
              <a:off x="3990490" y="1189525"/>
              <a:ext cx="44484" cy="63230"/>
            </a:xfrm>
            <a:custGeom>
              <a:avLst/>
              <a:gdLst/>
              <a:ahLst/>
              <a:cxnLst/>
              <a:rect l="l" t="t" r="r" b="b"/>
              <a:pathLst>
                <a:path w="1018" h="1447" extrusionOk="0">
                  <a:moveTo>
                    <a:pt x="817" y="0"/>
                  </a:moveTo>
                  <a:cubicBezTo>
                    <a:pt x="807" y="2"/>
                    <a:pt x="797" y="7"/>
                    <a:pt x="787" y="8"/>
                  </a:cubicBezTo>
                  <a:lnTo>
                    <a:pt x="771" y="13"/>
                  </a:lnTo>
                  <a:cubicBezTo>
                    <a:pt x="759" y="16"/>
                    <a:pt x="748" y="17"/>
                    <a:pt x="733" y="22"/>
                  </a:cubicBezTo>
                  <a:cubicBezTo>
                    <a:pt x="700" y="33"/>
                    <a:pt x="667" y="50"/>
                    <a:pt x="633" y="68"/>
                  </a:cubicBezTo>
                  <a:cubicBezTo>
                    <a:pt x="290" y="267"/>
                    <a:pt x="1" y="768"/>
                    <a:pt x="1" y="1162"/>
                  </a:cubicBezTo>
                  <a:cubicBezTo>
                    <a:pt x="1" y="1202"/>
                    <a:pt x="4" y="1237"/>
                    <a:pt x="10" y="1271"/>
                  </a:cubicBezTo>
                  <a:cubicBezTo>
                    <a:pt x="14" y="1283"/>
                    <a:pt x="17" y="1294"/>
                    <a:pt x="22" y="1308"/>
                  </a:cubicBezTo>
                  <a:lnTo>
                    <a:pt x="27" y="1323"/>
                  </a:lnTo>
                  <a:cubicBezTo>
                    <a:pt x="28" y="1334"/>
                    <a:pt x="31" y="1343"/>
                    <a:pt x="34" y="1353"/>
                  </a:cubicBezTo>
                  <a:cubicBezTo>
                    <a:pt x="41" y="1362"/>
                    <a:pt x="47" y="1371"/>
                    <a:pt x="53" y="1380"/>
                  </a:cubicBezTo>
                  <a:lnTo>
                    <a:pt x="65" y="1402"/>
                  </a:lnTo>
                  <a:lnTo>
                    <a:pt x="65" y="1403"/>
                  </a:lnTo>
                  <a:cubicBezTo>
                    <a:pt x="71" y="1408"/>
                    <a:pt x="77" y="1413"/>
                    <a:pt x="82" y="1416"/>
                  </a:cubicBezTo>
                  <a:cubicBezTo>
                    <a:pt x="97" y="1429"/>
                    <a:pt x="124" y="1446"/>
                    <a:pt x="174" y="1446"/>
                  </a:cubicBezTo>
                  <a:cubicBezTo>
                    <a:pt x="216" y="1446"/>
                    <a:pt x="285" y="1434"/>
                    <a:pt x="384" y="1379"/>
                  </a:cubicBezTo>
                  <a:cubicBezTo>
                    <a:pt x="728" y="1180"/>
                    <a:pt x="1017" y="679"/>
                    <a:pt x="1016" y="283"/>
                  </a:cubicBezTo>
                  <a:cubicBezTo>
                    <a:pt x="1016" y="154"/>
                    <a:pt x="982" y="56"/>
                    <a:pt x="925" y="17"/>
                  </a:cubicBezTo>
                  <a:lnTo>
                    <a:pt x="925" y="19"/>
                  </a:lnTo>
                  <a:cubicBezTo>
                    <a:pt x="923" y="19"/>
                    <a:pt x="923" y="19"/>
                    <a:pt x="922" y="17"/>
                  </a:cubicBezTo>
                  <a:lnTo>
                    <a:pt x="897" y="11"/>
                  </a:lnTo>
                  <a:cubicBezTo>
                    <a:pt x="891" y="8"/>
                    <a:pt x="885" y="7"/>
                    <a:pt x="877" y="2"/>
                  </a:cubicBezTo>
                  <a:lnTo>
                    <a:pt x="850" y="2"/>
                  </a:lnTo>
                  <a:cubicBezTo>
                    <a:pt x="839" y="2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0"/>
            <p:cNvSpPr/>
            <p:nvPr/>
          </p:nvSpPr>
          <p:spPr>
            <a:xfrm>
              <a:off x="3979348" y="1178426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6"/>
                    <a:pt x="1105" y="256"/>
                  </a:cubicBezTo>
                  <a:lnTo>
                    <a:pt x="1132" y="256"/>
                  </a:lnTo>
                  <a:cubicBezTo>
                    <a:pt x="1140" y="261"/>
                    <a:pt x="1146" y="262"/>
                    <a:pt x="1152" y="265"/>
                  </a:cubicBezTo>
                  <a:lnTo>
                    <a:pt x="1177" y="271"/>
                  </a:lnTo>
                  <a:cubicBezTo>
                    <a:pt x="1178" y="273"/>
                    <a:pt x="1180" y="273"/>
                    <a:pt x="1180" y="273"/>
                  </a:cubicBezTo>
                  <a:lnTo>
                    <a:pt x="1180" y="271"/>
                  </a:lnTo>
                  <a:cubicBezTo>
                    <a:pt x="1237" y="310"/>
                    <a:pt x="1271" y="408"/>
                    <a:pt x="1271" y="537"/>
                  </a:cubicBezTo>
                  <a:cubicBezTo>
                    <a:pt x="1272" y="933"/>
                    <a:pt x="983" y="1434"/>
                    <a:pt x="639" y="1633"/>
                  </a:cubicBezTo>
                  <a:cubicBezTo>
                    <a:pt x="542" y="1690"/>
                    <a:pt x="471" y="1700"/>
                    <a:pt x="431" y="1700"/>
                  </a:cubicBezTo>
                  <a:cubicBezTo>
                    <a:pt x="379" y="1700"/>
                    <a:pt x="352" y="1683"/>
                    <a:pt x="337" y="1670"/>
                  </a:cubicBezTo>
                  <a:cubicBezTo>
                    <a:pt x="332" y="1667"/>
                    <a:pt x="326" y="1662"/>
                    <a:pt x="320" y="1657"/>
                  </a:cubicBezTo>
                  <a:lnTo>
                    <a:pt x="320" y="1656"/>
                  </a:lnTo>
                  <a:lnTo>
                    <a:pt x="308" y="1634"/>
                  </a:lnTo>
                  <a:cubicBezTo>
                    <a:pt x="302" y="1625"/>
                    <a:pt x="296" y="1617"/>
                    <a:pt x="291" y="1607"/>
                  </a:cubicBezTo>
                  <a:cubicBezTo>
                    <a:pt x="286" y="1597"/>
                    <a:pt x="285" y="1588"/>
                    <a:pt x="282" y="1577"/>
                  </a:cubicBezTo>
                  <a:lnTo>
                    <a:pt x="277" y="1562"/>
                  </a:lnTo>
                  <a:cubicBezTo>
                    <a:pt x="274" y="1548"/>
                    <a:pt x="269" y="1537"/>
                    <a:pt x="265" y="1525"/>
                  </a:cubicBezTo>
                  <a:cubicBezTo>
                    <a:pt x="259" y="1491"/>
                    <a:pt x="256" y="1456"/>
                    <a:pt x="256" y="1417"/>
                  </a:cubicBezTo>
                  <a:lnTo>
                    <a:pt x="256" y="1417"/>
                  </a:lnTo>
                  <a:cubicBezTo>
                    <a:pt x="256" y="1021"/>
                    <a:pt x="545" y="520"/>
                    <a:pt x="888" y="322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1"/>
                    <a:pt x="1014" y="270"/>
                    <a:pt x="1026" y="267"/>
                  </a:cubicBezTo>
                  <a:lnTo>
                    <a:pt x="1043" y="262"/>
                  </a:lnTo>
                  <a:cubicBezTo>
                    <a:pt x="1052" y="261"/>
                    <a:pt x="1062" y="256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3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48"/>
                    <a:pt x="812" y="73"/>
                    <a:pt x="760" y="102"/>
                  </a:cubicBezTo>
                  <a:cubicBezTo>
                    <a:pt x="339" y="347"/>
                    <a:pt x="0" y="934"/>
                    <a:pt x="2" y="1417"/>
                  </a:cubicBezTo>
                  <a:cubicBezTo>
                    <a:pt x="2" y="1477"/>
                    <a:pt x="6" y="1533"/>
                    <a:pt x="17" y="1585"/>
                  </a:cubicBezTo>
                  <a:cubicBezTo>
                    <a:pt x="22" y="1602"/>
                    <a:pt x="28" y="1614"/>
                    <a:pt x="33" y="1630"/>
                  </a:cubicBezTo>
                  <a:cubicBezTo>
                    <a:pt x="42" y="1662"/>
                    <a:pt x="49" y="1694"/>
                    <a:pt x="62" y="1722"/>
                  </a:cubicBezTo>
                  <a:cubicBezTo>
                    <a:pt x="69" y="1739"/>
                    <a:pt x="82" y="1753"/>
                    <a:pt x="91" y="1768"/>
                  </a:cubicBezTo>
                  <a:cubicBezTo>
                    <a:pt x="105" y="1790"/>
                    <a:pt x="116" y="1813"/>
                    <a:pt x="133" y="1830"/>
                  </a:cubicBezTo>
                  <a:cubicBezTo>
                    <a:pt x="145" y="1843"/>
                    <a:pt x="159" y="1853"/>
                    <a:pt x="172" y="1863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2"/>
                    <a:pt x="765" y="1853"/>
                  </a:cubicBezTo>
                  <a:cubicBezTo>
                    <a:pt x="1185" y="1610"/>
                    <a:pt x="1526" y="1022"/>
                    <a:pt x="1525" y="537"/>
                  </a:cubicBezTo>
                  <a:cubicBezTo>
                    <a:pt x="1525" y="298"/>
                    <a:pt x="1438" y="128"/>
                    <a:pt x="1300" y="48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7"/>
                  </a:cubicBezTo>
                  <a:cubicBezTo>
                    <a:pt x="1163" y="2"/>
                    <a:pt x="1135" y="4"/>
                    <a:pt x="1109" y="2"/>
                  </a:cubicBezTo>
                  <a:cubicBezTo>
                    <a:pt x="1095" y="2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0"/>
            <p:cNvSpPr/>
            <p:nvPr/>
          </p:nvSpPr>
          <p:spPr>
            <a:xfrm>
              <a:off x="4005959" y="1287930"/>
              <a:ext cx="30282" cy="8434"/>
            </a:xfrm>
            <a:custGeom>
              <a:avLst/>
              <a:gdLst/>
              <a:ahLst/>
              <a:cxnLst/>
              <a:rect l="l" t="t" r="r" b="b"/>
              <a:pathLst>
                <a:path w="693" h="193" extrusionOk="0">
                  <a:moveTo>
                    <a:pt x="342" y="0"/>
                  </a:moveTo>
                  <a:cubicBezTo>
                    <a:pt x="239" y="0"/>
                    <a:pt x="123" y="34"/>
                    <a:pt x="0" y="105"/>
                  </a:cubicBezTo>
                  <a:lnTo>
                    <a:pt x="151" y="193"/>
                  </a:lnTo>
                  <a:cubicBezTo>
                    <a:pt x="203" y="162"/>
                    <a:pt x="256" y="139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3"/>
                    <a:pt x="419" y="93"/>
                    <a:pt x="448" y="90"/>
                  </a:cubicBezTo>
                  <a:cubicBezTo>
                    <a:pt x="451" y="89"/>
                    <a:pt x="454" y="89"/>
                    <a:pt x="456" y="89"/>
                  </a:cubicBezTo>
                  <a:cubicBezTo>
                    <a:pt x="472" y="89"/>
                    <a:pt x="486" y="93"/>
                    <a:pt x="500" y="93"/>
                  </a:cubicBezTo>
                  <a:cubicBezTo>
                    <a:pt x="526" y="93"/>
                    <a:pt x="554" y="93"/>
                    <a:pt x="579" y="97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9" y="122"/>
                    <a:pt x="673" y="128"/>
                    <a:pt x="691" y="139"/>
                  </a:cubicBezTo>
                  <a:lnTo>
                    <a:pt x="693" y="139"/>
                  </a:lnTo>
                  <a:lnTo>
                    <a:pt x="543" y="53"/>
                  </a:lnTo>
                  <a:cubicBezTo>
                    <a:pt x="485" y="18"/>
                    <a:pt x="417" y="0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0"/>
            <p:cNvSpPr/>
            <p:nvPr/>
          </p:nvSpPr>
          <p:spPr>
            <a:xfrm>
              <a:off x="3972837" y="1292474"/>
              <a:ext cx="39765" cy="82676"/>
            </a:xfrm>
            <a:custGeom>
              <a:avLst/>
              <a:gdLst/>
              <a:ahLst/>
              <a:cxnLst/>
              <a:rect l="l" t="t" r="r" b="b"/>
              <a:pathLst>
                <a:path w="910" h="1892" extrusionOk="0">
                  <a:moveTo>
                    <a:pt x="758" y="1"/>
                  </a:moveTo>
                  <a:cubicBezTo>
                    <a:pt x="338" y="244"/>
                    <a:pt x="0" y="833"/>
                    <a:pt x="2" y="1316"/>
                  </a:cubicBezTo>
                  <a:cubicBezTo>
                    <a:pt x="2" y="1556"/>
                    <a:pt x="86" y="1725"/>
                    <a:pt x="223" y="1805"/>
                  </a:cubicBezTo>
                  <a:lnTo>
                    <a:pt x="372" y="1891"/>
                  </a:lnTo>
                  <a:cubicBezTo>
                    <a:pt x="354" y="1881"/>
                    <a:pt x="338" y="1864"/>
                    <a:pt x="321" y="1850"/>
                  </a:cubicBezTo>
                  <a:cubicBezTo>
                    <a:pt x="308" y="1839"/>
                    <a:pt x="294" y="1830"/>
                    <a:pt x="282" y="1816"/>
                  </a:cubicBezTo>
                  <a:cubicBezTo>
                    <a:pt x="265" y="1799"/>
                    <a:pt x="254" y="1775"/>
                    <a:pt x="240" y="1755"/>
                  </a:cubicBezTo>
                  <a:cubicBezTo>
                    <a:pt x="231" y="1739"/>
                    <a:pt x="218" y="1725"/>
                    <a:pt x="211" y="1708"/>
                  </a:cubicBezTo>
                  <a:cubicBezTo>
                    <a:pt x="198" y="1681"/>
                    <a:pt x="191" y="1648"/>
                    <a:pt x="182" y="1616"/>
                  </a:cubicBezTo>
                  <a:cubicBezTo>
                    <a:pt x="177" y="1601"/>
                    <a:pt x="171" y="1588"/>
                    <a:pt x="166" y="1571"/>
                  </a:cubicBezTo>
                  <a:cubicBezTo>
                    <a:pt x="155" y="1519"/>
                    <a:pt x="151" y="1464"/>
                    <a:pt x="151" y="1404"/>
                  </a:cubicBezTo>
                  <a:cubicBezTo>
                    <a:pt x="149" y="921"/>
                    <a:pt x="489" y="332"/>
                    <a:pt x="909" y="89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0"/>
            <p:cNvSpPr/>
            <p:nvPr/>
          </p:nvSpPr>
          <p:spPr>
            <a:xfrm>
              <a:off x="3990490" y="1302918"/>
              <a:ext cx="44484" cy="63361"/>
            </a:xfrm>
            <a:custGeom>
              <a:avLst/>
              <a:gdLst/>
              <a:ahLst/>
              <a:cxnLst/>
              <a:rect l="l" t="t" r="r" b="b"/>
              <a:pathLst>
                <a:path w="1018" h="1450" extrusionOk="0">
                  <a:moveTo>
                    <a:pt x="817" y="0"/>
                  </a:moveTo>
                  <a:cubicBezTo>
                    <a:pt x="807" y="3"/>
                    <a:pt x="797" y="7"/>
                    <a:pt x="787" y="10"/>
                  </a:cubicBezTo>
                  <a:lnTo>
                    <a:pt x="771" y="13"/>
                  </a:lnTo>
                  <a:cubicBezTo>
                    <a:pt x="759" y="17"/>
                    <a:pt x="748" y="19"/>
                    <a:pt x="733" y="22"/>
                  </a:cubicBezTo>
                  <a:cubicBezTo>
                    <a:pt x="700" y="33"/>
                    <a:pt x="667" y="50"/>
                    <a:pt x="633" y="70"/>
                  </a:cubicBezTo>
                  <a:cubicBezTo>
                    <a:pt x="290" y="268"/>
                    <a:pt x="1" y="768"/>
                    <a:pt x="1" y="1165"/>
                  </a:cubicBezTo>
                  <a:cubicBezTo>
                    <a:pt x="1" y="1203"/>
                    <a:pt x="4" y="1239"/>
                    <a:pt x="10" y="1272"/>
                  </a:cubicBezTo>
                  <a:cubicBezTo>
                    <a:pt x="14" y="1285"/>
                    <a:pt x="17" y="1296"/>
                    <a:pt x="22" y="1308"/>
                  </a:cubicBezTo>
                  <a:lnTo>
                    <a:pt x="27" y="1323"/>
                  </a:lnTo>
                  <a:cubicBezTo>
                    <a:pt x="28" y="1336"/>
                    <a:pt x="31" y="1345"/>
                    <a:pt x="34" y="1354"/>
                  </a:cubicBezTo>
                  <a:cubicBezTo>
                    <a:pt x="41" y="1362"/>
                    <a:pt x="47" y="1372"/>
                    <a:pt x="53" y="1380"/>
                  </a:cubicBezTo>
                  <a:lnTo>
                    <a:pt x="65" y="1403"/>
                  </a:lnTo>
                  <a:lnTo>
                    <a:pt x="65" y="1405"/>
                  </a:lnTo>
                  <a:cubicBezTo>
                    <a:pt x="71" y="1408"/>
                    <a:pt x="77" y="1412"/>
                    <a:pt x="82" y="1417"/>
                  </a:cubicBezTo>
                  <a:cubicBezTo>
                    <a:pt x="97" y="1429"/>
                    <a:pt x="124" y="1449"/>
                    <a:pt x="174" y="1449"/>
                  </a:cubicBezTo>
                  <a:cubicBezTo>
                    <a:pt x="216" y="1449"/>
                    <a:pt x="285" y="1437"/>
                    <a:pt x="384" y="1379"/>
                  </a:cubicBezTo>
                  <a:cubicBezTo>
                    <a:pt x="728" y="1182"/>
                    <a:pt x="1017" y="680"/>
                    <a:pt x="1016" y="287"/>
                  </a:cubicBezTo>
                  <a:cubicBezTo>
                    <a:pt x="1016" y="156"/>
                    <a:pt x="982" y="57"/>
                    <a:pt x="925" y="20"/>
                  </a:cubicBezTo>
                  <a:cubicBezTo>
                    <a:pt x="923" y="20"/>
                    <a:pt x="923" y="20"/>
                    <a:pt x="922" y="19"/>
                  </a:cubicBezTo>
                  <a:lnTo>
                    <a:pt x="897" y="13"/>
                  </a:lnTo>
                  <a:cubicBezTo>
                    <a:pt x="891" y="10"/>
                    <a:pt x="885" y="7"/>
                    <a:pt x="877" y="3"/>
                  </a:cubicBezTo>
                  <a:lnTo>
                    <a:pt x="850" y="3"/>
                  </a:lnTo>
                  <a:cubicBezTo>
                    <a:pt x="839" y="3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0"/>
            <p:cNvSpPr/>
            <p:nvPr/>
          </p:nvSpPr>
          <p:spPr>
            <a:xfrm>
              <a:off x="3979348" y="1291819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7"/>
                    <a:pt x="1105" y="257"/>
                  </a:cubicBezTo>
                  <a:lnTo>
                    <a:pt x="1132" y="257"/>
                  </a:lnTo>
                  <a:cubicBezTo>
                    <a:pt x="1140" y="261"/>
                    <a:pt x="1146" y="264"/>
                    <a:pt x="1152" y="267"/>
                  </a:cubicBezTo>
                  <a:lnTo>
                    <a:pt x="1177" y="273"/>
                  </a:lnTo>
                  <a:cubicBezTo>
                    <a:pt x="1178" y="274"/>
                    <a:pt x="1180" y="274"/>
                    <a:pt x="1180" y="274"/>
                  </a:cubicBezTo>
                  <a:cubicBezTo>
                    <a:pt x="1237" y="311"/>
                    <a:pt x="1271" y="410"/>
                    <a:pt x="1271" y="541"/>
                  </a:cubicBezTo>
                  <a:cubicBezTo>
                    <a:pt x="1272" y="934"/>
                    <a:pt x="983" y="1436"/>
                    <a:pt x="639" y="1633"/>
                  </a:cubicBezTo>
                  <a:cubicBezTo>
                    <a:pt x="542" y="1691"/>
                    <a:pt x="471" y="1703"/>
                    <a:pt x="431" y="1703"/>
                  </a:cubicBezTo>
                  <a:cubicBezTo>
                    <a:pt x="379" y="1703"/>
                    <a:pt x="352" y="1683"/>
                    <a:pt x="337" y="1671"/>
                  </a:cubicBezTo>
                  <a:cubicBezTo>
                    <a:pt x="332" y="1666"/>
                    <a:pt x="326" y="1662"/>
                    <a:pt x="320" y="1659"/>
                  </a:cubicBezTo>
                  <a:lnTo>
                    <a:pt x="320" y="1657"/>
                  </a:lnTo>
                  <a:lnTo>
                    <a:pt x="308" y="1634"/>
                  </a:lnTo>
                  <a:cubicBezTo>
                    <a:pt x="302" y="1626"/>
                    <a:pt x="296" y="1616"/>
                    <a:pt x="291" y="1608"/>
                  </a:cubicBezTo>
                  <a:cubicBezTo>
                    <a:pt x="286" y="1599"/>
                    <a:pt x="285" y="1590"/>
                    <a:pt x="282" y="1577"/>
                  </a:cubicBezTo>
                  <a:lnTo>
                    <a:pt x="277" y="1562"/>
                  </a:lnTo>
                  <a:cubicBezTo>
                    <a:pt x="274" y="1550"/>
                    <a:pt x="269" y="1539"/>
                    <a:pt x="265" y="1526"/>
                  </a:cubicBezTo>
                  <a:cubicBezTo>
                    <a:pt x="259" y="1493"/>
                    <a:pt x="256" y="1457"/>
                    <a:pt x="256" y="1419"/>
                  </a:cubicBezTo>
                  <a:cubicBezTo>
                    <a:pt x="256" y="1022"/>
                    <a:pt x="545" y="521"/>
                    <a:pt x="888" y="324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3"/>
                    <a:pt x="1014" y="271"/>
                    <a:pt x="1026" y="267"/>
                  </a:cubicBezTo>
                  <a:lnTo>
                    <a:pt x="1043" y="264"/>
                  </a:lnTo>
                  <a:cubicBezTo>
                    <a:pt x="1052" y="261"/>
                    <a:pt x="1062" y="257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4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50"/>
                    <a:pt x="812" y="73"/>
                    <a:pt x="760" y="104"/>
                  </a:cubicBezTo>
                  <a:cubicBezTo>
                    <a:pt x="339" y="347"/>
                    <a:pt x="0" y="936"/>
                    <a:pt x="2" y="1419"/>
                  </a:cubicBezTo>
                  <a:cubicBezTo>
                    <a:pt x="2" y="1479"/>
                    <a:pt x="6" y="1534"/>
                    <a:pt x="17" y="1586"/>
                  </a:cubicBezTo>
                  <a:cubicBezTo>
                    <a:pt x="22" y="1603"/>
                    <a:pt x="28" y="1616"/>
                    <a:pt x="33" y="1631"/>
                  </a:cubicBezTo>
                  <a:cubicBezTo>
                    <a:pt x="42" y="1663"/>
                    <a:pt x="49" y="1696"/>
                    <a:pt x="62" y="1723"/>
                  </a:cubicBezTo>
                  <a:cubicBezTo>
                    <a:pt x="69" y="1740"/>
                    <a:pt x="82" y="1754"/>
                    <a:pt x="91" y="1770"/>
                  </a:cubicBezTo>
                  <a:cubicBezTo>
                    <a:pt x="105" y="1790"/>
                    <a:pt x="116" y="1814"/>
                    <a:pt x="133" y="1831"/>
                  </a:cubicBezTo>
                  <a:cubicBezTo>
                    <a:pt x="145" y="1845"/>
                    <a:pt x="159" y="1854"/>
                    <a:pt x="172" y="1865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3"/>
                    <a:pt x="765" y="1854"/>
                  </a:cubicBezTo>
                  <a:cubicBezTo>
                    <a:pt x="1185" y="1611"/>
                    <a:pt x="1526" y="1022"/>
                    <a:pt x="1525" y="539"/>
                  </a:cubicBezTo>
                  <a:cubicBezTo>
                    <a:pt x="1525" y="297"/>
                    <a:pt x="1438" y="128"/>
                    <a:pt x="1300" y="50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8"/>
                  </a:cubicBezTo>
                  <a:cubicBezTo>
                    <a:pt x="1163" y="4"/>
                    <a:pt x="1135" y="4"/>
                    <a:pt x="1109" y="4"/>
                  </a:cubicBezTo>
                  <a:cubicBezTo>
                    <a:pt x="1095" y="4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0"/>
            <p:cNvSpPr/>
            <p:nvPr/>
          </p:nvSpPr>
          <p:spPr>
            <a:xfrm>
              <a:off x="3796172" y="1320658"/>
              <a:ext cx="27136" cy="34783"/>
            </a:xfrm>
            <a:custGeom>
              <a:avLst/>
              <a:gdLst/>
              <a:ahLst/>
              <a:cxnLst/>
              <a:rect l="l" t="t" r="r" b="b"/>
              <a:pathLst>
                <a:path w="621" h="796" extrusionOk="0">
                  <a:moveTo>
                    <a:pt x="191" y="0"/>
                  </a:moveTo>
                  <a:cubicBezTo>
                    <a:pt x="184" y="0"/>
                    <a:pt x="177" y="2"/>
                    <a:pt x="170" y="2"/>
                  </a:cubicBezTo>
                  <a:cubicBezTo>
                    <a:pt x="159" y="2"/>
                    <a:pt x="148" y="2"/>
                    <a:pt x="139" y="4"/>
                  </a:cubicBezTo>
                  <a:cubicBezTo>
                    <a:pt x="131" y="5"/>
                    <a:pt x="125" y="10"/>
                    <a:pt x="119" y="11"/>
                  </a:cubicBezTo>
                  <a:cubicBezTo>
                    <a:pt x="111" y="14"/>
                    <a:pt x="101" y="17"/>
                    <a:pt x="93" y="22"/>
                  </a:cubicBezTo>
                  <a:cubicBezTo>
                    <a:pt x="36" y="53"/>
                    <a:pt x="2" y="122"/>
                    <a:pt x="2" y="220"/>
                  </a:cubicBezTo>
                  <a:cubicBezTo>
                    <a:pt x="1" y="417"/>
                    <a:pt x="139" y="657"/>
                    <a:pt x="308" y="754"/>
                  </a:cubicBezTo>
                  <a:cubicBezTo>
                    <a:pt x="357" y="783"/>
                    <a:pt x="404" y="796"/>
                    <a:pt x="445" y="796"/>
                  </a:cubicBezTo>
                  <a:cubicBezTo>
                    <a:pt x="486" y="796"/>
                    <a:pt x="522" y="783"/>
                    <a:pt x="551" y="759"/>
                  </a:cubicBezTo>
                  <a:cubicBezTo>
                    <a:pt x="556" y="754"/>
                    <a:pt x="562" y="751"/>
                    <a:pt x="567" y="745"/>
                  </a:cubicBezTo>
                  <a:cubicBezTo>
                    <a:pt x="574" y="739"/>
                    <a:pt x="579" y="728"/>
                    <a:pt x="584" y="719"/>
                  </a:cubicBezTo>
                  <a:cubicBezTo>
                    <a:pt x="588" y="714"/>
                    <a:pt x="593" y="708"/>
                    <a:pt x="596" y="702"/>
                  </a:cubicBezTo>
                  <a:cubicBezTo>
                    <a:pt x="602" y="691"/>
                    <a:pt x="604" y="676"/>
                    <a:pt x="608" y="663"/>
                  </a:cubicBezTo>
                  <a:cubicBezTo>
                    <a:pt x="610" y="657"/>
                    <a:pt x="613" y="651"/>
                    <a:pt x="614" y="645"/>
                  </a:cubicBezTo>
                  <a:cubicBezTo>
                    <a:pt x="617" y="623"/>
                    <a:pt x="620" y="602"/>
                    <a:pt x="620" y="577"/>
                  </a:cubicBezTo>
                  <a:cubicBezTo>
                    <a:pt x="620" y="380"/>
                    <a:pt x="482" y="140"/>
                    <a:pt x="311" y="40"/>
                  </a:cubicBezTo>
                  <a:cubicBezTo>
                    <a:pt x="290" y="30"/>
                    <a:pt x="270" y="20"/>
                    <a:pt x="250" y="13"/>
                  </a:cubicBezTo>
                  <a:cubicBezTo>
                    <a:pt x="242" y="11"/>
                    <a:pt x="236" y="11"/>
                    <a:pt x="230" y="10"/>
                  </a:cubicBezTo>
                  <a:cubicBezTo>
                    <a:pt x="216" y="5"/>
                    <a:pt x="202" y="2"/>
                    <a:pt x="19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0"/>
            <p:cNvSpPr/>
            <p:nvPr/>
          </p:nvSpPr>
          <p:spPr>
            <a:xfrm rot="-5400000">
              <a:off x="3353950" y="1319338"/>
              <a:ext cx="237781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0"/>
            <p:cNvSpPr/>
            <p:nvPr/>
          </p:nvSpPr>
          <p:spPr>
            <a:xfrm>
              <a:off x="3079604" y="1429847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0"/>
            <p:cNvSpPr/>
            <p:nvPr/>
          </p:nvSpPr>
          <p:spPr>
            <a:xfrm>
              <a:off x="3435031" y="1450996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0"/>
            <p:cNvSpPr/>
            <p:nvPr/>
          </p:nvSpPr>
          <p:spPr>
            <a:xfrm>
              <a:off x="3114168" y="1203193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0"/>
            <p:cNvSpPr/>
            <p:nvPr/>
          </p:nvSpPr>
          <p:spPr>
            <a:xfrm>
              <a:off x="3077506" y="1203368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0"/>
            <p:cNvSpPr/>
            <p:nvPr/>
          </p:nvSpPr>
          <p:spPr>
            <a:xfrm>
              <a:off x="3461860" y="1414247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0"/>
            <p:cNvSpPr/>
            <p:nvPr/>
          </p:nvSpPr>
          <p:spPr>
            <a:xfrm>
              <a:off x="3423189" y="1410533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0"/>
            <p:cNvSpPr/>
            <p:nvPr/>
          </p:nvSpPr>
          <p:spPr>
            <a:xfrm>
              <a:off x="3426160" y="1387243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0"/>
            <p:cNvSpPr/>
            <p:nvPr/>
          </p:nvSpPr>
          <p:spPr>
            <a:xfrm>
              <a:off x="3422621" y="1383791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0"/>
            <p:cNvSpPr/>
            <p:nvPr/>
          </p:nvSpPr>
          <p:spPr>
            <a:xfrm>
              <a:off x="3488253" y="1259125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0"/>
            <p:cNvSpPr/>
            <p:nvPr/>
          </p:nvSpPr>
          <p:spPr>
            <a:xfrm>
              <a:off x="3477241" y="1198343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0"/>
            <p:cNvSpPr/>
            <p:nvPr/>
          </p:nvSpPr>
          <p:spPr>
            <a:xfrm>
              <a:off x="3449756" y="1322572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0"/>
            <p:cNvSpPr/>
            <p:nvPr/>
          </p:nvSpPr>
          <p:spPr>
            <a:xfrm>
              <a:off x="3449887" y="1310337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0"/>
            <p:cNvSpPr/>
            <p:nvPr/>
          </p:nvSpPr>
          <p:spPr>
            <a:xfrm>
              <a:off x="3452247" y="1312347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0"/>
            <p:cNvSpPr/>
            <p:nvPr/>
          </p:nvSpPr>
          <p:spPr>
            <a:xfrm>
              <a:off x="3445168" y="1350669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0"/>
            <p:cNvSpPr/>
            <p:nvPr/>
          </p:nvSpPr>
          <p:spPr>
            <a:xfrm>
              <a:off x="3414406" y="1391350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0"/>
            <p:cNvSpPr/>
            <p:nvPr/>
          </p:nvSpPr>
          <p:spPr>
            <a:xfrm>
              <a:off x="3250675" y="1410139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0"/>
            <p:cNvSpPr/>
            <p:nvPr/>
          </p:nvSpPr>
          <p:spPr>
            <a:xfrm>
              <a:off x="3228958" y="1467600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0"/>
            <p:cNvSpPr/>
            <p:nvPr/>
          </p:nvSpPr>
          <p:spPr>
            <a:xfrm>
              <a:off x="3229046" y="1330481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0"/>
            <p:cNvSpPr/>
            <p:nvPr/>
          </p:nvSpPr>
          <p:spPr>
            <a:xfrm>
              <a:off x="3461860" y="1480272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0"/>
            <p:cNvSpPr/>
            <p:nvPr/>
          </p:nvSpPr>
          <p:spPr>
            <a:xfrm>
              <a:off x="3461860" y="1640289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0"/>
            <p:cNvSpPr/>
            <p:nvPr/>
          </p:nvSpPr>
          <p:spPr>
            <a:xfrm>
              <a:off x="3800149" y="1279802"/>
              <a:ext cx="96353" cy="74854"/>
            </a:xfrm>
            <a:custGeom>
              <a:avLst/>
              <a:gdLst/>
              <a:ahLst/>
              <a:cxnLst/>
              <a:rect l="l" t="t" r="r" b="b"/>
              <a:pathLst>
                <a:path w="2205" h="1713" extrusionOk="0">
                  <a:moveTo>
                    <a:pt x="1757" y="0"/>
                  </a:moveTo>
                  <a:cubicBezTo>
                    <a:pt x="1727" y="0"/>
                    <a:pt x="1699" y="8"/>
                    <a:pt x="1675" y="22"/>
                  </a:cubicBezTo>
                  <a:lnTo>
                    <a:pt x="0" y="957"/>
                  </a:lnTo>
                  <a:cubicBezTo>
                    <a:pt x="10" y="952"/>
                    <a:pt x="19" y="949"/>
                    <a:pt x="28" y="946"/>
                  </a:cubicBezTo>
                  <a:cubicBezTo>
                    <a:pt x="34" y="945"/>
                    <a:pt x="40" y="940"/>
                    <a:pt x="48" y="939"/>
                  </a:cubicBezTo>
                  <a:cubicBezTo>
                    <a:pt x="57" y="937"/>
                    <a:pt x="68" y="937"/>
                    <a:pt x="79" y="937"/>
                  </a:cubicBezTo>
                  <a:cubicBezTo>
                    <a:pt x="83" y="937"/>
                    <a:pt x="88" y="936"/>
                    <a:pt x="93" y="936"/>
                  </a:cubicBezTo>
                  <a:cubicBezTo>
                    <a:pt x="95" y="936"/>
                    <a:pt x="98" y="937"/>
                    <a:pt x="100" y="937"/>
                  </a:cubicBezTo>
                  <a:cubicBezTo>
                    <a:pt x="111" y="937"/>
                    <a:pt x="125" y="942"/>
                    <a:pt x="137" y="945"/>
                  </a:cubicBezTo>
                  <a:cubicBezTo>
                    <a:pt x="145" y="946"/>
                    <a:pt x="151" y="946"/>
                    <a:pt x="157" y="948"/>
                  </a:cubicBezTo>
                  <a:cubicBezTo>
                    <a:pt x="179" y="955"/>
                    <a:pt x="199" y="965"/>
                    <a:pt x="220" y="977"/>
                  </a:cubicBezTo>
                  <a:cubicBezTo>
                    <a:pt x="391" y="1075"/>
                    <a:pt x="529" y="1315"/>
                    <a:pt x="528" y="1512"/>
                  </a:cubicBezTo>
                  <a:cubicBezTo>
                    <a:pt x="528" y="1537"/>
                    <a:pt x="526" y="1560"/>
                    <a:pt x="522" y="1580"/>
                  </a:cubicBezTo>
                  <a:cubicBezTo>
                    <a:pt x="520" y="1586"/>
                    <a:pt x="517" y="1592"/>
                    <a:pt x="517" y="1598"/>
                  </a:cubicBezTo>
                  <a:cubicBezTo>
                    <a:pt x="513" y="1611"/>
                    <a:pt x="509" y="1626"/>
                    <a:pt x="503" y="1637"/>
                  </a:cubicBezTo>
                  <a:cubicBezTo>
                    <a:pt x="500" y="1645"/>
                    <a:pt x="496" y="1649"/>
                    <a:pt x="493" y="1655"/>
                  </a:cubicBezTo>
                  <a:cubicBezTo>
                    <a:pt x="488" y="1663"/>
                    <a:pt x="482" y="1674"/>
                    <a:pt x="474" y="1680"/>
                  </a:cubicBezTo>
                  <a:cubicBezTo>
                    <a:pt x="471" y="1686"/>
                    <a:pt x="465" y="1691"/>
                    <a:pt x="460" y="1694"/>
                  </a:cubicBezTo>
                  <a:cubicBezTo>
                    <a:pt x="453" y="1700"/>
                    <a:pt x="446" y="1706"/>
                    <a:pt x="439" y="1712"/>
                  </a:cubicBezTo>
                  <a:lnTo>
                    <a:pt x="2114" y="777"/>
                  </a:lnTo>
                  <a:cubicBezTo>
                    <a:pt x="2169" y="745"/>
                    <a:pt x="2205" y="676"/>
                    <a:pt x="2205" y="579"/>
                  </a:cubicBezTo>
                  <a:cubicBezTo>
                    <a:pt x="2205" y="382"/>
                    <a:pt x="2066" y="140"/>
                    <a:pt x="1895" y="43"/>
                  </a:cubicBezTo>
                  <a:cubicBezTo>
                    <a:pt x="1846" y="14"/>
                    <a:pt x="1799" y="0"/>
                    <a:pt x="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0"/>
            <p:cNvSpPr/>
            <p:nvPr/>
          </p:nvSpPr>
          <p:spPr>
            <a:xfrm>
              <a:off x="3964820" y="951388"/>
              <a:ext cx="368100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0"/>
            <p:cNvSpPr/>
            <p:nvPr/>
          </p:nvSpPr>
          <p:spPr>
            <a:xfrm>
              <a:off x="3954148" y="969464"/>
              <a:ext cx="757287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0"/>
            <p:cNvSpPr/>
            <p:nvPr/>
          </p:nvSpPr>
          <p:spPr>
            <a:xfrm>
              <a:off x="4282617" y="969862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0"/>
            <p:cNvSpPr/>
            <p:nvPr/>
          </p:nvSpPr>
          <p:spPr>
            <a:xfrm>
              <a:off x="3961754" y="722060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0"/>
            <p:cNvSpPr/>
            <p:nvPr/>
          </p:nvSpPr>
          <p:spPr>
            <a:xfrm>
              <a:off x="3925093" y="722235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0"/>
            <p:cNvSpPr/>
            <p:nvPr/>
          </p:nvSpPr>
          <p:spPr>
            <a:xfrm>
              <a:off x="4309447" y="77309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0"/>
            <p:cNvSpPr/>
            <p:nvPr/>
          </p:nvSpPr>
          <p:spPr>
            <a:xfrm>
              <a:off x="4309447" y="933114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0"/>
            <p:cNvSpPr/>
            <p:nvPr/>
          </p:nvSpPr>
          <p:spPr>
            <a:xfrm>
              <a:off x="4270775" y="929399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0"/>
            <p:cNvSpPr/>
            <p:nvPr/>
          </p:nvSpPr>
          <p:spPr>
            <a:xfrm>
              <a:off x="4273747" y="906109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0"/>
            <p:cNvSpPr/>
            <p:nvPr/>
          </p:nvSpPr>
          <p:spPr>
            <a:xfrm>
              <a:off x="4270207" y="902657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0"/>
            <p:cNvSpPr/>
            <p:nvPr/>
          </p:nvSpPr>
          <p:spPr>
            <a:xfrm>
              <a:off x="4335839" y="777991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0"/>
            <p:cNvSpPr/>
            <p:nvPr/>
          </p:nvSpPr>
          <p:spPr>
            <a:xfrm>
              <a:off x="4324828" y="717209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0"/>
            <p:cNvSpPr/>
            <p:nvPr/>
          </p:nvSpPr>
          <p:spPr>
            <a:xfrm>
              <a:off x="4297343" y="841438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0"/>
            <p:cNvSpPr/>
            <p:nvPr/>
          </p:nvSpPr>
          <p:spPr>
            <a:xfrm>
              <a:off x="4297474" y="829203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0"/>
            <p:cNvSpPr/>
            <p:nvPr/>
          </p:nvSpPr>
          <p:spPr>
            <a:xfrm>
              <a:off x="4299833" y="831214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0"/>
            <p:cNvSpPr/>
            <p:nvPr/>
          </p:nvSpPr>
          <p:spPr>
            <a:xfrm>
              <a:off x="4292755" y="869535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0"/>
            <p:cNvSpPr/>
            <p:nvPr/>
          </p:nvSpPr>
          <p:spPr>
            <a:xfrm>
              <a:off x="4261992" y="910217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0"/>
            <p:cNvSpPr/>
            <p:nvPr/>
          </p:nvSpPr>
          <p:spPr>
            <a:xfrm>
              <a:off x="4098262" y="929006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0"/>
            <p:cNvSpPr/>
            <p:nvPr/>
          </p:nvSpPr>
          <p:spPr>
            <a:xfrm>
              <a:off x="4080409" y="986467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0"/>
            <p:cNvSpPr/>
            <p:nvPr/>
          </p:nvSpPr>
          <p:spPr>
            <a:xfrm>
              <a:off x="4076632" y="849348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0"/>
            <p:cNvSpPr/>
            <p:nvPr/>
          </p:nvSpPr>
          <p:spPr>
            <a:xfrm>
              <a:off x="4309447" y="999139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0"/>
            <p:cNvSpPr/>
            <p:nvPr/>
          </p:nvSpPr>
          <p:spPr>
            <a:xfrm>
              <a:off x="4309447" y="1159155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5" name="Google Shape;735;p40"/>
          <p:cNvGrpSpPr/>
          <p:nvPr/>
        </p:nvGrpSpPr>
        <p:grpSpPr>
          <a:xfrm>
            <a:off x="837795" y="697549"/>
            <a:ext cx="736602" cy="777624"/>
            <a:chOff x="-3171395" y="736983"/>
            <a:chExt cx="1712232" cy="1807587"/>
          </a:xfrm>
        </p:grpSpPr>
        <p:grpSp>
          <p:nvGrpSpPr>
            <p:cNvPr id="736" name="Google Shape;736;p40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9" name="Google Shape;739;p40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740" name="Google Shape;740;p40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40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40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4" name="Google Shape;744;p40"/>
          <p:cNvGrpSpPr/>
          <p:nvPr/>
        </p:nvGrpSpPr>
        <p:grpSpPr>
          <a:xfrm>
            <a:off x="6648538" y="4033243"/>
            <a:ext cx="538155" cy="568125"/>
            <a:chOff x="-3171395" y="736983"/>
            <a:chExt cx="1712232" cy="1807587"/>
          </a:xfrm>
        </p:grpSpPr>
        <p:grpSp>
          <p:nvGrpSpPr>
            <p:cNvPr id="745" name="Google Shape;745;p40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746" name="Google Shape;746;p40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40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8" name="Google Shape;748;p40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749" name="Google Shape;749;p40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40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40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40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53" name="Google Shape;753;p40"/>
          <p:cNvSpPr/>
          <p:nvPr/>
        </p:nvSpPr>
        <p:spPr>
          <a:xfrm>
            <a:off x="805213" y="4385663"/>
            <a:ext cx="35556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0"/>
          <p:cNvSpPr/>
          <p:nvPr/>
        </p:nvSpPr>
        <p:spPr>
          <a:xfrm>
            <a:off x="1833075" y="539500"/>
            <a:ext cx="475800" cy="4758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AGENDA</a:t>
            </a:r>
            <a:endParaRPr sz="2800"/>
          </a:p>
        </p:txBody>
      </p:sp>
      <p:sp>
        <p:nvSpPr>
          <p:cNvPr id="933" name="Google Shape;933;p42"/>
          <p:cNvSpPr txBox="1">
            <a:spLocks noGrp="1"/>
          </p:cNvSpPr>
          <p:nvPr>
            <p:ph type="subTitle" idx="3"/>
          </p:nvPr>
        </p:nvSpPr>
        <p:spPr>
          <a:xfrm>
            <a:off x="1946877" y="41192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SE"/>
              <a:t>Will show the </a:t>
            </a:r>
            <a:r>
              <a:rPr lang="en-GB"/>
              <a:t>“drone”</a:t>
            </a:r>
            <a:r>
              <a:rPr lang="en-SE"/>
              <a:t> in action during Demo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934" name="Google Shape;934;p42"/>
          <p:cNvSpPr txBox="1">
            <a:spLocks noGrp="1"/>
          </p:cNvSpPr>
          <p:nvPr>
            <p:ph type="subTitle" idx="1"/>
          </p:nvPr>
        </p:nvSpPr>
        <p:spPr>
          <a:xfrm>
            <a:off x="720000" y="21931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Short description of the project</a:t>
            </a:r>
          </a:p>
        </p:txBody>
      </p:sp>
      <p:sp>
        <p:nvSpPr>
          <p:cNvPr id="935" name="Google Shape;935;p42"/>
          <p:cNvSpPr txBox="1">
            <a:spLocks noGrp="1"/>
          </p:cNvSpPr>
          <p:nvPr>
            <p:ph type="subTitle" idx="2"/>
          </p:nvPr>
        </p:nvSpPr>
        <p:spPr>
          <a:xfrm>
            <a:off x="3419269" y="21931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Clr>
                <a:srgbClr val="000000"/>
              </a:buClr>
              <a:buSzPts val="1100"/>
            </a:pPr>
            <a:r>
              <a:rPr lang="en"/>
              <a:t>Short explination of the </a:t>
            </a:r>
            <a:r>
              <a:rPr lang="sv-SE"/>
              <a:t>design of the simulation</a:t>
            </a:r>
          </a:p>
        </p:txBody>
      </p:sp>
      <p:sp>
        <p:nvSpPr>
          <p:cNvPr id="936" name="Google Shape;936;p42"/>
          <p:cNvSpPr txBox="1">
            <a:spLocks noGrp="1"/>
          </p:cNvSpPr>
          <p:nvPr>
            <p:ph type="subTitle" idx="4"/>
          </p:nvPr>
        </p:nvSpPr>
        <p:spPr>
          <a:xfrm>
            <a:off x="4646146" y="411920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Short conclusion of the work</a:t>
            </a:r>
          </a:p>
        </p:txBody>
      </p:sp>
      <p:sp>
        <p:nvSpPr>
          <p:cNvPr id="937" name="Google Shape;937;p42"/>
          <p:cNvSpPr txBox="1">
            <a:spLocks noGrp="1"/>
          </p:cNvSpPr>
          <p:nvPr>
            <p:ph type="subTitle" idx="5"/>
          </p:nvPr>
        </p:nvSpPr>
        <p:spPr>
          <a:xfrm>
            <a:off x="6118545" y="21931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/>
              <a:t>H</a:t>
            </a:r>
            <a:r>
              <a:rPr lang="en-SE"/>
              <a:t>ow the Reinforcement Learning work</a:t>
            </a:r>
            <a:endParaRPr/>
          </a:p>
        </p:txBody>
      </p:sp>
      <p:sp>
        <p:nvSpPr>
          <p:cNvPr id="939" name="Google Shape;939;p42"/>
          <p:cNvSpPr txBox="1">
            <a:spLocks noGrp="1"/>
          </p:cNvSpPr>
          <p:nvPr>
            <p:ph type="title" idx="7"/>
          </p:nvPr>
        </p:nvSpPr>
        <p:spPr>
          <a:xfrm>
            <a:off x="818402" y="13447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40" name="Google Shape;940;p42"/>
          <p:cNvSpPr txBox="1">
            <a:spLocks noGrp="1"/>
          </p:cNvSpPr>
          <p:nvPr>
            <p:ph type="title" idx="8"/>
          </p:nvPr>
        </p:nvSpPr>
        <p:spPr>
          <a:xfrm>
            <a:off x="2045279" y="327081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41" name="Google Shape;941;p42"/>
          <p:cNvSpPr txBox="1">
            <a:spLocks noGrp="1"/>
          </p:cNvSpPr>
          <p:nvPr>
            <p:ph type="title" idx="9"/>
          </p:nvPr>
        </p:nvSpPr>
        <p:spPr>
          <a:xfrm>
            <a:off x="3517677" y="13447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42" name="Google Shape;942;p42"/>
          <p:cNvSpPr txBox="1">
            <a:spLocks noGrp="1"/>
          </p:cNvSpPr>
          <p:nvPr>
            <p:ph type="title" idx="13"/>
          </p:nvPr>
        </p:nvSpPr>
        <p:spPr>
          <a:xfrm>
            <a:off x="4744554" y="3270816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943" name="Google Shape;943;p42"/>
          <p:cNvSpPr txBox="1">
            <a:spLocks noGrp="1"/>
          </p:cNvSpPr>
          <p:nvPr>
            <p:ph type="title" idx="14"/>
          </p:nvPr>
        </p:nvSpPr>
        <p:spPr>
          <a:xfrm>
            <a:off x="6216952" y="13447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45" name="Google Shape;945;p42"/>
          <p:cNvSpPr txBox="1">
            <a:spLocks noGrp="1"/>
          </p:cNvSpPr>
          <p:nvPr>
            <p:ph type="subTitle" idx="16"/>
          </p:nvPr>
        </p:nvSpPr>
        <p:spPr>
          <a:xfrm>
            <a:off x="720000" y="19041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CONCEPT</a:t>
            </a:r>
            <a:endParaRPr/>
          </a:p>
        </p:txBody>
      </p:sp>
      <p:sp>
        <p:nvSpPr>
          <p:cNvPr id="946" name="Google Shape;946;p42"/>
          <p:cNvSpPr txBox="1">
            <a:spLocks noGrp="1"/>
          </p:cNvSpPr>
          <p:nvPr>
            <p:ph type="subTitle" idx="17"/>
          </p:nvPr>
        </p:nvSpPr>
        <p:spPr>
          <a:xfrm>
            <a:off x="3419275" y="19041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GAME DESIGN</a:t>
            </a:r>
            <a:endParaRPr/>
          </a:p>
        </p:txBody>
      </p:sp>
      <p:sp>
        <p:nvSpPr>
          <p:cNvPr id="947" name="Google Shape;947;p42"/>
          <p:cNvSpPr txBox="1">
            <a:spLocks noGrp="1"/>
          </p:cNvSpPr>
          <p:nvPr>
            <p:ph type="subTitle" idx="18"/>
          </p:nvPr>
        </p:nvSpPr>
        <p:spPr>
          <a:xfrm>
            <a:off x="6118550" y="19041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[RL]</a:t>
            </a:r>
            <a:endParaRPr/>
          </a:p>
        </p:txBody>
      </p:sp>
      <p:sp>
        <p:nvSpPr>
          <p:cNvPr id="948" name="Google Shape;948;p42"/>
          <p:cNvSpPr txBox="1">
            <a:spLocks noGrp="1"/>
          </p:cNvSpPr>
          <p:nvPr>
            <p:ph type="subTitle" idx="19"/>
          </p:nvPr>
        </p:nvSpPr>
        <p:spPr>
          <a:xfrm>
            <a:off x="1946877" y="38302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</a:t>
            </a:r>
            <a:endParaRPr/>
          </a:p>
        </p:txBody>
      </p:sp>
      <p:sp>
        <p:nvSpPr>
          <p:cNvPr id="949" name="Google Shape;949;p42"/>
          <p:cNvSpPr txBox="1">
            <a:spLocks noGrp="1"/>
          </p:cNvSpPr>
          <p:nvPr>
            <p:ph type="subTitle" idx="20"/>
          </p:nvPr>
        </p:nvSpPr>
        <p:spPr>
          <a:xfrm>
            <a:off x="4646152" y="38302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9" name="Google Shape;1020;p44">
            <a:extLst>
              <a:ext uri="{FF2B5EF4-FFF2-40B4-BE49-F238E27FC236}">
                <a16:creationId xmlns:a16="http://schemas.microsoft.com/office/drawing/2014/main" id="{62502D71-4BA9-2A64-8435-82740CC391A7}"/>
              </a:ext>
            </a:extLst>
          </p:cNvPr>
          <p:cNvSpPr/>
          <p:nvPr/>
        </p:nvSpPr>
        <p:spPr>
          <a:xfrm>
            <a:off x="720000" y="940513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75;p44">
            <a:extLst>
              <a:ext uri="{FF2B5EF4-FFF2-40B4-BE49-F238E27FC236}">
                <a16:creationId xmlns:a16="http://schemas.microsoft.com/office/drawing/2014/main" id="{83D46B8E-5BAF-1BFA-7CB7-15FC5B2D05DB}"/>
              </a:ext>
            </a:extLst>
          </p:cNvPr>
          <p:cNvGrpSpPr/>
          <p:nvPr/>
        </p:nvGrpSpPr>
        <p:grpSpPr>
          <a:xfrm>
            <a:off x="3025500" y="-1239356"/>
            <a:ext cx="1290520" cy="768751"/>
            <a:chOff x="3024078" y="1987423"/>
            <a:chExt cx="3101881" cy="1847763"/>
          </a:xfrm>
        </p:grpSpPr>
        <p:grpSp>
          <p:nvGrpSpPr>
            <p:cNvPr id="11" name="Google Shape;1076;p44">
              <a:extLst>
                <a:ext uri="{FF2B5EF4-FFF2-40B4-BE49-F238E27FC236}">
                  <a16:creationId xmlns:a16="http://schemas.microsoft.com/office/drawing/2014/main" id="{1F27D93F-092D-F653-35CB-E9BF0B64952F}"/>
                </a:ext>
              </a:extLst>
            </p:cNvPr>
            <p:cNvGrpSpPr/>
            <p:nvPr/>
          </p:nvGrpSpPr>
          <p:grpSpPr>
            <a:xfrm>
              <a:off x="3339466" y="2138929"/>
              <a:ext cx="2455292" cy="1617889"/>
              <a:chOff x="-3209756" y="1803812"/>
              <a:chExt cx="2235335" cy="1472951"/>
            </a:xfrm>
          </p:grpSpPr>
          <p:grpSp>
            <p:nvGrpSpPr>
              <p:cNvPr id="32" name="Google Shape;1077;p44">
                <a:extLst>
                  <a:ext uri="{FF2B5EF4-FFF2-40B4-BE49-F238E27FC236}">
                    <a16:creationId xmlns:a16="http://schemas.microsoft.com/office/drawing/2014/main" id="{6E0C710C-93E8-261D-1593-64594426125C}"/>
                  </a:ext>
                </a:extLst>
              </p:cNvPr>
              <p:cNvGrpSpPr/>
              <p:nvPr/>
            </p:nvGrpSpPr>
            <p:grpSpPr>
              <a:xfrm>
                <a:off x="-1885420" y="1803812"/>
                <a:ext cx="163333" cy="251385"/>
                <a:chOff x="-3916750" y="2838725"/>
                <a:chExt cx="106150" cy="163375"/>
              </a:xfrm>
            </p:grpSpPr>
            <p:sp>
              <p:nvSpPr>
                <p:cNvPr id="975" name="Google Shape;1078;p44">
                  <a:extLst>
                    <a:ext uri="{FF2B5EF4-FFF2-40B4-BE49-F238E27FC236}">
                      <a16:creationId xmlns:a16="http://schemas.microsoft.com/office/drawing/2014/main" id="{CABD6DBF-0389-E0F8-5B42-CCA4C1ECC48A}"/>
                    </a:ext>
                  </a:extLst>
                </p:cNvPr>
                <p:cNvSpPr/>
                <p:nvPr/>
              </p:nvSpPr>
              <p:spPr>
                <a:xfrm>
                  <a:off x="-3912025" y="2929400"/>
                  <a:ext cx="97175" cy="7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" h="2908" extrusionOk="0">
                      <a:moveTo>
                        <a:pt x="1" y="1686"/>
                      </a:moveTo>
                      <a:lnTo>
                        <a:pt x="1" y="1685"/>
                      </a:lnTo>
                      <a:lnTo>
                        <a:pt x="1" y="62"/>
                      </a:lnTo>
                      <a:lnTo>
                        <a:pt x="3865" y="0"/>
                      </a:lnTo>
                      <a:lnTo>
                        <a:pt x="3865" y="1622"/>
                      </a:lnTo>
                      <a:lnTo>
                        <a:pt x="3862" y="1622"/>
                      </a:lnTo>
                      <a:cubicBezTo>
                        <a:pt x="3886" y="1926"/>
                        <a:pt x="3700" y="2235"/>
                        <a:pt x="3295" y="2468"/>
                      </a:cubicBezTo>
                      <a:cubicBezTo>
                        <a:pt x="2539" y="2904"/>
                        <a:pt x="1316" y="2908"/>
                        <a:pt x="564" y="2474"/>
                      </a:cubicBezTo>
                      <a:cubicBezTo>
                        <a:pt x="190" y="2257"/>
                        <a:pt x="2" y="1975"/>
                        <a:pt x="2" y="1691"/>
                      </a:cubicBezTo>
                      <a:lnTo>
                        <a:pt x="1" y="1691"/>
                      </a:lnTo>
                      <a:lnTo>
                        <a:pt x="1" y="168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6" name="Google Shape;1079;p44">
                  <a:extLst>
                    <a:ext uri="{FF2B5EF4-FFF2-40B4-BE49-F238E27FC236}">
                      <a16:creationId xmlns:a16="http://schemas.microsoft.com/office/drawing/2014/main" id="{1399123A-EC7B-1799-D070-803CDEBFB81F}"/>
                    </a:ext>
                  </a:extLst>
                </p:cNvPr>
                <p:cNvSpPr/>
                <p:nvPr/>
              </p:nvSpPr>
              <p:spPr>
                <a:xfrm>
                  <a:off x="-3916750" y="2903025"/>
                  <a:ext cx="106150" cy="5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2233" extrusionOk="0">
                      <a:moveTo>
                        <a:pt x="2135" y="1"/>
                      </a:moveTo>
                      <a:cubicBezTo>
                        <a:pt x="1638" y="1"/>
                        <a:pt x="1141" y="110"/>
                        <a:pt x="760" y="329"/>
                      </a:cubicBezTo>
                      <a:cubicBezTo>
                        <a:pt x="3" y="766"/>
                        <a:pt x="0" y="1474"/>
                        <a:pt x="753" y="1907"/>
                      </a:cubicBezTo>
                      <a:cubicBezTo>
                        <a:pt x="1127" y="2124"/>
                        <a:pt x="1618" y="2232"/>
                        <a:pt x="2110" y="2232"/>
                      </a:cubicBezTo>
                      <a:cubicBezTo>
                        <a:pt x="2607" y="2232"/>
                        <a:pt x="3105" y="2122"/>
                        <a:pt x="3486" y="1903"/>
                      </a:cubicBezTo>
                      <a:cubicBezTo>
                        <a:pt x="4243" y="1466"/>
                        <a:pt x="4246" y="758"/>
                        <a:pt x="3494" y="325"/>
                      </a:cubicBezTo>
                      <a:cubicBezTo>
                        <a:pt x="3119" y="109"/>
                        <a:pt x="2627" y="1"/>
                        <a:pt x="21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7" name="Google Shape;1080;p44">
                  <a:extLst>
                    <a:ext uri="{FF2B5EF4-FFF2-40B4-BE49-F238E27FC236}">
                      <a16:creationId xmlns:a16="http://schemas.microsoft.com/office/drawing/2014/main" id="{E6351731-9354-2ED7-8F85-4AAEFC7D2782}"/>
                    </a:ext>
                  </a:extLst>
                </p:cNvPr>
                <p:cNvSpPr/>
                <p:nvPr/>
              </p:nvSpPr>
              <p:spPr>
                <a:xfrm>
                  <a:off x="-3903975" y="2906525"/>
                  <a:ext cx="81075" cy="4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3" h="1789" extrusionOk="0">
                      <a:moveTo>
                        <a:pt x="3223" y="0"/>
                      </a:moveTo>
                      <a:lnTo>
                        <a:pt x="0" y="51"/>
                      </a:lnTo>
                      <a:lnTo>
                        <a:pt x="0" y="860"/>
                      </a:lnTo>
                      <a:lnTo>
                        <a:pt x="0" y="863"/>
                      </a:lnTo>
                      <a:lnTo>
                        <a:pt x="0" y="866"/>
                      </a:lnTo>
                      <a:cubicBezTo>
                        <a:pt x="0" y="1103"/>
                        <a:pt x="157" y="1338"/>
                        <a:pt x="468" y="1518"/>
                      </a:cubicBezTo>
                      <a:cubicBezTo>
                        <a:pt x="781" y="1698"/>
                        <a:pt x="1191" y="1788"/>
                        <a:pt x="1602" y="1788"/>
                      </a:cubicBezTo>
                      <a:cubicBezTo>
                        <a:pt x="2016" y="1788"/>
                        <a:pt x="2431" y="1697"/>
                        <a:pt x="2749" y="1514"/>
                      </a:cubicBezTo>
                      <a:cubicBezTo>
                        <a:pt x="3086" y="1320"/>
                        <a:pt x="3243" y="1061"/>
                        <a:pt x="3223" y="808"/>
                      </a:cubicBezTo>
                      <a:lnTo>
                        <a:pt x="322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8" name="Google Shape;1081;p44">
                  <a:extLst>
                    <a:ext uri="{FF2B5EF4-FFF2-40B4-BE49-F238E27FC236}">
                      <a16:creationId xmlns:a16="http://schemas.microsoft.com/office/drawing/2014/main" id="{A0EF0A77-557F-84D9-8F6B-110DA5DC8400}"/>
                    </a:ext>
                  </a:extLst>
                </p:cNvPr>
                <p:cNvSpPr/>
                <p:nvPr/>
              </p:nvSpPr>
              <p:spPr>
                <a:xfrm>
                  <a:off x="-3907975" y="2884525"/>
                  <a:ext cx="88575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1863" extrusionOk="0">
                      <a:moveTo>
                        <a:pt x="1783" y="0"/>
                      </a:moveTo>
                      <a:cubicBezTo>
                        <a:pt x="1369" y="0"/>
                        <a:pt x="953" y="92"/>
                        <a:pt x="635" y="276"/>
                      </a:cubicBezTo>
                      <a:cubicBezTo>
                        <a:pt x="3" y="640"/>
                        <a:pt x="0" y="1229"/>
                        <a:pt x="628" y="1592"/>
                      </a:cubicBezTo>
                      <a:cubicBezTo>
                        <a:pt x="940" y="1772"/>
                        <a:pt x="1350" y="1862"/>
                        <a:pt x="1761" y="1862"/>
                      </a:cubicBezTo>
                      <a:cubicBezTo>
                        <a:pt x="2176" y="1862"/>
                        <a:pt x="2591" y="1771"/>
                        <a:pt x="2909" y="1588"/>
                      </a:cubicBezTo>
                      <a:cubicBezTo>
                        <a:pt x="3540" y="1223"/>
                        <a:pt x="3543" y="634"/>
                        <a:pt x="2915" y="271"/>
                      </a:cubicBezTo>
                      <a:cubicBezTo>
                        <a:pt x="2603" y="90"/>
                        <a:pt x="2194" y="0"/>
                        <a:pt x="17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9" name="Google Shape;1082;p44">
                  <a:extLst>
                    <a:ext uri="{FF2B5EF4-FFF2-40B4-BE49-F238E27FC236}">
                      <a16:creationId xmlns:a16="http://schemas.microsoft.com/office/drawing/2014/main" id="{AC8A0966-0474-30DC-A58B-0CC1FB320458}"/>
                    </a:ext>
                  </a:extLst>
                </p:cNvPr>
                <p:cNvSpPr/>
                <p:nvPr/>
              </p:nvSpPr>
              <p:spPr>
                <a:xfrm>
                  <a:off x="-3884325" y="2871525"/>
                  <a:ext cx="36125" cy="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5" h="1705" extrusionOk="0">
                      <a:moveTo>
                        <a:pt x="1435" y="0"/>
                      </a:moveTo>
                      <a:lnTo>
                        <a:pt x="0" y="23"/>
                      </a:lnTo>
                      <a:lnTo>
                        <a:pt x="0" y="1292"/>
                      </a:lnTo>
                      <a:lnTo>
                        <a:pt x="0" y="1294"/>
                      </a:lnTo>
                      <a:cubicBezTo>
                        <a:pt x="2" y="1399"/>
                        <a:pt x="71" y="1503"/>
                        <a:pt x="209" y="1583"/>
                      </a:cubicBezTo>
                      <a:cubicBezTo>
                        <a:pt x="349" y="1664"/>
                        <a:pt x="532" y="1704"/>
                        <a:pt x="715" y="1704"/>
                      </a:cubicBezTo>
                      <a:cubicBezTo>
                        <a:pt x="899" y="1704"/>
                        <a:pt x="1083" y="1663"/>
                        <a:pt x="1225" y="1582"/>
                      </a:cubicBezTo>
                      <a:cubicBezTo>
                        <a:pt x="1374" y="1495"/>
                        <a:pt x="1445" y="1380"/>
                        <a:pt x="1435" y="1268"/>
                      </a:cubicBezTo>
                      <a:lnTo>
                        <a:pt x="1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0" name="Google Shape;1083;p44">
                  <a:extLst>
                    <a:ext uri="{FF2B5EF4-FFF2-40B4-BE49-F238E27FC236}">
                      <a16:creationId xmlns:a16="http://schemas.microsoft.com/office/drawing/2014/main" id="{B072BC8F-3BF1-9B06-2841-C268D1699C50}"/>
                    </a:ext>
                  </a:extLst>
                </p:cNvPr>
                <p:cNvSpPr/>
                <p:nvPr/>
              </p:nvSpPr>
              <p:spPr>
                <a:xfrm>
                  <a:off x="-3896025" y="2838725"/>
                  <a:ext cx="56700" cy="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8" h="2254" extrusionOk="0">
                      <a:moveTo>
                        <a:pt x="1157" y="0"/>
                      </a:moveTo>
                      <a:cubicBezTo>
                        <a:pt x="47" y="0"/>
                        <a:pt x="114" y="1302"/>
                        <a:pt x="114" y="1302"/>
                      </a:cubicBezTo>
                      <a:cubicBezTo>
                        <a:pt x="114" y="1302"/>
                        <a:pt x="1" y="2192"/>
                        <a:pt x="954" y="2249"/>
                      </a:cubicBezTo>
                      <a:cubicBezTo>
                        <a:pt x="1008" y="2252"/>
                        <a:pt x="1059" y="2254"/>
                        <a:pt x="1107" y="2254"/>
                      </a:cubicBezTo>
                      <a:cubicBezTo>
                        <a:pt x="2171" y="2254"/>
                        <a:pt x="2172" y="1518"/>
                        <a:pt x="2172" y="1518"/>
                      </a:cubicBezTo>
                      <a:cubicBezTo>
                        <a:pt x="2172" y="1518"/>
                        <a:pt x="2268" y="0"/>
                        <a:pt x="115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3" name="Google Shape;1084;p44">
                <a:extLst>
                  <a:ext uri="{FF2B5EF4-FFF2-40B4-BE49-F238E27FC236}">
                    <a16:creationId xmlns:a16="http://schemas.microsoft.com/office/drawing/2014/main" id="{E30D7159-98B5-67B8-A300-B127C1972948}"/>
                  </a:ext>
                </a:extLst>
              </p:cNvPr>
              <p:cNvGrpSpPr/>
              <p:nvPr/>
            </p:nvGrpSpPr>
            <p:grpSpPr>
              <a:xfrm>
                <a:off x="-1137754" y="2214606"/>
                <a:ext cx="163333" cy="251385"/>
                <a:chOff x="-3916750" y="2838725"/>
                <a:chExt cx="106150" cy="163375"/>
              </a:xfrm>
            </p:grpSpPr>
            <p:sp>
              <p:nvSpPr>
                <p:cNvPr id="969" name="Google Shape;1085;p44">
                  <a:extLst>
                    <a:ext uri="{FF2B5EF4-FFF2-40B4-BE49-F238E27FC236}">
                      <a16:creationId xmlns:a16="http://schemas.microsoft.com/office/drawing/2014/main" id="{C1EC1A07-AD94-3570-0DF0-DE5A4E7E368A}"/>
                    </a:ext>
                  </a:extLst>
                </p:cNvPr>
                <p:cNvSpPr/>
                <p:nvPr/>
              </p:nvSpPr>
              <p:spPr>
                <a:xfrm>
                  <a:off x="-3912025" y="2929400"/>
                  <a:ext cx="97175" cy="7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" h="2908" extrusionOk="0">
                      <a:moveTo>
                        <a:pt x="1" y="1686"/>
                      </a:moveTo>
                      <a:lnTo>
                        <a:pt x="1" y="1685"/>
                      </a:lnTo>
                      <a:lnTo>
                        <a:pt x="1" y="62"/>
                      </a:lnTo>
                      <a:lnTo>
                        <a:pt x="3865" y="0"/>
                      </a:lnTo>
                      <a:lnTo>
                        <a:pt x="3865" y="1622"/>
                      </a:lnTo>
                      <a:lnTo>
                        <a:pt x="3862" y="1622"/>
                      </a:lnTo>
                      <a:cubicBezTo>
                        <a:pt x="3886" y="1926"/>
                        <a:pt x="3700" y="2235"/>
                        <a:pt x="3295" y="2468"/>
                      </a:cubicBezTo>
                      <a:cubicBezTo>
                        <a:pt x="2539" y="2904"/>
                        <a:pt x="1316" y="2908"/>
                        <a:pt x="564" y="2474"/>
                      </a:cubicBezTo>
                      <a:cubicBezTo>
                        <a:pt x="190" y="2257"/>
                        <a:pt x="2" y="1975"/>
                        <a:pt x="2" y="1691"/>
                      </a:cubicBezTo>
                      <a:lnTo>
                        <a:pt x="1" y="1691"/>
                      </a:lnTo>
                      <a:lnTo>
                        <a:pt x="1" y="168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0" name="Google Shape;1086;p44">
                  <a:extLst>
                    <a:ext uri="{FF2B5EF4-FFF2-40B4-BE49-F238E27FC236}">
                      <a16:creationId xmlns:a16="http://schemas.microsoft.com/office/drawing/2014/main" id="{527858DA-7799-E025-E719-E5366E7826F3}"/>
                    </a:ext>
                  </a:extLst>
                </p:cNvPr>
                <p:cNvSpPr/>
                <p:nvPr/>
              </p:nvSpPr>
              <p:spPr>
                <a:xfrm>
                  <a:off x="-3916750" y="2903025"/>
                  <a:ext cx="106150" cy="5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2233" extrusionOk="0">
                      <a:moveTo>
                        <a:pt x="2135" y="1"/>
                      </a:moveTo>
                      <a:cubicBezTo>
                        <a:pt x="1638" y="1"/>
                        <a:pt x="1141" y="110"/>
                        <a:pt x="760" y="329"/>
                      </a:cubicBezTo>
                      <a:cubicBezTo>
                        <a:pt x="3" y="766"/>
                        <a:pt x="0" y="1474"/>
                        <a:pt x="753" y="1907"/>
                      </a:cubicBezTo>
                      <a:cubicBezTo>
                        <a:pt x="1127" y="2124"/>
                        <a:pt x="1618" y="2232"/>
                        <a:pt x="2110" y="2232"/>
                      </a:cubicBezTo>
                      <a:cubicBezTo>
                        <a:pt x="2607" y="2232"/>
                        <a:pt x="3105" y="2122"/>
                        <a:pt x="3486" y="1903"/>
                      </a:cubicBezTo>
                      <a:cubicBezTo>
                        <a:pt x="4243" y="1466"/>
                        <a:pt x="4246" y="758"/>
                        <a:pt x="3494" y="325"/>
                      </a:cubicBezTo>
                      <a:cubicBezTo>
                        <a:pt x="3119" y="109"/>
                        <a:pt x="2627" y="1"/>
                        <a:pt x="21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1" name="Google Shape;1087;p44">
                  <a:extLst>
                    <a:ext uri="{FF2B5EF4-FFF2-40B4-BE49-F238E27FC236}">
                      <a16:creationId xmlns:a16="http://schemas.microsoft.com/office/drawing/2014/main" id="{83FD3E46-DE6C-2D7E-48D9-8F1C5FBC014C}"/>
                    </a:ext>
                  </a:extLst>
                </p:cNvPr>
                <p:cNvSpPr/>
                <p:nvPr/>
              </p:nvSpPr>
              <p:spPr>
                <a:xfrm>
                  <a:off x="-3903975" y="2906525"/>
                  <a:ext cx="81075" cy="4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3" h="1789" extrusionOk="0">
                      <a:moveTo>
                        <a:pt x="3223" y="0"/>
                      </a:moveTo>
                      <a:lnTo>
                        <a:pt x="0" y="51"/>
                      </a:lnTo>
                      <a:lnTo>
                        <a:pt x="0" y="860"/>
                      </a:lnTo>
                      <a:lnTo>
                        <a:pt x="0" y="863"/>
                      </a:lnTo>
                      <a:lnTo>
                        <a:pt x="0" y="866"/>
                      </a:lnTo>
                      <a:cubicBezTo>
                        <a:pt x="0" y="1103"/>
                        <a:pt x="157" y="1338"/>
                        <a:pt x="468" y="1518"/>
                      </a:cubicBezTo>
                      <a:cubicBezTo>
                        <a:pt x="781" y="1698"/>
                        <a:pt x="1191" y="1788"/>
                        <a:pt x="1602" y="1788"/>
                      </a:cubicBezTo>
                      <a:cubicBezTo>
                        <a:pt x="2016" y="1788"/>
                        <a:pt x="2431" y="1697"/>
                        <a:pt x="2749" y="1514"/>
                      </a:cubicBezTo>
                      <a:cubicBezTo>
                        <a:pt x="3086" y="1320"/>
                        <a:pt x="3243" y="1061"/>
                        <a:pt x="3223" y="808"/>
                      </a:cubicBezTo>
                      <a:lnTo>
                        <a:pt x="322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2" name="Google Shape;1088;p44">
                  <a:extLst>
                    <a:ext uri="{FF2B5EF4-FFF2-40B4-BE49-F238E27FC236}">
                      <a16:creationId xmlns:a16="http://schemas.microsoft.com/office/drawing/2014/main" id="{1872D010-3979-939B-4B31-0F6D397C12BC}"/>
                    </a:ext>
                  </a:extLst>
                </p:cNvPr>
                <p:cNvSpPr/>
                <p:nvPr/>
              </p:nvSpPr>
              <p:spPr>
                <a:xfrm>
                  <a:off x="-3907975" y="2884525"/>
                  <a:ext cx="88575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1863" extrusionOk="0">
                      <a:moveTo>
                        <a:pt x="1783" y="0"/>
                      </a:moveTo>
                      <a:cubicBezTo>
                        <a:pt x="1369" y="0"/>
                        <a:pt x="953" y="92"/>
                        <a:pt x="635" y="276"/>
                      </a:cubicBezTo>
                      <a:cubicBezTo>
                        <a:pt x="3" y="640"/>
                        <a:pt x="0" y="1229"/>
                        <a:pt x="628" y="1592"/>
                      </a:cubicBezTo>
                      <a:cubicBezTo>
                        <a:pt x="940" y="1772"/>
                        <a:pt x="1350" y="1862"/>
                        <a:pt x="1761" y="1862"/>
                      </a:cubicBezTo>
                      <a:cubicBezTo>
                        <a:pt x="2176" y="1862"/>
                        <a:pt x="2591" y="1771"/>
                        <a:pt x="2909" y="1588"/>
                      </a:cubicBezTo>
                      <a:cubicBezTo>
                        <a:pt x="3540" y="1223"/>
                        <a:pt x="3543" y="634"/>
                        <a:pt x="2915" y="271"/>
                      </a:cubicBezTo>
                      <a:cubicBezTo>
                        <a:pt x="2603" y="90"/>
                        <a:pt x="2194" y="0"/>
                        <a:pt x="17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3" name="Google Shape;1089;p44">
                  <a:extLst>
                    <a:ext uri="{FF2B5EF4-FFF2-40B4-BE49-F238E27FC236}">
                      <a16:creationId xmlns:a16="http://schemas.microsoft.com/office/drawing/2014/main" id="{53C19C63-AC14-526D-0679-075DE97595E6}"/>
                    </a:ext>
                  </a:extLst>
                </p:cNvPr>
                <p:cNvSpPr/>
                <p:nvPr/>
              </p:nvSpPr>
              <p:spPr>
                <a:xfrm>
                  <a:off x="-3884325" y="2871525"/>
                  <a:ext cx="36125" cy="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5" h="1705" extrusionOk="0">
                      <a:moveTo>
                        <a:pt x="1435" y="0"/>
                      </a:moveTo>
                      <a:lnTo>
                        <a:pt x="0" y="23"/>
                      </a:lnTo>
                      <a:lnTo>
                        <a:pt x="0" y="1292"/>
                      </a:lnTo>
                      <a:lnTo>
                        <a:pt x="0" y="1294"/>
                      </a:lnTo>
                      <a:cubicBezTo>
                        <a:pt x="2" y="1399"/>
                        <a:pt x="71" y="1503"/>
                        <a:pt x="209" y="1583"/>
                      </a:cubicBezTo>
                      <a:cubicBezTo>
                        <a:pt x="349" y="1664"/>
                        <a:pt x="532" y="1704"/>
                        <a:pt x="715" y="1704"/>
                      </a:cubicBezTo>
                      <a:cubicBezTo>
                        <a:pt x="899" y="1704"/>
                        <a:pt x="1083" y="1663"/>
                        <a:pt x="1225" y="1582"/>
                      </a:cubicBezTo>
                      <a:cubicBezTo>
                        <a:pt x="1374" y="1495"/>
                        <a:pt x="1445" y="1380"/>
                        <a:pt x="1435" y="1268"/>
                      </a:cubicBezTo>
                      <a:lnTo>
                        <a:pt x="1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4" name="Google Shape;1090;p44">
                  <a:extLst>
                    <a:ext uri="{FF2B5EF4-FFF2-40B4-BE49-F238E27FC236}">
                      <a16:creationId xmlns:a16="http://schemas.microsoft.com/office/drawing/2014/main" id="{AD211B30-1537-F9B9-D65E-2F1934917AA5}"/>
                    </a:ext>
                  </a:extLst>
                </p:cNvPr>
                <p:cNvSpPr/>
                <p:nvPr/>
              </p:nvSpPr>
              <p:spPr>
                <a:xfrm>
                  <a:off x="-3896025" y="2838725"/>
                  <a:ext cx="56700" cy="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8" h="2254" extrusionOk="0">
                      <a:moveTo>
                        <a:pt x="1157" y="0"/>
                      </a:moveTo>
                      <a:cubicBezTo>
                        <a:pt x="47" y="0"/>
                        <a:pt x="114" y="1302"/>
                        <a:pt x="114" y="1302"/>
                      </a:cubicBezTo>
                      <a:cubicBezTo>
                        <a:pt x="114" y="1302"/>
                        <a:pt x="1" y="2192"/>
                        <a:pt x="954" y="2249"/>
                      </a:cubicBezTo>
                      <a:cubicBezTo>
                        <a:pt x="1008" y="2252"/>
                        <a:pt x="1059" y="2254"/>
                        <a:pt x="1107" y="2254"/>
                      </a:cubicBezTo>
                      <a:cubicBezTo>
                        <a:pt x="2171" y="2254"/>
                        <a:pt x="2172" y="1518"/>
                        <a:pt x="2172" y="1518"/>
                      </a:cubicBezTo>
                      <a:cubicBezTo>
                        <a:pt x="2172" y="1518"/>
                        <a:pt x="2268" y="0"/>
                        <a:pt x="115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4" name="Google Shape;1091;p44">
                <a:extLst>
                  <a:ext uri="{FF2B5EF4-FFF2-40B4-BE49-F238E27FC236}">
                    <a16:creationId xmlns:a16="http://schemas.microsoft.com/office/drawing/2014/main" id="{5AFB368E-BA80-3101-F1AF-E524CD7A9F04}"/>
                  </a:ext>
                </a:extLst>
              </p:cNvPr>
              <p:cNvSpPr/>
              <p:nvPr/>
            </p:nvSpPr>
            <p:spPr>
              <a:xfrm>
                <a:off x="-2508114" y="2583837"/>
                <a:ext cx="569742" cy="593015"/>
              </a:xfrm>
              <a:custGeom>
                <a:avLst/>
                <a:gdLst/>
                <a:ahLst/>
                <a:cxnLst/>
                <a:rect l="l" t="t" r="r" b="b"/>
                <a:pathLst>
                  <a:path w="14811" h="15416" extrusionOk="0">
                    <a:moveTo>
                      <a:pt x="6981" y="0"/>
                    </a:moveTo>
                    <a:cubicBezTo>
                      <a:pt x="5825" y="1041"/>
                      <a:pt x="4648" y="2057"/>
                      <a:pt x="3462" y="3061"/>
                    </a:cubicBezTo>
                    <a:cubicBezTo>
                      <a:pt x="2871" y="3564"/>
                      <a:pt x="2279" y="4069"/>
                      <a:pt x="1681" y="4562"/>
                    </a:cubicBezTo>
                    <a:lnTo>
                      <a:pt x="785" y="5307"/>
                    </a:lnTo>
                    <a:cubicBezTo>
                      <a:pt x="642" y="5424"/>
                      <a:pt x="464" y="5562"/>
                      <a:pt x="336" y="5742"/>
                    </a:cubicBezTo>
                    <a:cubicBezTo>
                      <a:pt x="207" y="5918"/>
                      <a:pt x="122" y="6124"/>
                      <a:pt x="82" y="6336"/>
                    </a:cubicBezTo>
                    <a:cubicBezTo>
                      <a:pt x="1" y="6761"/>
                      <a:pt x="107" y="7214"/>
                      <a:pt x="375" y="7550"/>
                    </a:cubicBezTo>
                    <a:cubicBezTo>
                      <a:pt x="505" y="7717"/>
                      <a:pt x="682" y="7853"/>
                      <a:pt x="858" y="7951"/>
                    </a:cubicBezTo>
                    <a:lnTo>
                      <a:pt x="1364" y="8239"/>
                    </a:lnTo>
                    <a:lnTo>
                      <a:pt x="3390" y="9389"/>
                    </a:lnTo>
                    <a:cubicBezTo>
                      <a:pt x="4742" y="10154"/>
                      <a:pt x="6080" y="10938"/>
                      <a:pt x="7426" y="11714"/>
                    </a:cubicBezTo>
                    <a:lnTo>
                      <a:pt x="11436" y="14084"/>
                    </a:lnTo>
                    <a:lnTo>
                      <a:pt x="13434" y="15279"/>
                    </a:lnTo>
                    <a:cubicBezTo>
                      <a:pt x="13571" y="15364"/>
                      <a:pt x="13741" y="15415"/>
                      <a:pt x="13910" y="15415"/>
                    </a:cubicBezTo>
                    <a:cubicBezTo>
                      <a:pt x="13968" y="15415"/>
                      <a:pt x="14026" y="15409"/>
                      <a:pt x="14083" y="15396"/>
                    </a:cubicBezTo>
                    <a:cubicBezTo>
                      <a:pt x="14306" y="15353"/>
                      <a:pt x="14508" y="15221"/>
                      <a:pt x="14642" y="15035"/>
                    </a:cubicBezTo>
                    <a:cubicBezTo>
                      <a:pt x="14712" y="14944"/>
                      <a:pt x="14754" y="14833"/>
                      <a:pt x="14785" y="14722"/>
                    </a:cubicBezTo>
                    <a:cubicBezTo>
                      <a:pt x="14811" y="14613"/>
                      <a:pt x="14811" y="14484"/>
                      <a:pt x="14808" y="14396"/>
                    </a:cubicBezTo>
                    <a:lnTo>
                      <a:pt x="14794" y="13813"/>
                    </a:lnTo>
                    <a:cubicBezTo>
                      <a:pt x="14755" y="12261"/>
                      <a:pt x="14731" y="10708"/>
                      <a:pt x="14726" y="9154"/>
                    </a:cubicBezTo>
                    <a:cubicBezTo>
                      <a:pt x="14714" y="7600"/>
                      <a:pt x="14715" y="6047"/>
                      <a:pt x="14748" y="4492"/>
                    </a:cubicBezTo>
                    <a:lnTo>
                      <a:pt x="14748" y="4492"/>
                    </a:lnTo>
                    <a:lnTo>
                      <a:pt x="13742" y="4533"/>
                    </a:lnTo>
                    <a:cubicBezTo>
                      <a:pt x="13905" y="6081"/>
                      <a:pt x="14037" y="7630"/>
                      <a:pt x="14154" y="9179"/>
                    </a:cubicBezTo>
                    <a:cubicBezTo>
                      <a:pt x="14280" y="10728"/>
                      <a:pt x="14385" y="12277"/>
                      <a:pt x="14477" y="13827"/>
                    </a:cubicBezTo>
                    <a:lnTo>
                      <a:pt x="14512" y="14408"/>
                    </a:lnTo>
                    <a:cubicBezTo>
                      <a:pt x="14519" y="14513"/>
                      <a:pt x="14520" y="14579"/>
                      <a:pt x="14506" y="14661"/>
                    </a:cubicBezTo>
                    <a:cubicBezTo>
                      <a:pt x="14488" y="14736"/>
                      <a:pt x="14463" y="14813"/>
                      <a:pt x="14416" y="14878"/>
                    </a:cubicBezTo>
                    <a:cubicBezTo>
                      <a:pt x="14301" y="15057"/>
                      <a:pt x="14092" y="15160"/>
                      <a:pt x="13880" y="15160"/>
                    </a:cubicBezTo>
                    <a:cubicBezTo>
                      <a:pt x="13769" y="15160"/>
                      <a:pt x="13657" y="15132"/>
                      <a:pt x="13557" y="15070"/>
                    </a:cubicBezTo>
                    <a:lnTo>
                      <a:pt x="11531" y="13919"/>
                    </a:lnTo>
                    <a:lnTo>
                      <a:pt x="7494" y="11597"/>
                    </a:lnTo>
                    <a:cubicBezTo>
                      <a:pt x="6157" y="10808"/>
                      <a:pt x="4814" y="10028"/>
                      <a:pt x="3483" y="9228"/>
                    </a:cubicBezTo>
                    <a:lnTo>
                      <a:pt x="1485" y="8033"/>
                    </a:lnTo>
                    <a:lnTo>
                      <a:pt x="985" y="7734"/>
                    </a:lnTo>
                    <a:cubicBezTo>
                      <a:pt x="825" y="7637"/>
                      <a:pt x="692" y="7531"/>
                      <a:pt x="587" y="7387"/>
                    </a:cubicBezTo>
                    <a:cubicBezTo>
                      <a:pt x="378" y="7107"/>
                      <a:pt x="307" y="6734"/>
                      <a:pt x="384" y="6399"/>
                    </a:cubicBezTo>
                    <a:cubicBezTo>
                      <a:pt x="422" y="6231"/>
                      <a:pt x="495" y="6073"/>
                      <a:pt x="601" y="5939"/>
                    </a:cubicBezTo>
                    <a:cubicBezTo>
                      <a:pt x="705" y="5804"/>
                      <a:pt x="839" y="5705"/>
                      <a:pt x="1002" y="5582"/>
                    </a:cubicBezTo>
                    <a:lnTo>
                      <a:pt x="1934" y="4885"/>
                    </a:lnTo>
                    <a:cubicBezTo>
                      <a:pt x="2554" y="4418"/>
                      <a:pt x="3182" y="3959"/>
                      <a:pt x="3810" y="3503"/>
                    </a:cubicBezTo>
                    <a:cubicBezTo>
                      <a:pt x="5062" y="2581"/>
                      <a:pt x="6323" y="1674"/>
                      <a:pt x="7604" y="791"/>
                    </a:cubicBezTo>
                    <a:lnTo>
                      <a:pt x="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092;p44">
                <a:extLst>
                  <a:ext uri="{FF2B5EF4-FFF2-40B4-BE49-F238E27FC236}">
                    <a16:creationId xmlns:a16="http://schemas.microsoft.com/office/drawing/2014/main" id="{68B1EDEF-93B6-D37F-6B09-E606229F0FFA}"/>
                  </a:ext>
                </a:extLst>
              </p:cNvPr>
              <p:cNvSpPr/>
              <p:nvPr/>
            </p:nvSpPr>
            <p:spPr>
              <a:xfrm>
                <a:off x="-2190723" y="2528482"/>
                <a:ext cx="543546" cy="486191"/>
              </a:xfrm>
              <a:custGeom>
                <a:avLst/>
                <a:gdLst/>
                <a:ahLst/>
                <a:cxnLst/>
                <a:rect l="l" t="t" r="r" b="b"/>
                <a:pathLst>
                  <a:path w="14130" h="12639" extrusionOk="0">
                    <a:moveTo>
                      <a:pt x="3171" y="1"/>
                    </a:moveTo>
                    <a:cubicBezTo>
                      <a:pt x="2374" y="973"/>
                      <a:pt x="1559" y="1928"/>
                      <a:pt x="730" y="2871"/>
                    </a:cubicBezTo>
                    <a:cubicBezTo>
                      <a:pt x="625" y="2993"/>
                      <a:pt x="525" y="3100"/>
                      <a:pt x="416" y="3231"/>
                    </a:cubicBezTo>
                    <a:cubicBezTo>
                      <a:pt x="293" y="3371"/>
                      <a:pt x="202" y="3537"/>
                      <a:pt x="136" y="3710"/>
                    </a:cubicBezTo>
                    <a:cubicBezTo>
                      <a:pt x="10" y="4056"/>
                      <a:pt x="1" y="4442"/>
                      <a:pt x="124" y="4782"/>
                    </a:cubicBezTo>
                    <a:cubicBezTo>
                      <a:pt x="239" y="5125"/>
                      <a:pt x="482" y="5420"/>
                      <a:pt x="787" y="5598"/>
                    </a:cubicBezTo>
                    <a:lnTo>
                      <a:pt x="1614" y="6060"/>
                    </a:lnTo>
                    <a:cubicBezTo>
                      <a:pt x="3808" y="7278"/>
                      <a:pt x="5988" y="8516"/>
                      <a:pt x="8158" y="9773"/>
                    </a:cubicBezTo>
                    <a:lnTo>
                      <a:pt x="11394" y="11688"/>
                    </a:lnTo>
                    <a:lnTo>
                      <a:pt x="12200" y="12174"/>
                    </a:lnTo>
                    <a:lnTo>
                      <a:pt x="12603" y="12416"/>
                    </a:lnTo>
                    <a:cubicBezTo>
                      <a:pt x="12674" y="12457"/>
                      <a:pt x="12730" y="12496"/>
                      <a:pt x="12813" y="12539"/>
                    </a:cubicBezTo>
                    <a:cubicBezTo>
                      <a:pt x="12891" y="12580"/>
                      <a:pt x="12977" y="12610"/>
                      <a:pt x="13068" y="12625"/>
                    </a:cubicBezTo>
                    <a:cubicBezTo>
                      <a:pt x="13117" y="12634"/>
                      <a:pt x="13166" y="12638"/>
                      <a:pt x="13214" y="12638"/>
                    </a:cubicBezTo>
                    <a:cubicBezTo>
                      <a:pt x="13531" y="12638"/>
                      <a:pt x="13838" y="12455"/>
                      <a:pt x="13992" y="12177"/>
                    </a:cubicBezTo>
                    <a:cubicBezTo>
                      <a:pt x="14086" y="12019"/>
                      <a:pt x="14129" y="11827"/>
                      <a:pt x="14108" y="11640"/>
                    </a:cubicBezTo>
                    <a:cubicBezTo>
                      <a:pt x="14099" y="11547"/>
                      <a:pt x="14072" y="11456"/>
                      <a:pt x="14036" y="11371"/>
                    </a:cubicBezTo>
                    <a:lnTo>
                      <a:pt x="13937" y="11153"/>
                    </a:lnTo>
                    <a:cubicBezTo>
                      <a:pt x="12886" y="8875"/>
                      <a:pt x="11868" y="6583"/>
                      <a:pt x="10939" y="4245"/>
                    </a:cubicBezTo>
                    <a:lnTo>
                      <a:pt x="10035" y="4688"/>
                    </a:lnTo>
                    <a:cubicBezTo>
                      <a:pt x="11313" y="6854"/>
                      <a:pt x="12500" y="9066"/>
                      <a:pt x="13657" y="11291"/>
                    </a:cubicBezTo>
                    <a:lnTo>
                      <a:pt x="13762" y="11496"/>
                    </a:lnTo>
                    <a:cubicBezTo>
                      <a:pt x="13791" y="11554"/>
                      <a:pt x="13811" y="11614"/>
                      <a:pt x="13820" y="11677"/>
                    </a:cubicBezTo>
                    <a:cubicBezTo>
                      <a:pt x="13840" y="11802"/>
                      <a:pt x="13819" y="11931"/>
                      <a:pt x="13759" y="12047"/>
                    </a:cubicBezTo>
                    <a:cubicBezTo>
                      <a:pt x="13652" y="12253"/>
                      <a:pt x="13425" y="12396"/>
                      <a:pt x="13192" y="12396"/>
                    </a:cubicBezTo>
                    <a:cubicBezTo>
                      <a:pt x="13163" y="12396"/>
                      <a:pt x="13134" y="12394"/>
                      <a:pt x="13105" y="12390"/>
                    </a:cubicBezTo>
                    <a:cubicBezTo>
                      <a:pt x="12974" y="12376"/>
                      <a:pt x="12859" y="12303"/>
                      <a:pt x="12716" y="12222"/>
                    </a:cubicBezTo>
                    <a:lnTo>
                      <a:pt x="12307" y="11991"/>
                    </a:lnTo>
                    <a:lnTo>
                      <a:pt x="11487" y="11530"/>
                    </a:lnTo>
                    <a:lnTo>
                      <a:pt x="8226" y="9656"/>
                    </a:lnTo>
                    <a:cubicBezTo>
                      <a:pt x="6063" y="8387"/>
                      <a:pt x="3911" y="7100"/>
                      <a:pt x="1771" y="5791"/>
                    </a:cubicBezTo>
                    <a:cubicBezTo>
                      <a:pt x="1507" y="5628"/>
                      <a:pt x="1228" y="5463"/>
                      <a:pt x="978" y="5300"/>
                    </a:cubicBezTo>
                    <a:cubicBezTo>
                      <a:pt x="752" y="5146"/>
                      <a:pt x="587" y="4914"/>
                      <a:pt x="519" y="4657"/>
                    </a:cubicBezTo>
                    <a:cubicBezTo>
                      <a:pt x="445" y="4402"/>
                      <a:pt x="469" y="4122"/>
                      <a:pt x="579" y="3889"/>
                    </a:cubicBezTo>
                    <a:cubicBezTo>
                      <a:pt x="636" y="3776"/>
                      <a:pt x="705" y="3666"/>
                      <a:pt x="799" y="3579"/>
                    </a:cubicBezTo>
                    <a:lnTo>
                      <a:pt x="1132" y="3256"/>
                    </a:lnTo>
                    <a:cubicBezTo>
                      <a:pt x="2039" y="2390"/>
                      <a:pt x="2959" y="1534"/>
                      <a:pt x="3899" y="698"/>
                    </a:cubicBezTo>
                    <a:lnTo>
                      <a:pt x="31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093;p44">
                <a:extLst>
                  <a:ext uri="{FF2B5EF4-FFF2-40B4-BE49-F238E27FC236}">
                    <a16:creationId xmlns:a16="http://schemas.microsoft.com/office/drawing/2014/main" id="{E1F7E786-8ECF-8706-2204-DE94A1E93A18}"/>
                  </a:ext>
                </a:extLst>
              </p:cNvPr>
              <p:cNvSpPr/>
              <p:nvPr/>
            </p:nvSpPr>
            <p:spPr>
              <a:xfrm>
                <a:off x="-1901798" y="2889614"/>
                <a:ext cx="61933" cy="65664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1707" extrusionOk="0">
                    <a:moveTo>
                      <a:pt x="1161" y="1"/>
                    </a:moveTo>
                    <a:lnTo>
                      <a:pt x="1" y="1434"/>
                    </a:lnTo>
                    <a:lnTo>
                      <a:pt x="164" y="1706"/>
                    </a:lnTo>
                    <a:lnTo>
                      <a:pt x="1610" y="19"/>
                    </a:lnTo>
                    <a:lnTo>
                      <a:pt x="11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094;p44">
                <a:extLst>
                  <a:ext uri="{FF2B5EF4-FFF2-40B4-BE49-F238E27FC236}">
                    <a16:creationId xmlns:a16="http://schemas.microsoft.com/office/drawing/2014/main" id="{273300F8-1A5E-D1FA-87F6-574FD1E55E35}"/>
                  </a:ext>
                </a:extLst>
              </p:cNvPr>
              <p:cNvSpPr/>
              <p:nvPr/>
            </p:nvSpPr>
            <p:spPr>
              <a:xfrm>
                <a:off x="-1895489" y="2895346"/>
                <a:ext cx="67049" cy="59932"/>
              </a:xfrm>
              <a:custGeom>
                <a:avLst/>
                <a:gdLst/>
                <a:ahLst/>
                <a:cxnLst/>
                <a:rect l="l" t="t" r="r" b="b"/>
                <a:pathLst>
                  <a:path w="1743" h="1558" extrusionOk="0">
                    <a:moveTo>
                      <a:pt x="1743" y="1"/>
                    </a:moveTo>
                    <a:lnTo>
                      <a:pt x="872" y="504"/>
                    </a:lnTo>
                    <a:lnTo>
                      <a:pt x="0" y="1557"/>
                    </a:lnTo>
                    <a:lnTo>
                      <a:pt x="871" y="1054"/>
                    </a:lnTo>
                    <a:lnTo>
                      <a:pt x="17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095;p44">
                <a:extLst>
                  <a:ext uri="{FF2B5EF4-FFF2-40B4-BE49-F238E27FC236}">
                    <a16:creationId xmlns:a16="http://schemas.microsoft.com/office/drawing/2014/main" id="{E2F0C00B-07A9-74EA-F713-54464765CD77}"/>
                  </a:ext>
                </a:extLst>
              </p:cNvPr>
              <p:cNvSpPr/>
              <p:nvPr/>
            </p:nvSpPr>
            <p:spPr>
              <a:xfrm>
                <a:off x="-1896528" y="2935890"/>
                <a:ext cx="34544" cy="44122"/>
              </a:xfrm>
              <a:custGeom>
                <a:avLst/>
                <a:gdLst/>
                <a:ahLst/>
                <a:cxnLst/>
                <a:rect l="l" t="t" r="r" b="b"/>
                <a:pathLst>
                  <a:path w="898" h="1147" extrusionOk="0">
                    <a:moveTo>
                      <a:pt x="898" y="0"/>
                    </a:moveTo>
                    <a:lnTo>
                      <a:pt x="27" y="503"/>
                    </a:lnTo>
                    <a:lnTo>
                      <a:pt x="1" y="1146"/>
                    </a:lnTo>
                    <a:lnTo>
                      <a:pt x="872" y="643"/>
                    </a:lnTo>
                    <a:lnTo>
                      <a:pt x="89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096;p44">
                <a:extLst>
                  <a:ext uri="{FF2B5EF4-FFF2-40B4-BE49-F238E27FC236}">
                    <a16:creationId xmlns:a16="http://schemas.microsoft.com/office/drawing/2014/main" id="{8BF29594-CF22-BBE6-FA64-1078F4E669FC}"/>
                  </a:ext>
                </a:extLst>
              </p:cNvPr>
              <p:cNvSpPr/>
              <p:nvPr/>
            </p:nvSpPr>
            <p:spPr>
              <a:xfrm>
                <a:off x="-1902798" y="2944776"/>
                <a:ext cx="7347" cy="35236"/>
              </a:xfrm>
              <a:custGeom>
                <a:avLst/>
                <a:gdLst/>
                <a:ahLst/>
                <a:cxnLst/>
                <a:rect l="l" t="t" r="r" b="b"/>
                <a:pathLst>
                  <a:path w="191" h="916" extrusionOk="0">
                    <a:moveTo>
                      <a:pt x="27" y="0"/>
                    </a:moveTo>
                    <a:lnTo>
                      <a:pt x="1" y="643"/>
                    </a:lnTo>
                    <a:lnTo>
                      <a:pt x="164" y="915"/>
                    </a:lnTo>
                    <a:lnTo>
                      <a:pt x="190" y="272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097;p44">
                <a:extLst>
                  <a:ext uri="{FF2B5EF4-FFF2-40B4-BE49-F238E27FC236}">
                    <a16:creationId xmlns:a16="http://schemas.microsoft.com/office/drawing/2014/main" id="{4195CBC1-2741-3050-6810-C1E16E732D33}"/>
                  </a:ext>
                </a:extLst>
              </p:cNvPr>
              <p:cNvSpPr/>
              <p:nvPr/>
            </p:nvSpPr>
            <p:spPr>
              <a:xfrm>
                <a:off x="-1891411" y="2934390"/>
                <a:ext cx="49200" cy="52547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1366" extrusionOk="0">
                    <a:moveTo>
                      <a:pt x="600" y="0"/>
                    </a:moveTo>
                    <a:cubicBezTo>
                      <a:pt x="545" y="0"/>
                      <a:pt x="482" y="18"/>
                      <a:pt x="415" y="56"/>
                    </a:cubicBezTo>
                    <a:cubicBezTo>
                      <a:pt x="186" y="189"/>
                      <a:pt x="0" y="510"/>
                      <a:pt x="0" y="773"/>
                    </a:cubicBezTo>
                    <a:cubicBezTo>
                      <a:pt x="0" y="909"/>
                      <a:pt x="49" y="1002"/>
                      <a:pt x="129" y="1042"/>
                    </a:cubicBezTo>
                    <a:lnTo>
                      <a:pt x="129" y="1044"/>
                    </a:lnTo>
                    <a:lnTo>
                      <a:pt x="694" y="1365"/>
                    </a:lnTo>
                    <a:lnTo>
                      <a:pt x="751" y="1268"/>
                    </a:lnTo>
                    <a:cubicBezTo>
                      <a:pt x="769" y="1261"/>
                      <a:pt x="788" y="1252"/>
                      <a:pt x="808" y="1241"/>
                    </a:cubicBezTo>
                    <a:cubicBezTo>
                      <a:pt x="1037" y="1108"/>
                      <a:pt x="1222" y="789"/>
                      <a:pt x="1222" y="526"/>
                    </a:cubicBezTo>
                    <a:cubicBezTo>
                      <a:pt x="1222" y="504"/>
                      <a:pt x="1220" y="484"/>
                      <a:pt x="1218" y="466"/>
                    </a:cubicBezTo>
                    <a:lnTo>
                      <a:pt x="1278" y="361"/>
                    </a:lnTo>
                    <a:lnTo>
                      <a:pt x="740" y="49"/>
                    </a:lnTo>
                    <a:lnTo>
                      <a:pt x="739" y="49"/>
                    </a:lnTo>
                    <a:cubicBezTo>
                      <a:pt x="701" y="17"/>
                      <a:pt x="654" y="0"/>
                      <a:pt x="6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098;p44">
                <a:extLst>
                  <a:ext uri="{FF2B5EF4-FFF2-40B4-BE49-F238E27FC236}">
                    <a16:creationId xmlns:a16="http://schemas.microsoft.com/office/drawing/2014/main" id="{696E6B07-F16B-A89D-99BB-9BCBC8597A1A}"/>
                  </a:ext>
                </a:extLst>
              </p:cNvPr>
              <p:cNvSpPr/>
              <p:nvPr/>
            </p:nvSpPr>
            <p:spPr>
              <a:xfrm>
                <a:off x="-1870639" y="2946354"/>
                <a:ext cx="31928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0" h="1067" extrusionOk="0">
                    <a:moveTo>
                      <a:pt x="600" y="1"/>
                    </a:moveTo>
                    <a:cubicBezTo>
                      <a:pt x="544" y="1"/>
                      <a:pt x="481" y="19"/>
                      <a:pt x="414" y="58"/>
                    </a:cubicBezTo>
                    <a:cubicBezTo>
                      <a:pt x="185" y="190"/>
                      <a:pt x="0" y="510"/>
                      <a:pt x="0" y="773"/>
                    </a:cubicBezTo>
                    <a:cubicBezTo>
                      <a:pt x="0" y="959"/>
                      <a:pt x="93" y="1067"/>
                      <a:pt x="228" y="1067"/>
                    </a:cubicBezTo>
                    <a:cubicBezTo>
                      <a:pt x="284" y="1067"/>
                      <a:pt x="347" y="1048"/>
                      <a:pt x="414" y="1010"/>
                    </a:cubicBezTo>
                    <a:cubicBezTo>
                      <a:pt x="643" y="877"/>
                      <a:pt x="829" y="558"/>
                      <a:pt x="829" y="294"/>
                    </a:cubicBezTo>
                    <a:cubicBezTo>
                      <a:pt x="829" y="108"/>
                      <a:pt x="736" y="1"/>
                      <a:pt x="6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099;p44">
                <a:extLst>
                  <a:ext uri="{FF2B5EF4-FFF2-40B4-BE49-F238E27FC236}">
                    <a16:creationId xmlns:a16="http://schemas.microsoft.com/office/drawing/2014/main" id="{7F50F23B-BE95-57CB-4174-9ABB219592F2}"/>
                  </a:ext>
                </a:extLst>
              </p:cNvPr>
              <p:cNvSpPr/>
              <p:nvPr/>
            </p:nvSpPr>
            <p:spPr>
              <a:xfrm>
                <a:off x="-1809477" y="2938122"/>
                <a:ext cx="32005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2" h="1067" extrusionOk="0">
                    <a:moveTo>
                      <a:pt x="229" y="1"/>
                    </a:moveTo>
                    <a:cubicBezTo>
                      <a:pt x="94" y="1"/>
                      <a:pt x="1" y="107"/>
                      <a:pt x="1" y="293"/>
                    </a:cubicBezTo>
                    <a:cubicBezTo>
                      <a:pt x="1" y="556"/>
                      <a:pt x="187" y="878"/>
                      <a:pt x="416" y="1010"/>
                    </a:cubicBezTo>
                    <a:cubicBezTo>
                      <a:pt x="483" y="1049"/>
                      <a:pt x="546" y="1067"/>
                      <a:pt x="602" y="1067"/>
                    </a:cubicBezTo>
                    <a:cubicBezTo>
                      <a:pt x="738" y="1067"/>
                      <a:pt x="831" y="959"/>
                      <a:pt x="831" y="773"/>
                    </a:cubicBezTo>
                    <a:cubicBezTo>
                      <a:pt x="831" y="510"/>
                      <a:pt x="645" y="190"/>
                      <a:pt x="416" y="58"/>
                    </a:cubicBezTo>
                    <a:cubicBezTo>
                      <a:pt x="349" y="19"/>
                      <a:pt x="285" y="1"/>
                      <a:pt x="2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100;p44">
                <a:extLst>
                  <a:ext uri="{FF2B5EF4-FFF2-40B4-BE49-F238E27FC236}">
                    <a16:creationId xmlns:a16="http://schemas.microsoft.com/office/drawing/2014/main" id="{F2DE19D1-ED16-FB04-5528-D019DCCB7E44}"/>
                  </a:ext>
                </a:extLst>
              </p:cNvPr>
              <p:cNvSpPr/>
              <p:nvPr/>
            </p:nvSpPr>
            <p:spPr>
              <a:xfrm>
                <a:off x="-1811669" y="2940045"/>
                <a:ext cx="29158" cy="41737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085" extrusionOk="0">
                    <a:moveTo>
                      <a:pt x="148" y="0"/>
                    </a:moveTo>
                    <a:lnTo>
                      <a:pt x="1" y="79"/>
                    </a:lnTo>
                    <a:lnTo>
                      <a:pt x="585" y="1085"/>
                    </a:lnTo>
                    <a:lnTo>
                      <a:pt x="757" y="994"/>
                    </a:lnTo>
                    <a:lnTo>
                      <a:pt x="757" y="451"/>
                    </a:lnTo>
                    <a:lnTo>
                      <a:pt x="379" y="15"/>
                    </a:lnTo>
                    <a:lnTo>
                      <a:pt x="1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101;p44">
                <a:extLst>
                  <a:ext uri="{FF2B5EF4-FFF2-40B4-BE49-F238E27FC236}">
                    <a16:creationId xmlns:a16="http://schemas.microsoft.com/office/drawing/2014/main" id="{BE16A359-A395-05EA-1526-75561B5CE574}"/>
                  </a:ext>
                </a:extLst>
              </p:cNvPr>
              <p:cNvSpPr/>
              <p:nvPr/>
            </p:nvSpPr>
            <p:spPr>
              <a:xfrm>
                <a:off x="-1815170" y="2941199"/>
                <a:ext cx="32005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2" h="1067" extrusionOk="0">
                    <a:moveTo>
                      <a:pt x="229" y="1"/>
                    </a:moveTo>
                    <a:cubicBezTo>
                      <a:pt x="94" y="1"/>
                      <a:pt x="1" y="107"/>
                      <a:pt x="1" y="293"/>
                    </a:cubicBezTo>
                    <a:cubicBezTo>
                      <a:pt x="1" y="556"/>
                      <a:pt x="187" y="878"/>
                      <a:pt x="416" y="1010"/>
                    </a:cubicBezTo>
                    <a:cubicBezTo>
                      <a:pt x="483" y="1049"/>
                      <a:pt x="546" y="1067"/>
                      <a:pt x="602" y="1067"/>
                    </a:cubicBezTo>
                    <a:cubicBezTo>
                      <a:pt x="738" y="1067"/>
                      <a:pt x="832" y="959"/>
                      <a:pt x="832" y="773"/>
                    </a:cubicBezTo>
                    <a:cubicBezTo>
                      <a:pt x="832" y="510"/>
                      <a:pt x="645" y="190"/>
                      <a:pt x="416" y="58"/>
                    </a:cubicBezTo>
                    <a:cubicBezTo>
                      <a:pt x="349" y="19"/>
                      <a:pt x="285" y="1"/>
                      <a:pt x="2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102;p44">
                <a:extLst>
                  <a:ext uri="{FF2B5EF4-FFF2-40B4-BE49-F238E27FC236}">
                    <a16:creationId xmlns:a16="http://schemas.microsoft.com/office/drawing/2014/main" id="{8B81163B-C501-F4BE-040A-28236668329D}"/>
                  </a:ext>
                </a:extLst>
              </p:cNvPr>
              <p:cNvSpPr/>
              <p:nvPr/>
            </p:nvSpPr>
            <p:spPr>
              <a:xfrm>
                <a:off x="-1863600" y="2938122"/>
                <a:ext cx="79358" cy="79397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064" extrusionOk="0">
                    <a:moveTo>
                      <a:pt x="1032" y="1"/>
                    </a:moveTo>
                    <a:cubicBezTo>
                      <a:pt x="462" y="1"/>
                      <a:pt x="0" y="462"/>
                      <a:pt x="0" y="1031"/>
                    </a:cubicBezTo>
                    <a:cubicBezTo>
                      <a:pt x="0" y="1601"/>
                      <a:pt x="462" y="2064"/>
                      <a:pt x="1032" y="2064"/>
                    </a:cubicBezTo>
                    <a:cubicBezTo>
                      <a:pt x="1601" y="2064"/>
                      <a:pt x="2063" y="1601"/>
                      <a:pt x="2063" y="1031"/>
                    </a:cubicBezTo>
                    <a:cubicBezTo>
                      <a:pt x="2063" y="462"/>
                      <a:pt x="1601" y="1"/>
                      <a:pt x="10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103;p44">
                <a:extLst>
                  <a:ext uri="{FF2B5EF4-FFF2-40B4-BE49-F238E27FC236}">
                    <a16:creationId xmlns:a16="http://schemas.microsoft.com/office/drawing/2014/main" id="{9A79F0C5-FD8F-6E9F-575E-0E6A9CD7A479}"/>
                  </a:ext>
                </a:extLst>
              </p:cNvPr>
              <p:cNvSpPr/>
              <p:nvPr/>
            </p:nvSpPr>
            <p:spPr>
              <a:xfrm>
                <a:off x="-1815785" y="2972511"/>
                <a:ext cx="31928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0" h="1067" extrusionOk="0">
                    <a:moveTo>
                      <a:pt x="601" y="0"/>
                    </a:moveTo>
                    <a:cubicBezTo>
                      <a:pt x="545" y="0"/>
                      <a:pt x="481" y="19"/>
                      <a:pt x="414" y="57"/>
                    </a:cubicBezTo>
                    <a:cubicBezTo>
                      <a:pt x="185" y="190"/>
                      <a:pt x="0" y="510"/>
                      <a:pt x="0" y="773"/>
                    </a:cubicBezTo>
                    <a:cubicBezTo>
                      <a:pt x="0" y="959"/>
                      <a:pt x="93" y="1067"/>
                      <a:pt x="228" y="1067"/>
                    </a:cubicBezTo>
                    <a:cubicBezTo>
                      <a:pt x="284" y="1067"/>
                      <a:pt x="347" y="1048"/>
                      <a:pt x="414" y="1010"/>
                    </a:cubicBezTo>
                    <a:cubicBezTo>
                      <a:pt x="643" y="877"/>
                      <a:pt x="829" y="556"/>
                      <a:pt x="829" y="293"/>
                    </a:cubicBezTo>
                    <a:cubicBezTo>
                      <a:pt x="829" y="107"/>
                      <a:pt x="736" y="0"/>
                      <a:pt x="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104;p44">
                <a:extLst>
                  <a:ext uri="{FF2B5EF4-FFF2-40B4-BE49-F238E27FC236}">
                    <a16:creationId xmlns:a16="http://schemas.microsoft.com/office/drawing/2014/main" id="{61E592F5-9C87-C5B6-5295-6549A747D40C}"/>
                  </a:ext>
                </a:extLst>
              </p:cNvPr>
              <p:cNvSpPr/>
              <p:nvPr/>
            </p:nvSpPr>
            <p:spPr>
              <a:xfrm>
                <a:off x="-1811977" y="2977435"/>
                <a:ext cx="24273" cy="31159"/>
              </a:xfrm>
              <a:custGeom>
                <a:avLst/>
                <a:gdLst/>
                <a:ahLst/>
                <a:cxnLst/>
                <a:rect l="l" t="t" r="r" b="b"/>
                <a:pathLst>
                  <a:path w="631" h="810" extrusionOk="0">
                    <a:moveTo>
                      <a:pt x="457" y="0"/>
                    </a:moveTo>
                    <a:cubicBezTo>
                      <a:pt x="414" y="0"/>
                      <a:pt x="366" y="14"/>
                      <a:pt x="315" y="43"/>
                    </a:cubicBezTo>
                    <a:cubicBezTo>
                      <a:pt x="141" y="143"/>
                      <a:pt x="1" y="388"/>
                      <a:pt x="1" y="586"/>
                    </a:cubicBezTo>
                    <a:cubicBezTo>
                      <a:pt x="1" y="728"/>
                      <a:pt x="71" y="810"/>
                      <a:pt x="174" y="810"/>
                    </a:cubicBezTo>
                    <a:cubicBezTo>
                      <a:pt x="216" y="810"/>
                      <a:pt x="264" y="796"/>
                      <a:pt x="315" y="766"/>
                    </a:cubicBezTo>
                    <a:cubicBezTo>
                      <a:pt x="490" y="666"/>
                      <a:pt x="630" y="423"/>
                      <a:pt x="630" y="223"/>
                    </a:cubicBezTo>
                    <a:cubicBezTo>
                      <a:pt x="630" y="82"/>
                      <a:pt x="560" y="0"/>
                      <a:pt x="45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105;p44">
                <a:extLst>
                  <a:ext uri="{FF2B5EF4-FFF2-40B4-BE49-F238E27FC236}">
                    <a16:creationId xmlns:a16="http://schemas.microsoft.com/office/drawing/2014/main" id="{2E43A1D4-E121-CFCD-38BC-EB100EEF923A}"/>
                  </a:ext>
                </a:extLst>
              </p:cNvPr>
              <p:cNvSpPr/>
              <p:nvPr/>
            </p:nvSpPr>
            <p:spPr>
              <a:xfrm>
                <a:off x="-1875371" y="2973396"/>
                <a:ext cx="31966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1" h="1067" extrusionOk="0">
                    <a:moveTo>
                      <a:pt x="228" y="0"/>
                    </a:moveTo>
                    <a:cubicBezTo>
                      <a:pt x="93" y="0"/>
                      <a:pt x="0" y="107"/>
                      <a:pt x="0" y="293"/>
                    </a:cubicBezTo>
                    <a:cubicBezTo>
                      <a:pt x="0" y="556"/>
                      <a:pt x="186" y="877"/>
                      <a:pt x="415" y="1010"/>
                    </a:cubicBezTo>
                    <a:cubicBezTo>
                      <a:pt x="482" y="1048"/>
                      <a:pt x="546" y="1067"/>
                      <a:pt x="602" y="1067"/>
                    </a:cubicBezTo>
                    <a:cubicBezTo>
                      <a:pt x="737" y="1067"/>
                      <a:pt x="831" y="959"/>
                      <a:pt x="831" y="773"/>
                    </a:cubicBezTo>
                    <a:cubicBezTo>
                      <a:pt x="831" y="510"/>
                      <a:pt x="645" y="190"/>
                      <a:pt x="415" y="58"/>
                    </a:cubicBezTo>
                    <a:cubicBezTo>
                      <a:pt x="348" y="19"/>
                      <a:pt x="285" y="0"/>
                      <a:pt x="2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106;p44">
                <a:extLst>
                  <a:ext uri="{FF2B5EF4-FFF2-40B4-BE49-F238E27FC236}">
                    <a16:creationId xmlns:a16="http://schemas.microsoft.com/office/drawing/2014/main" id="{C8761F86-4B87-A52A-90DD-623EADC06DAC}"/>
                  </a:ext>
                </a:extLst>
              </p:cNvPr>
              <p:cNvSpPr/>
              <p:nvPr/>
            </p:nvSpPr>
            <p:spPr>
              <a:xfrm>
                <a:off x="-1877563" y="2975281"/>
                <a:ext cx="29120" cy="41776"/>
              </a:xfrm>
              <a:custGeom>
                <a:avLst/>
                <a:gdLst/>
                <a:ahLst/>
                <a:cxnLst/>
                <a:rect l="l" t="t" r="r" b="b"/>
                <a:pathLst>
                  <a:path w="757" h="1086" extrusionOk="0">
                    <a:moveTo>
                      <a:pt x="148" y="1"/>
                    </a:moveTo>
                    <a:lnTo>
                      <a:pt x="0" y="79"/>
                    </a:lnTo>
                    <a:lnTo>
                      <a:pt x="585" y="1085"/>
                    </a:lnTo>
                    <a:lnTo>
                      <a:pt x="757" y="995"/>
                    </a:lnTo>
                    <a:lnTo>
                      <a:pt x="757" y="452"/>
                    </a:lnTo>
                    <a:lnTo>
                      <a:pt x="379" y="16"/>
                    </a:lnTo>
                    <a:lnTo>
                      <a:pt x="1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107;p44">
                <a:extLst>
                  <a:ext uri="{FF2B5EF4-FFF2-40B4-BE49-F238E27FC236}">
                    <a16:creationId xmlns:a16="http://schemas.microsoft.com/office/drawing/2014/main" id="{6DA15719-9316-4C47-F31C-4D36DA8561DC}"/>
                  </a:ext>
                </a:extLst>
              </p:cNvPr>
              <p:cNvSpPr/>
              <p:nvPr/>
            </p:nvSpPr>
            <p:spPr>
              <a:xfrm>
                <a:off x="-1881064" y="2976474"/>
                <a:ext cx="31966" cy="41006"/>
              </a:xfrm>
              <a:custGeom>
                <a:avLst/>
                <a:gdLst/>
                <a:ahLst/>
                <a:cxnLst/>
                <a:rect l="l" t="t" r="r" b="b"/>
                <a:pathLst>
                  <a:path w="831" h="1066" extrusionOk="0">
                    <a:moveTo>
                      <a:pt x="229" y="0"/>
                    </a:moveTo>
                    <a:cubicBezTo>
                      <a:pt x="93" y="0"/>
                      <a:pt x="0" y="107"/>
                      <a:pt x="0" y="293"/>
                    </a:cubicBezTo>
                    <a:cubicBezTo>
                      <a:pt x="0" y="556"/>
                      <a:pt x="186" y="877"/>
                      <a:pt x="416" y="1010"/>
                    </a:cubicBezTo>
                    <a:cubicBezTo>
                      <a:pt x="483" y="1048"/>
                      <a:pt x="546" y="1066"/>
                      <a:pt x="602" y="1066"/>
                    </a:cubicBezTo>
                    <a:cubicBezTo>
                      <a:pt x="738" y="1066"/>
                      <a:pt x="831" y="959"/>
                      <a:pt x="831" y="773"/>
                    </a:cubicBezTo>
                    <a:cubicBezTo>
                      <a:pt x="831" y="510"/>
                      <a:pt x="645" y="190"/>
                      <a:pt x="416" y="58"/>
                    </a:cubicBezTo>
                    <a:cubicBezTo>
                      <a:pt x="348" y="19"/>
                      <a:pt x="285" y="0"/>
                      <a:pt x="2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108;p44">
                <a:extLst>
                  <a:ext uri="{FF2B5EF4-FFF2-40B4-BE49-F238E27FC236}">
                    <a16:creationId xmlns:a16="http://schemas.microsoft.com/office/drawing/2014/main" id="{9FED8919-FACA-B157-4898-E8D374A857AE}"/>
                  </a:ext>
                </a:extLst>
              </p:cNvPr>
              <p:cNvSpPr/>
              <p:nvPr/>
            </p:nvSpPr>
            <p:spPr>
              <a:xfrm>
                <a:off x="-1859715" y="2891999"/>
                <a:ext cx="71626" cy="43353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1127" extrusionOk="0">
                    <a:moveTo>
                      <a:pt x="13" y="0"/>
                    </a:moveTo>
                    <a:lnTo>
                      <a:pt x="13" y="563"/>
                    </a:lnTo>
                    <a:cubicBezTo>
                      <a:pt x="1" y="709"/>
                      <a:pt x="91" y="857"/>
                      <a:pt x="285" y="969"/>
                    </a:cubicBezTo>
                    <a:cubicBezTo>
                      <a:pt x="467" y="1074"/>
                      <a:pt x="705" y="1127"/>
                      <a:pt x="942" y="1127"/>
                    </a:cubicBezTo>
                    <a:cubicBezTo>
                      <a:pt x="1178" y="1127"/>
                      <a:pt x="1413" y="1075"/>
                      <a:pt x="1593" y="971"/>
                    </a:cubicBezTo>
                    <a:cubicBezTo>
                      <a:pt x="1771" y="868"/>
                      <a:pt x="1860" y="732"/>
                      <a:pt x="1862" y="597"/>
                    </a:cubicBezTo>
                    <a:lnTo>
                      <a:pt x="1862" y="595"/>
                    </a:lnTo>
                    <a:lnTo>
                      <a:pt x="1862" y="29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109;p44">
                <a:extLst>
                  <a:ext uri="{FF2B5EF4-FFF2-40B4-BE49-F238E27FC236}">
                    <a16:creationId xmlns:a16="http://schemas.microsoft.com/office/drawing/2014/main" id="{1AFDC005-F6D5-676A-95E0-74C3FB528243}"/>
                  </a:ext>
                </a:extLst>
              </p:cNvPr>
              <p:cNvSpPr/>
              <p:nvPr/>
            </p:nvSpPr>
            <p:spPr>
              <a:xfrm>
                <a:off x="-1862792" y="2872612"/>
                <a:ext cx="78204" cy="41122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069" extrusionOk="0">
                    <a:moveTo>
                      <a:pt x="1010" y="0"/>
                    </a:moveTo>
                    <a:cubicBezTo>
                      <a:pt x="774" y="0"/>
                      <a:pt x="540" y="52"/>
                      <a:pt x="361" y="155"/>
                    </a:cubicBezTo>
                    <a:cubicBezTo>
                      <a:pt x="1" y="363"/>
                      <a:pt x="2" y="701"/>
                      <a:pt x="365" y="910"/>
                    </a:cubicBezTo>
                    <a:cubicBezTo>
                      <a:pt x="547" y="1015"/>
                      <a:pt x="785" y="1068"/>
                      <a:pt x="1023" y="1068"/>
                    </a:cubicBezTo>
                    <a:cubicBezTo>
                      <a:pt x="1259" y="1068"/>
                      <a:pt x="1494" y="1017"/>
                      <a:pt x="1673" y="913"/>
                    </a:cubicBezTo>
                    <a:cubicBezTo>
                      <a:pt x="2033" y="704"/>
                      <a:pt x="2031" y="367"/>
                      <a:pt x="1668" y="158"/>
                    </a:cubicBezTo>
                    <a:cubicBezTo>
                      <a:pt x="1486" y="53"/>
                      <a:pt x="1248" y="0"/>
                      <a:pt x="10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110;p44">
                <a:extLst>
                  <a:ext uri="{FF2B5EF4-FFF2-40B4-BE49-F238E27FC236}">
                    <a16:creationId xmlns:a16="http://schemas.microsoft.com/office/drawing/2014/main" id="{B276B965-F094-E518-B5C4-96132A898F3D}"/>
                  </a:ext>
                </a:extLst>
              </p:cNvPr>
              <p:cNvSpPr/>
              <p:nvPr/>
            </p:nvSpPr>
            <p:spPr>
              <a:xfrm>
                <a:off x="-1857176" y="2853878"/>
                <a:ext cx="33544" cy="57778"/>
              </a:xfrm>
              <a:custGeom>
                <a:avLst/>
                <a:gdLst/>
                <a:ahLst/>
                <a:cxnLst/>
                <a:rect l="l" t="t" r="r" b="b"/>
                <a:pathLst>
                  <a:path w="872" h="1502" extrusionOk="0">
                    <a:moveTo>
                      <a:pt x="1" y="0"/>
                    </a:moveTo>
                    <a:lnTo>
                      <a:pt x="1" y="999"/>
                    </a:lnTo>
                    <a:lnTo>
                      <a:pt x="871" y="1502"/>
                    </a:lnTo>
                    <a:lnTo>
                      <a:pt x="871" y="50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111;p44">
                <a:extLst>
                  <a:ext uri="{FF2B5EF4-FFF2-40B4-BE49-F238E27FC236}">
                    <a16:creationId xmlns:a16="http://schemas.microsoft.com/office/drawing/2014/main" id="{FF88CCF0-E653-EB0F-D9A3-44526136B1A8}"/>
                  </a:ext>
                </a:extLst>
              </p:cNvPr>
              <p:cNvSpPr/>
              <p:nvPr/>
            </p:nvSpPr>
            <p:spPr>
              <a:xfrm>
                <a:off x="-1857176" y="2834529"/>
                <a:ext cx="67049" cy="38814"/>
              </a:xfrm>
              <a:custGeom>
                <a:avLst/>
                <a:gdLst/>
                <a:ahLst/>
                <a:cxnLst/>
                <a:rect l="l" t="t" r="r" b="b"/>
                <a:pathLst>
                  <a:path w="1743" h="1009" extrusionOk="0">
                    <a:moveTo>
                      <a:pt x="871" y="0"/>
                    </a:moveTo>
                    <a:lnTo>
                      <a:pt x="1" y="505"/>
                    </a:lnTo>
                    <a:lnTo>
                      <a:pt x="871" y="1008"/>
                    </a:lnTo>
                    <a:lnTo>
                      <a:pt x="1742" y="503"/>
                    </a:lnTo>
                    <a:lnTo>
                      <a:pt x="871" y="0"/>
                    </a:lnTo>
                    <a:close/>
                  </a:path>
                </a:pathLst>
              </a:custGeom>
              <a:solidFill>
                <a:srgbClr val="2A2C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112;p44">
                <a:extLst>
                  <a:ext uri="{FF2B5EF4-FFF2-40B4-BE49-F238E27FC236}">
                    <a16:creationId xmlns:a16="http://schemas.microsoft.com/office/drawing/2014/main" id="{7EE8D023-5D43-8942-3CD2-7CFEC7CEDB46}"/>
                  </a:ext>
                </a:extLst>
              </p:cNvPr>
              <p:cNvSpPr/>
              <p:nvPr/>
            </p:nvSpPr>
            <p:spPr>
              <a:xfrm>
                <a:off x="-1823671" y="2853878"/>
                <a:ext cx="33544" cy="57778"/>
              </a:xfrm>
              <a:custGeom>
                <a:avLst/>
                <a:gdLst/>
                <a:ahLst/>
                <a:cxnLst/>
                <a:rect l="l" t="t" r="r" b="b"/>
                <a:pathLst>
                  <a:path w="872" h="1502" extrusionOk="0">
                    <a:moveTo>
                      <a:pt x="871" y="0"/>
                    </a:moveTo>
                    <a:lnTo>
                      <a:pt x="0" y="503"/>
                    </a:lnTo>
                    <a:lnTo>
                      <a:pt x="0" y="1502"/>
                    </a:lnTo>
                    <a:lnTo>
                      <a:pt x="871" y="999"/>
                    </a:lnTo>
                    <a:lnTo>
                      <a:pt x="8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113;p44">
                <a:extLst>
                  <a:ext uri="{FF2B5EF4-FFF2-40B4-BE49-F238E27FC236}">
                    <a16:creationId xmlns:a16="http://schemas.microsoft.com/office/drawing/2014/main" id="{029337DC-08CD-77E9-413E-592F17B2BA45}"/>
                  </a:ext>
                </a:extLst>
              </p:cNvPr>
              <p:cNvSpPr/>
              <p:nvPr/>
            </p:nvSpPr>
            <p:spPr>
              <a:xfrm>
                <a:off x="-1858599" y="1985246"/>
                <a:ext cx="63664" cy="36006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936" extrusionOk="0">
                    <a:moveTo>
                      <a:pt x="1" y="1"/>
                    </a:moveTo>
                    <a:lnTo>
                      <a:pt x="1654" y="936"/>
                    </a:lnTo>
                    <a:lnTo>
                      <a:pt x="1442" y="561"/>
                    </a:lnTo>
                    <a:lnTo>
                      <a:pt x="129" y="6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23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114;p44">
                <a:extLst>
                  <a:ext uri="{FF2B5EF4-FFF2-40B4-BE49-F238E27FC236}">
                    <a16:creationId xmlns:a16="http://schemas.microsoft.com/office/drawing/2014/main" id="{01D3FF9C-6638-F7C3-544E-0D801FF3E4B9}"/>
                  </a:ext>
                </a:extLst>
              </p:cNvPr>
              <p:cNvSpPr/>
              <p:nvPr/>
            </p:nvSpPr>
            <p:spPr>
              <a:xfrm>
                <a:off x="-2086554" y="1985246"/>
                <a:ext cx="232921" cy="337552"/>
              </a:xfrm>
              <a:custGeom>
                <a:avLst/>
                <a:gdLst/>
                <a:ahLst/>
                <a:cxnLst/>
                <a:rect l="l" t="t" r="r" b="b"/>
                <a:pathLst>
                  <a:path w="6055" h="8775" extrusionOk="0">
                    <a:moveTo>
                      <a:pt x="5927" y="1"/>
                    </a:moveTo>
                    <a:lnTo>
                      <a:pt x="0" y="8775"/>
                    </a:lnTo>
                    <a:lnTo>
                      <a:pt x="442" y="8510"/>
                    </a:lnTo>
                    <a:lnTo>
                      <a:pt x="6055" y="64"/>
                    </a:lnTo>
                    <a:lnTo>
                      <a:pt x="59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115;p44">
                <a:extLst>
                  <a:ext uri="{FF2B5EF4-FFF2-40B4-BE49-F238E27FC236}">
                    <a16:creationId xmlns:a16="http://schemas.microsoft.com/office/drawing/2014/main" id="{2F7DF358-2842-90E0-420B-3F6681894E69}"/>
                  </a:ext>
                </a:extLst>
              </p:cNvPr>
              <p:cNvSpPr/>
              <p:nvPr/>
            </p:nvSpPr>
            <p:spPr>
              <a:xfrm>
                <a:off x="-2069591" y="1987669"/>
                <a:ext cx="266503" cy="352362"/>
              </a:xfrm>
              <a:custGeom>
                <a:avLst/>
                <a:gdLst/>
                <a:ahLst/>
                <a:cxnLst/>
                <a:rect l="l" t="t" r="r" b="b"/>
                <a:pathLst>
                  <a:path w="6928" h="9160" extrusionOk="0">
                    <a:moveTo>
                      <a:pt x="5614" y="1"/>
                    </a:moveTo>
                    <a:lnTo>
                      <a:pt x="1703" y="5886"/>
                    </a:lnTo>
                    <a:lnTo>
                      <a:pt x="1433" y="6292"/>
                    </a:lnTo>
                    <a:lnTo>
                      <a:pt x="1" y="8447"/>
                    </a:lnTo>
                    <a:lnTo>
                      <a:pt x="1886" y="9159"/>
                    </a:lnTo>
                    <a:lnTo>
                      <a:pt x="3148" y="6992"/>
                    </a:lnTo>
                    <a:lnTo>
                      <a:pt x="3402" y="6558"/>
                    </a:lnTo>
                    <a:lnTo>
                      <a:pt x="6927" y="496"/>
                    </a:lnTo>
                    <a:lnTo>
                      <a:pt x="561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116;p44">
                <a:extLst>
                  <a:ext uri="{FF2B5EF4-FFF2-40B4-BE49-F238E27FC236}">
                    <a16:creationId xmlns:a16="http://schemas.microsoft.com/office/drawing/2014/main" id="{A736E4BF-1155-8ADF-36E3-30192C8C9290}"/>
                  </a:ext>
                </a:extLst>
              </p:cNvPr>
              <p:cNvSpPr/>
              <p:nvPr/>
            </p:nvSpPr>
            <p:spPr>
              <a:xfrm>
                <a:off x="-2086554" y="2312565"/>
                <a:ext cx="94092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2446" h="1191" extrusionOk="0">
                    <a:moveTo>
                      <a:pt x="442" y="1"/>
                    </a:moveTo>
                    <a:lnTo>
                      <a:pt x="0" y="266"/>
                    </a:lnTo>
                    <a:lnTo>
                      <a:pt x="2446" y="1190"/>
                    </a:lnTo>
                    <a:lnTo>
                      <a:pt x="2327" y="713"/>
                    </a:lnTo>
                    <a:lnTo>
                      <a:pt x="4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117;p44">
                <a:extLst>
                  <a:ext uri="{FF2B5EF4-FFF2-40B4-BE49-F238E27FC236}">
                    <a16:creationId xmlns:a16="http://schemas.microsoft.com/office/drawing/2014/main" id="{12A22179-6785-7E35-11F5-E583CD02DF92}"/>
                  </a:ext>
                </a:extLst>
              </p:cNvPr>
              <p:cNvSpPr/>
              <p:nvPr/>
            </p:nvSpPr>
            <p:spPr>
              <a:xfrm>
                <a:off x="-1994311" y="2021213"/>
                <a:ext cx="204993" cy="392830"/>
              </a:xfrm>
              <a:custGeom>
                <a:avLst/>
                <a:gdLst/>
                <a:ahLst/>
                <a:cxnLst/>
                <a:rect l="l" t="t" r="r" b="b"/>
                <a:pathLst>
                  <a:path w="5329" h="10212" extrusionOk="0">
                    <a:moveTo>
                      <a:pt x="0" y="10211"/>
                    </a:moveTo>
                    <a:lnTo>
                      <a:pt x="1306" y="7869"/>
                    </a:lnTo>
                    <a:lnTo>
                      <a:pt x="1783" y="7014"/>
                    </a:lnTo>
                    <a:lnTo>
                      <a:pt x="5329" y="653"/>
                    </a:lnTo>
                    <a:lnTo>
                      <a:pt x="5182" y="1"/>
                    </a:lnTo>
                    <a:lnTo>
                      <a:pt x="1689" y="5963"/>
                    </a:lnTo>
                    <a:lnTo>
                      <a:pt x="1306" y="6617"/>
                    </a:lnTo>
                    <a:lnTo>
                      <a:pt x="48" y="87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118;p44">
                <a:extLst>
                  <a:ext uri="{FF2B5EF4-FFF2-40B4-BE49-F238E27FC236}">
                    <a16:creationId xmlns:a16="http://schemas.microsoft.com/office/drawing/2014/main" id="{9267D900-D7EE-4958-D70C-E04931213905}"/>
                  </a:ext>
                </a:extLst>
              </p:cNvPr>
              <p:cNvSpPr/>
              <p:nvPr/>
            </p:nvSpPr>
            <p:spPr>
              <a:xfrm>
                <a:off x="-2088401" y="2322759"/>
                <a:ext cx="95938" cy="69819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1815" extrusionOk="0">
                    <a:moveTo>
                      <a:pt x="48" y="1"/>
                    </a:moveTo>
                    <a:lnTo>
                      <a:pt x="0" y="890"/>
                    </a:lnTo>
                    <a:lnTo>
                      <a:pt x="2446" y="1814"/>
                    </a:lnTo>
                    <a:lnTo>
                      <a:pt x="2494" y="925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119;p44">
                <a:extLst>
                  <a:ext uri="{FF2B5EF4-FFF2-40B4-BE49-F238E27FC236}">
                    <a16:creationId xmlns:a16="http://schemas.microsoft.com/office/drawing/2014/main" id="{A3B50929-4188-BEAF-5818-17FA834099C2}"/>
                  </a:ext>
                </a:extLst>
              </p:cNvPr>
              <p:cNvSpPr/>
              <p:nvPr/>
            </p:nvSpPr>
            <p:spPr>
              <a:xfrm>
                <a:off x="-1997042" y="2006787"/>
                <a:ext cx="202108" cy="351593"/>
              </a:xfrm>
              <a:custGeom>
                <a:avLst/>
                <a:gdLst/>
                <a:ahLst/>
                <a:cxnLst/>
                <a:rect l="l" t="t" r="r" b="b"/>
                <a:pathLst>
                  <a:path w="5254" h="9140" extrusionOk="0">
                    <a:moveTo>
                      <a:pt x="0" y="8662"/>
                    </a:moveTo>
                    <a:lnTo>
                      <a:pt x="119" y="9139"/>
                    </a:lnTo>
                    <a:lnTo>
                      <a:pt x="5253" y="376"/>
                    </a:lnTo>
                    <a:lnTo>
                      <a:pt x="504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120;p44">
                <a:extLst>
                  <a:ext uri="{FF2B5EF4-FFF2-40B4-BE49-F238E27FC236}">
                    <a16:creationId xmlns:a16="http://schemas.microsoft.com/office/drawing/2014/main" id="{CF36090C-A83A-994E-F925-F8EACDF0CC42}"/>
                  </a:ext>
                </a:extLst>
              </p:cNvPr>
              <p:cNvSpPr/>
              <p:nvPr/>
            </p:nvSpPr>
            <p:spPr>
              <a:xfrm>
                <a:off x="-2003273" y="2326375"/>
                <a:ext cx="31313" cy="66203"/>
              </a:xfrm>
              <a:custGeom>
                <a:avLst/>
                <a:gdLst/>
                <a:ahLst/>
                <a:cxnLst/>
                <a:rect l="l" t="t" r="r" b="b"/>
                <a:pathLst>
                  <a:path w="814" h="1721" extrusionOk="0">
                    <a:moveTo>
                      <a:pt x="813" y="0"/>
                    </a:moveTo>
                    <a:lnTo>
                      <a:pt x="581" y="236"/>
                    </a:lnTo>
                    <a:lnTo>
                      <a:pt x="1" y="1720"/>
                    </a:lnTo>
                    <a:lnTo>
                      <a:pt x="813" y="1720"/>
                    </a:lnTo>
                    <a:lnTo>
                      <a:pt x="813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1121;p44">
                <a:extLst>
                  <a:ext uri="{FF2B5EF4-FFF2-40B4-BE49-F238E27FC236}">
                    <a16:creationId xmlns:a16="http://schemas.microsoft.com/office/drawing/2014/main" id="{6D743F26-382E-46BD-37EA-491CD0A54511}"/>
                  </a:ext>
                </a:extLst>
              </p:cNvPr>
              <p:cNvSpPr/>
              <p:nvPr/>
            </p:nvSpPr>
            <p:spPr>
              <a:xfrm>
                <a:off x="-1695691" y="2377190"/>
                <a:ext cx="575705" cy="183836"/>
              </a:xfrm>
              <a:custGeom>
                <a:avLst/>
                <a:gdLst/>
                <a:ahLst/>
                <a:cxnLst/>
                <a:rect l="l" t="t" r="r" b="b"/>
                <a:pathLst>
                  <a:path w="14966" h="4779" extrusionOk="0">
                    <a:moveTo>
                      <a:pt x="14966" y="1"/>
                    </a:moveTo>
                    <a:lnTo>
                      <a:pt x="14806" y="39"/>
                    </a:lnTo>
                    <a:lnTo>
                      <a:pt x="11234" y="1192"/>
                    </a:lnTo>
                    <a:lnTo>
                      <a:pt x="14966" y="1"/>
                    </a:lnTo>
                    <a:close/>
                    <a:moveTo>
                      <a:pt x="11234" y="1192"/>
                    </a:moveTo>
                    <a:lnTo>
                      <a:pt x="1" y="4778"/>
                    </a:lnTo>
                    <a:lnTo>
                      <a:pt x="419" y="4683"/>
                    </a:lnTo>
                    <a:lnTo>
                      <a:pt x="11234" y="1192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1122;p44">
                <a:extLst>
                  <a:ext uri="{FF2B5EF4-FFF2-40B4-BE49-F238E27FC236}">
                    <a16:creationId xmlns:a16="http://schemas.microsoft.com/office/drawing/2014/main" id="{18F4ADC9-9A7D-A170-A388-CDE75AA3CBD3}"/>
                  </a:ext>
                </a:extLst>
              </p:cNvPr>
              <p:cNvSpPr/>
              <p:nvPr/>
            </p:nvSpPr>
            <p:spPr>
              <a:xfrm>
                <a:off x="-1679612" y="2378690"/>
                <a:ext cx="576205" cy="226073"/>
              </a:xfrm>
              <a:custGeom>
                <a:avLst/>
                <a:gdLst/>
                <a:ahLst/>
                <a:cxnLst/>
                <a:rect l="l" t="t" r="r" b="b"/>
                <a:pathLst>
                  <a:path w="14979" h="5877" extrusionOk="0">
                    <a:moveTo>
                      <a:pt x="14388" y="0"/>
                    </a:moveTo>
                    <a:lnTo>
                      <a:pt x="4034" y="3343"/>
                    </a:lnTo>
                    <a:lnTo>
                      <a:pt x="3568" y="3493"/>
                    </a:lnTo>
                    <a:lnTo>
                      <a:pt x="1" y="4644"/>
                    </a:lnTo>
                    <a:lnTo>
                      <a:pt x="852" y="5876"/>
                    </a:lnTo>
                    <a:lnTo>
                      <a:pt x="4243" y="4670"/>
                    </a:lnTo>
                    <a:lnTo>
                      <a:pt x="4720" y="4501"/>
                    </a:lnTo>
                    <a:lnTo>
                      <a:pt x="14979" y="857"/>
                    </a:lnTo>
                    <a:lnTo>
                      <a:pt x="1438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1123;p44">
                <a:extLst>
                  <a:ext uri="{FF2B5EF4-FFF2-40B4-BE49-F238E27FC236}">
                    <a16:creationId xmlns:a16="http://schemas.microsoft.com/office/drawing/2014/main" id="{CB40D6DD-21BA-B388-FB08-B4B34F92C72E}"/>
                  </a:ext>
                </a:extLst>
              </p:cNvPr>
              <p:cNvSpPr/>
              <p:nvPr/>
            </p:nvSpPr>
            <p:spPr>
              <a:xfrm>
                <a:off x="-1695691" y="2557333"/>
                <a:ext cx="48854" cy="6504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691" extrusionOk="0">
                    <a:moveTo>
                      <a:pt x="419" y="0"/>
                    </a:moveTo>
                    <a:lnTo>
                      <a:pt x="1" y="95"/>
                    </a:lnTo>
                    <a:lnTo>
                      <a:pt x="1102" y="1690"/>
                    </a:lnTo>
                    <a:lnTo>
                      <a:pt x="1270" y="1232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1124;p44">
                <a:extLst>
                  <a:ext uri="{FF2B5EF4-FFF2-40B4-BE49-F238E27FC236}">
                    <a16:creationId xmlns:a16="http://schemas.microsoft.com/office/drawing/2014/main" id="{EDC23231-961C-9DEE-2286-4CCAA71D24EC}"/>
                  </a:ext>
                </a:extLst>
              </p:cNvPr>
              <p:cNvSpPr/>
              <p:nvPr/>
            </p:nvSpPr>
            <p:spPr>
              <a:xfrm>
                <a:off x="-1654378" y="2423582"/>
                <a:ext cx="566395" cy="254963"/>
              </a:xfrm>
              <a:custGeom>
                <a:avLst/>
                <a:gdLst/>
                <a:ahLst/>
                <a:cxnLst/>
                <a:rect l="l" t="t" r="r" b="b"/>
                <a:pathLst>
                  <a:path w="14724" h="6628" extrusionOk="0">
                    <a:moveTo>
                      <a:pt x="0" y="6627"/>
                    </a:moveTo>
                    <a:lnTo>
                      <a:pt x="3587" y="5229"/>
                    </a:lnTo>
                    <a:lnTo>
                      <a:pt x="4064" y="5044"/>
                    </a:lnTo>
                    <a:lnTo>
                      <a:pt x="14698" y="902"/>
                    </a:lnTo>
                    <a:lnTo>
                      <a:pt x="14724" y="1"/>
                    </a:lnTo>
                    <a:lnTo>
                      <a:pt x="4064" y="3748"/>
                    </a:lnTo>
                    <a:lnTo>
                      <a:pt x="3587" y="3915"/>
                    </a:lnTo>
                    <a:lnTo>
                      <a:pt x="28" y="516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1125;p44">
                <a:extLst>
                  <a:ext uri="{FF2B5EF4-FFF2-40B4-BE49-F238E27FC236}">
                    <a16:creationId xmlns:a16="http://schemas.microsoft.com/office/drawing/2014/main" id="{555F4FAC-C835-F9AB-F91D-DF5C9102B329}"/>
                  </a:ext>
                </a:extLst>
              </p:cNvPr>
              <p:cNvSpPr/>
              <p:nvPr/>
            </p:nvSpPr>
            <p:spPr>
              <a:xfrm>
                <a:off x="-1696692" y="2560987"/>
                <a:ext cx="43391" cy="96015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96" extrusionOk="0">
                    <a:moveTo>
                      <a:pt x="27" y="0"/>
                    </a:moveTo>
                    <a:lnTo>
                      <a:pt x="0" y="900"/>
                    </a:lnTo>
                    <a:lnTo>
                      <a:pt x="1100" y="2495"/>
                    </a:lnTo>
                    <a:lnTo>
                      <a:pt x="1128" y="1595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ABABA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1126;p44">
                <a:extLst>
                  <a:ext uri="{FF2B5EF4-FFF2-40B4-BE49-F238E27FC236}">
                    <a16:creationId xmlns:a16="http://schemas.microsoft.com/office/drawing/2014/main" id="{88E5A62F-8644-4149-8993-F2C0DBC7F607}"/>
                  </a:ext>
                </a:extLst>
              </p:cNvPr>
              <p:cNvSpPr/>
              <p:nvPr/>
            </p:nvSpPr>
            <p:spPr>
              <a:xfrm>
                <a:off x="-1653339" y="2411618"/>
                <a:ext cx="565357" cy="210763"/>
              </a:xfrm>
              <a:custGeom>
                <a:avLst/>
                <a:gdLst/>
                <a:ahLst/>
                <a:cxnLst/>
                <a:rect l="l" t="t" r="r" b="b"/>
                <a:pathLst>
                  <a:path w="14697" h="5479" extrusionOk="0">
                    <a:moveTo>
                      <a:pt x="169" y="5020"/>
                    </a:moveTo>
                    <a:lnTo>
                      <a:pt x="1" y="5478"/>
                    </a:lnTo>
                    <a:lnTo>
                      <a:pt x="14697" y="312"/>
                    </a:lnTo>
                    <a:lnTo>
                      <a:pt x="142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1127;p44">
                <a:extLst>
                  <a:ext uri="{FF2B5EF4-FFF2-40B4-BE49-F238E27FC236}">
                    <a16:creationId xmlns:a16="http://schemas.microsoft.com/office/drawing/2014/main" id="{01F09E97-4CF1-B66D-8F06-24D82137A42F}"/>
                  </a:ext>
                </a:extLst>
              </p:cNvPr>
              <p:cNvSpPr/>
              <p:nvPr/>
            </p:nvSpPr>
            <p:spPr>
              <a:xfrm>
                <a:off x="-2422371" y="2386884"/>
                <a:ext cx="844785" cy="456571"/>
              </a:xfrm>
              <a:custGeom>
                <a:avLst/>
                <a:gdLst/>
                <a:ahLst/>
                <a:cxnLst/>
                <a:rect l="l" t="t" r="r" b="b"/>
                <a:pathLst>
                  <a:path w="21961" h="11869" extrusionOk="0">
                    <a:moveTo>
                      <a:pt x="1537" y="166"/>
                    </a:moveTo>
                    <a:lnTo>
                      <a:pt x="9635" y="1"/>
                    </a:lnTo>
                    <a:lnTo>
                      <a:pt x="21960" y="8161"/>
                    </a:lnTo>
                    <a:lnTo>
                      <a:pt x="21213" y="10345"/>
                    </a:lnTo>
                    <a:lnTo>
                      <a:pt x="19276" y="11868"/>
                    </a:lnTo>
                    <a:lnTo>
                      <a:pt x="1" y="105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1128;p44">
                <a:extLst>
                  <a:ext uri="{FF2B5EF4-FFF2-40B4-BE49-F238E27FC236}">
                    <a16:creationId xmlns:a16="http://schemas.microsoft.com/office/drawing/2014/main" id="{96142E7B-0DB2-80C5-B316-A6CD61F41DE2}"/>
                  </a:ext>
                </a:extLst>
              </p:cNvPr>
              <p:cNvSpPr/>
              <p:nvPr/>
            </p:nvSpPr>
            <p:spPr>
              <a:xfrm>
                <a:off x="-2505268" y="2462703"/>
                <a:ext cx="824435" cy="438183"/>
              </a:xfrm>
              <a:custGeom>
                <a:avLst/>
                <a:gdLst/>
                <a:ahLst/>
                <a:cxnLst/>
                <a:rect l="l" t="t" r="r" b="b"/>
                <a:pathLst>
                  <a:path w="21432" h="11391" extrusionOk="0">
                    <a:moveTo>
                      <a:pt x="185" y="1352"/>
                    </a:moveTo>
                    <a:lnTo>
                      <a:pt x="1" y="0"/>
                    </a:lnTo>
                    <a:lnTo>
                      <a:pt x="19358" y="8499"/>
                    </a:lnTo>
                    <a:lnTo>
                      <a:pt x="21431" y="9897"/>
                    </a:lnTo>
                    <a:lnTo>
                      <a:pt x="18144" y="11391"/>
                    </a:lnTo>
                    <a:lnTo>
                      <a:pt x="11722" y="10977"/>
                    </a:lnTo>
                    <a:lnTo>
                      <a:pt x="1344" y="5944"/>
                    </a:lnTo>
                    <a:lnTo>
                      <a:pt x="688" y="364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1129;p44">
                <a:extLst>
                  <a:ext uri="{FF2B5EF4-FFF2-40B4-BE49-F238E27FC236}">
                    <a16:creationId xmlns:a16="http://schemas.microsoft.com/office/drawing/2014/main" id="{F65EFB8C-2EE4-D80F-8F0C-43CDB21E7231}"/>
                  </a:ext>
                </a:extLst>
              </p:cNvPr>
              <p:cNvSpPr/>
              <p:nvPr/>
            </p:nvSpPr>
            <p:spPr>
              <a:xfrm>
                <a:off x="-2363247" y="2286792"/>
                <a:ext cx="785660" cy="414064"/>
              </a:xfrm>
              <a:custGeom>
                <a:avLst/>
                <a:gdLst/>
                <a:ahLst/>
                <a:cxnLst/>
                <a:rect l="l" t="t" r="r" b="b"/>
                <a:pathLst>
                  <a:path w="20424" h="10764" extrusionOk="0">
                    <a:moveTo>
                      <a:pt x="8098" y="0"/>
                    </a:moveTo>
                    <a:lnTo>
                      <a:pt x="0" y="165"/>
                    </a:lnTo>
                    <a:lnTo>
                      <a:pt x="2214" y="519"/>
                    </a:lnTo>
                    <a:lnTo>
                      <a:pt x="8098" y="0"/>
                    </a:lnTo>
                    <a:close/>
                    <a:moveTo>
                      <a:pt x="8098" y="0"/>
                    </a:moveTo>
                    <a:lnTo>
                      <a:pt x="10830" y="1878"/>
                    </a:lnTo>
                    <a:lnTo>
                      <a:pt x="9539" y="977"/>
                    </a:lnTo>
                    <a:lnTo>
                      <a:pt x="8098" y="0"/>
                    </a:lnTo>
                    <a:close/>
                    <a:moveTo>
                      <a:pt x="10830" y="1878"/>
                    </a:moveTo>
                    <a:lnTo>
                      <a:pt x="16922" y="6129"/>
                    </a:lnTo>
                    <a:lnTo>
                      <a:pt x="16922" y="6129"/>
                    </a:lnTo>
                    <a:lnTo>
                      <a:pt x="16816" y="5992"/>
                    </a:lnTo>
                    <a:lnTo>
                      <a:pt x="10830" y="1878"/>
                    </a:lnTo>
                    <a:close/>
                    <a:moveTo>
                      <a:pt x="16922" y="6129"/>
                    </a:moveTo>
                    <a:lnTo>
                      <a:pt x="19676" y="9700"/>
                    </a:lnTo>
                    <a:lnTo>
                      <a:pt x="20423" y="10763"/>
                    </a:lnTo>
                    <a:lnTo>
                      <a:pt x="18187" y="7011"/>
                    </a:lnTo>
                    <a:lnTo>
                      <a:pt x="16922" y="612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1130;p44">
                <a:extLst>
                  <a:ext uri="{FF2B5EF4-FFF2-40B4-BE49-F238E27FC236}">
                    <a16:creationId xmlns:a16="http://schemas.microsoft.com/office/drawing/2014/main" id="{CABC04E7-4C75-D421-35BF-89B8905FBEA9}"/>
                  </a:ext>
                </a:extLst>
              </p:cNvPr>
              <p:cNvSpPr/>
              <p:nvPr/>
            </p:nvSpPr>
            <p:spPr>
              <a:xfrm>
                <a:off x="-2422371" y="2286792"/>
                <a:ext cx="816011" cy="451493"/>
              </a:xfrm>
              <a:custGeom>
                <a:avLst/>
                <a:gdLst/>
                <a:ahLst/>
                <a:cxnLst/>
                <a:rect l="l" t="t" r="r" b="b"/>
                <a:pathLst>
                  <a:path w="21213" h="11737" extrusionOk="0">
                    <a:moveTo>
                      <a:pt x="1537" y="165"/>
                    </a:moveTo>
                    <a:lnTo>
                      <a:pt x="9635" y="0"/>
                    </a:lnTo>
                    <a:lnTo>
                      <a:pt x="18353" y="5992"/>
                    </a:lnTo>
                    <a:lnTo>
                      <a:pt x="21213" y="9700"/>
                    </a:lnTo>
                    <a:lnTo>
                      <a:pt x="19518" y="11737"/>
                    </a:lnTo>
                    <a:lnTo>
                      <a:pt x="4811" y="2046"/>
                    </a:lnTo>
                    <a:lnTo>
                      <a:pt x="1" y="105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1131;p44">
                <a:extLst>
                  <a:ext uri="{FF2B5EF4-FFF2-40B4-BE49-F238E27FC236}">
                    <a16:creationId xmlns:a16="http://schemas.microsoft.com/office/drawing/2014/main" id="{17A32DC6-B591-6A9D-4A74-4BF66FEBAC5E}"/>
                  </a:ext>
                </a:extLst>
              </p:cNvPr>
              <p:cNvSpPr/>
              <p:nvPr/>
            </p:nvSpPr>
            <p:spPr>
              <a:xfrm>
                <a:off x="-2481457" y="2327259"/>
                <a:ext cx="809895" cy="448723"/>
              </a:xfrm>
              <a:custGeom>
                <a:avLst/>
                <a:gdLst/>
                <a:ahLst/>
                <a:cxnLst/>
                <a:rect l="l" t="t" r="r" b="b"/>
                <a:pathLst>
                  <a:path w="21054" h="11665" extrusionOk="0">
                    <a:moveTo>
                      <a:pt x="1537" y="0"/>
                    </a:moveTo>
                    <a:lnTo>
                      <a:pt x="0" y="888"/>
                    </a:lnTo>
                    <a:lnTo>
                      <a:pt x="725" y="4980"/>
                    </a:lnTo>
                    <a:lnTo>
                      <a:pt x="11103" y="10014"/>
                    </a:lnTo>
                    <a:lnTo>
                      <a:pt x="17525" y="11665"/>
                    </a:lnTo>
                    <a:lnTo>
                      <a:pt x="21054" y="10685"/>
                    </a:lnTo>
                    <a:lnTo>
                      <a:pt x="17068" y="7184"/>
                    </a:lnTo>
                    <a:lnTo>
                      <a:pt x="6347" y="994"/>
                    </a:lnTo>
                    <a:lnTo>
                      <a:pt x="153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1132;p44">
                <a:extLst>
                  <a:ext uri="{FF2B5EF4-FFF2-40B4-BE49-F238E27FC236}">
                    <a16:creationId xmlns:a16="http://schemas.microsoft.com/office/drawing/2014/main" id="{6DB2942D-6BA7-1EA9-2CD8-ACABD373F927}"/>
                  </a:ext>
                </a:extLst>
              </p:cNvPr>
              <p:cNvSpPr/>
              <p:nvPr/>
            </p:nvSpPr>
            <p:spPr>
              <a:xfrm>
                <a:off x="-2453606" y="2365496"/>
                <a:ext cx="628751" cy="347015"/>
              </a:xfrm>
              <a:custGeom>
                <a:avLst/>
                <a:gdLst/>
                <a:ahLst/>
                <a:cxnLst/>
                <a:rect l="l" t="t" r="r" b="b"/>
                <a:pathLst>
                  <a:path w="16345" h="9021" extrusionOk="0">
                    <a:moveTo>
                      <a:pt x="5623" y="0"/>
                    </a:moveTo>
                    <a:lnTo>
                      <a:pt x="1" y="3986"/>
                    </a:lnTo>
                    <a:lnTo>
                      <a:pt x="10379" y="9020"/>
                    </a:lnTo>
                    <a:lnTo>
                      <a:pt x="16344" y="6190"/>
                    </a:lnTo>
                    <a:lnTo>
                      <a:pt x="562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1133;p44">
                <a:extLst>
                  <a:ext uri="{FF2B5EF4-FFF2-40B4-BE49-F238E27FC236}">
                    <a16:creationId xmlns:a16="http://schemas.microsoft.com/office/drawing/2014/main" id="{2D44B20F-E3F0-EF0F-56BA-1F484E31E0B6}"/>
                  </a:ext>
                </a:extLst>
              </p:cNvPr>
              <p:cNvSpPr/>
              <p:nvPr/>
            </p:nvSpPr>
            <p:spPr>
              <a:xfrm>
                <a:off x="-2237345" y="2286792"/>
                <a:ext cx="521004" cy="316818"/>
              </a:xfrm>
              <a:custGeom>
                <a:avLst/>
                <a:gdLst/>
                <a:ahLst/>
                <a:cxnLst/>
                <a:rect l="l" t="t" r="r" b="b"/>
                <a:pathLst>
                  <a:path w="13544" h="8236" extrusionOk="0">
                    <a:moveTo>
                      <a:pt x="4825" y="0"/>
                    </a:moveTo>
                    <a:lnTo>
                      <a:pt x="1" y="2046"/>
                    </a:lnTo>
                    <a:lnTo>
                      <a:pt x="10722" y="8236"/>
                    </a:lnTo>
                    <a:lnTo>
                      <a:pt x="13543" y="5992"/>
                    </a:lnTo>
                    <a:lnTo>
                      <a:pt x="48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1134;p44">
                <a:extLst>
                  <a:ext uri="{FF2B5EF4-FFF2-40B4-BE49-F238E27FC236}">
                    <a16:creationId xmlns:a16="http://schemas.microsoft.com/office/drawing/2014/main" id="{19DB7AF6-749F-49D9-EAF7-0577575D27EF}"/>
                  </a:ext>
                </a:extLst>
              </p:cNvPr>
              <p:cNvSpPr/>
              <p:nvPr/>
            </p:nvSpPr>
            <p:spPr>
              <a:xfrm>
                <a:off x="-2505268" y="2361418"/>
                <a:ext cx="697954" cy="483344"/>
              </a:xfrm>
              <a:custGeom>
                <a:avLst/>
                <a:gdLst/>
                <a:ahLst/>
                <a:cxnLst/>
                <a:rect l="l" t="t" r="r" b="b"/>
                <a:pathLst>
                  <a:path w="18144" h="12565" extrusionOk="0">
                    <a:moveTo>
                      <a:pt x="619" y="0"/>
                    </a:moveTo>
                    <a:lnTo>
                      <a:pt x="1" y="2633"/>
                    </a:lnTo>
                    <a:lnTo>
                      <a:pt x="688" y="6279"/>
                    </a:lnTo>
                    <a:lnTo>
                      <a:pt x="11137" y="11272"/>
                    </a:lnTo>
                    <a:lnTo>
                      <a:pt x="17636" y="12564"/>
                    </a:lnTo>
                    <a:lnTo>
                      <a:pt x="18144" y="10777"/>
                    </a:lnTo>
                    <a:lnTo>
                      <a:pt x="11722" y="9126"/>
                    </a:lnTo>
                    <a:lnTo>
                      <a:pt x="1344" y="40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1135;p44">
                <a:extLst>
                  <a:ext uri="{FF2B5EF4-FFF2-40B4-BE49-F238E27FC236}">
                    <a16:creationId xmlns:a16="http://schemas.microsoft.com/office/drawing/2014/main" id="{246FD5D5-2D92-0938-3DD5-078EC0389683}"/>
                  </a:ext>
                </a:extLst>
              </p:cNvPr>
              <p:cNvSpPr/>
              <p:nvPr/>
            </p:nvSpPr>
            <p:spPr>
              <a:xfrm>
                <a:off x="-2478802" y="2518788"/>
                <a:ext cx="424450" cy="276235"/>
              </a:xfrm>
              <a:custGeom>
                <a:avLst/>
                <a:gdLst/>
                <a:ahLst/>
                <a:cxnLst/>
                <a:rect l="l" t="t" r="r" b="b"/>
                <a:pathLst>
                  <a:path w="11034" h="7181" extrusionOk="0">
                    <a:moveTo>
                      <a:pt x="11034" y="5035"/>
                    </a:moveTo>
                    <a:lnTo>
                      <a:pt x="10449" y="7181"/>
                    </a:lnTo>
                    <a:lnTo>
                      <a:pt x="0" y="2188"/>
                    </a:lnTo>
                    <a:lnTo>
                      <a:pt x="65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1136;p44">
                <a:extLst>
                  <a:ext uri="{FF2B5EF4-FFF2-40B4-BE49-F238E27FC236}">
                    <a16:creationId xmlns:a16="http://schemas.microsoft.com/office/drawing/2014/main" id="{A18DD8FC-3C24-9AB2-D430-9FB7BB1F7954}"/>
                  </a:ext>
                </a:extLst>
              </p:cNvPr>
              <p:cNvSpPr/>
              <p:nvPr/>
            </p:nvSpPr>
            <p:spPr>
              <a:xfrm>
                <a:off x="-1671611" y="2659925"/>
                <a:ext cx="94015" cy="121096"/>
              </a:xfrm>
              <a:custGeom>
                <a:avLst/>
                <a:gdLst/>
                <a:ahLst/>
                <a:cxnLst/>
                <a:rect l="l" t="t" r="r" b="b"/>
                <a:pathLst>
                  <a:path w="2444" h="3148" extrusionOk="0">
                    <a:moveTo>
                      <a:pt x="2443" y="1063"/>
                    </a:moveTo>
                    <a:lnTo>
                      <a:pt x="241" y="3147"/>
                    </a:lnTo>
                    <a:lnTo>
                      <a:pt x="1" y="2037"/>
                    </a:lnTo>
                    <a:lnTo>
                      <a:pt x="16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1137;p44">
                <a:extLst>
                  <a:ext uri="{FF2B5EF4-FFF2-40B4-BE49-F238E27FC236}">
                    <a16:creationId xmlns:a16="http://schemas.microsoft.com/office/drawing/2014/main" id="{A97A330F-AB96-0EB1-3484-BE062C95960D}"/>
                  </a:ext>
                </a:extLst>
              </p:cNvPr>
              <p:cNvSpPr/>
              <p:nvPr/>
            </p:nvSpPr>
            <p:spPr>
              <a:xfrm>
                <a:off x="-1826864" y="2738245"/>
                <a:ext cx="164525" cy="106517"/>
              </a:xfrm>
              <a:custGeom>
                <a:avLst/>
                <a:gdLst/>
                <a:ahLst/>
                <a:cxnLst/>
                <a:rect l="l" t="t" r="r" b="b"/>
                <a:pathLst>
                  <a:path w="4277" h="2769" extrusionOk="0">
                    <a:moveTo>
                      <a:pt x="508" y="981"/>
                    </a:moveTo>
                    <a:lnTo>
                      <a:pt x="4037" y="1"/>
                    </a:lnTo>
                    <a:lnTo>
                      <a:pt x="4277" y="1111"/>
                    </a:lnTo>
                    <a:lnTo>
                      <a:pt x="0" y="276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1138;p44">
                <a:extLst>
                  <a:ext uri="{FF2B5EF4-FFF2-40B4-BE49-F238E27FC236}">
                    <a16:creationId xmlns:a16="http://schemas.microsoft.com/office/drawing/2014/main" id="{13800455-F426-FE17-40AF-7C6D96D95722}"/>
                  </a:ext>
                </a:extLst>
              </p:cNvPr>
              <p:cNvSpPr/>
              <p:nvPr/>
            </p:nvSpPr>
            <p:spPr>
              <a:xfrm>
                <a:off x="-2478802" y="2602917"/>
                <a:ext cx="424450" cy="282082"/>
              </a:xfrm>
              <a:custGeom>
                <a:avLst/>
                <a:gdLst/>
                <a:ahLst/>
                <a:cxnLst/>
                <a:rect l="l" t="t" r="r" b="b"/>
                <a:pathLst>
                  <a:path w="11034" h="7333" extrusionOk="0">
                    <a:moveTo>
                      <a:pt x="10449" y="4994"/>
                    </a:moveTo>
                    <a:lnTo>
                      <a:pt x="11034" y="7332"/>
                    </a:lnTo>
                    <a:lnTo>
                      <a:pt x="656" y="229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1139;p44">
                <a:extLst>
                  <a:ext uri="{FF2B5EF4-FFF2-40B4-BE49-F238E27FC236}">
                    <a16:creationId xmlns:a16="http://schemas.microsoft.com/office/drawing/2014/main" id="{D77D735F-215B-C820-ECF1-843202AC440B}"/>
                  </a:ext>
                </a:extLst>
              </p:cNvPr>
              <p:cNvSpPr/>
              <p:nvPr/>
            </p:nvSpPr>
            <p:spPr>
              <a:xfrm>
                <a:off x="-2076861" y="2794984"/>
                <a:ext cx="269542" cy="105901"/>
              </a:xfrm>
              <a:custGeom>
                <a:avLst/>
                <a:gdLst/>
                <a:ahLst/>
                <a:cxnLst/>
                <a:rect l="l" t="t" r="r" b="b"/>
                <a:pathLst>
                  <a:path w="7007" h="2753" extrusionOk="0">
                    <a:moveTo>
                      <a:pt x="6499" y="1293"/>
                    </a:moveTo>
                    <a:lnTo>
                      <a:pt x="7007" y="2753"/>
                    </a:lnTo>
                    <a:lnTo>
                      <a:pt x="585" y="233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1140;p44">
                <a:extLst>
                  <a:ext uri="{FF2B5EF4-FFF2-40B4-BE49-F238E27FC236}">
                    <a16:creationId xmlns:a16="http://schemas.microsoft.com/office/drawing/2014/main" id="{23B98330-96F3-97A1-1809-24E4EB734F8C}"/>
                  </a:ext>
                </a:extLst>
              </p:cNvPr>
              <p:cNvSpPr/>
              <p:nvPr/>
            </p:nvSpPr>
            <p:spPr>
              <a:xfrm>
                <a:off x="-2433180" y="2812756"/>
                <a:ext cx="330436" cy="334898"/>
              </a:xfrm>
              <a:custGeom>
                <a:avLst/>
                <a:gdLst/>
                <a:ahLst/>
                <a:cxnLst/>
                <a:rect l="l" t="t" r="r" b="b"/>
                <a:pathLst>
                  <a:path w="8590" h="8706" extrusionOk="0">
                    <a:moveTo>
                      <a:pt x="8590" y="0"/>
                    </a:moveTo>
                    <a:lnTo>
                      <a:pt x="8342" y="87"/>
                    </a:lnTo>
                    <a:lnTo>
                      <a:pt x="6893" y="1583"/>
                    </a:lnTo>
                    <a:lnTo>
                      <a:pt x="6432" y="2062"/>
                    </a:lnTo>
                    <a:lnTo>
                      <a:pt x="0" y="8705"/>
                    </a:lnTo>
                    <a:lnTo>
                      <a:pt x="406" y="8396"/>
                    </a:lnTo>
                    <a:lnTo>
                      <a:pt x="6628" y="2011"/>
                    </a:lnTo>
                    <a:lnTo>
                      <a:pt x="7013" y="1617"/>
                    </a:lnTo>
                    <a:lnTo>
                      <a:pt x="859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1141;p44">
                <a:extLst>
                  <a:ext uri="{FF2B5EF4-FFF2-40B4-BE49-F238E27FC236}">
                    <a16:creationId xmlns:a16="http://schemas.microsoft.com/office/drawing/2014/main" id="{E2B3F49E-C1F4-4235-7480-465D8A28CE94}"/>
                  </a:ext>
                </a:extLst>
              </p:cNvPr>
              <p:cNvSpPr/>
              <p:nvPr/>
            </p:nvSpPr>
            <p:spPr>
              <a:xfrm>
                <a:off x="-2433296" y="3183351"/>
                <a:ext cx="74627" cy="18849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490" extrusionOk="0">
                    <a:moveTo>
                      <a:pt x="0" y="0"/>
                    </a:moveTo>
                    <a:lnTo>
                      <a:pt x="405" y="119"/>
                    </a:lnTo>
                    <a:lnTo>
                      <a:pt x="1782" y="466"/>
                    </a:lnTo>
                    <a:lnTo>
                      <a:pt x="1940" y="4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23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1142;p44">
                <a:extLst>
                  <a:ext uri="{FF2B5EF4-FFF2-40B4-BE49-F238E27FC236}">
                    <a16:creationId xmlns:a16="http://schemas.microsoft.com/office/drawing/2014/main" id="{5823834C-1732-9396-6AC9-8A394480B695}"/>
                  </a:ext>
                </a:extLst>
              </p:cNvPr>
              <p:cNvSpPr/>
              <p:nvPr/>
            </p:nvSpPr>
            <p:spPr>
              <a:xfrm>
                <a:off x="-2417563" y="2812756"/>
                <a:ext cx="389907" cy="336360"/>
              </a:xfrm>
              <a:custGeom>
                <a:avLst/>
                <a:gdLst/>
                <a:ahLst/>
                <a:cxnLst/>
                <a:rect l="l" t="t" r="r" b="b"/>
                <a:pathLst>
                  <a:path w="10136" h="8744" extrusionOk="0">
                    <a:moveTo>
                      <a:pt x="8184" y="0"/>
                    </a:moveTo>
                    <a:lnTo>
                      <a:pt x="0" y="8396"/>
                    </a:lnTo>
                    <a:lnTo>
                      <a:pt x="1376" y="8744"/>
                    </a:lnTo>
                    <a:lnTo>
                      <a:pt x="10136" y="543"/>
                    </a:lnTo>
                    <a:lnTo>
                      <a:pt x="8968" y="80"/>
                    </a:lnTo>
                    <a:lnTo>
                      <a:pt x="818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1143;p44">
                <a:extLst>
                  <a:ext uri="{FF2B5EF4-FFF2-40B4-BE49-F238E27FC236}">
                    <a16:creationId xmlns:a16="http://schemas.microsoft.com/office/drawing/2014/main" id="{0D75C962-2B99-B264-FB35-71E6CFAC1A4C}"/>
                  </a:ext>
                </a:extLst>
              </p:cNvPr>
              <p:cNvSpPr/>
              <p:nvPr/>
            </p:nvSpPr>
            <p:spPr>
              <a:xfrm>
                <a:off x="-2433296" y="3147615"/>
                <a:ext cx="74704" cy="5458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9" extrusionOk="0">
                    <a:moveTo>
                      <a:pt x="3" y="0"/>
                    </a:moveTo>
                    <a:lnTo>
                      <a:pt x="0" y="929"/>
                    </a:lnTo>
                    <a:lnTo>
                      <a:pt x="1940" y="1418"/>
                    </a:lnTo>
                    <a:lnTo>
                      <a:pt x="1941" y="489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158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1144;p44">
                <a:extLst>
                  <a:ext uri="{FF2B5EF4-FFF2-40B4-BE49-F238E27FC236}">
                    <a16:creationId xmlns:a16="http://schemas.microsoft.com/office/drawing/2014/main" id="{8DB50D38-D2EF-5E80-ED09-F6446CBE8B56}"/>
                  </a:ext>
                </a:extLst>
              </p:cNvPr>
              <p:cNvSpPr/>
              <p:nvPr/>
            </p:nvSpPr>
            <p:spPr>
              <a:xfrm>
                <a:off x="-2358708" y="2842684"/>
                <a:ext cx="353901" cy="359517"/>
              </a:xfrm>
              <a:custGeom>
                <a:avLst/>
                <a:gdLst/>
                <a:ahLst/>
                <a:cxnLst/>
                <a:rect l="l" t="t" r="r" b="b"/>
                <a:pathLst>
                  <a:path w="9200" h="9346" extrusionOk="0">
                    <a:moveTo>
                      <a:pt x="1" y="9345"/>
                    </a:moveTo>
                    <a:lnTo>
                      <a:pt x="6981" y="3149"/>
                    </a:lnTo>
                    <a:lnTo>
                      <a:pt x="7407" y="2771"/>
                    </a:lnTo>
                    <a:lnTo>
                      <a:pt x="9199" y="1182"/>
                    </a:lnTo>
                    <a:lnTo>
                      <a:pt x="8944" y="1"/>
                    </a:lnTo>
                    <a:lnTo>
                      <a:pt x="7224" y="1620"/>
                    </a:lnTo>
                    <a:lnTo>
                      <a:pt x="6812" y="2007"/>
                    </a:lnTo>
                    <a:lnTo>
                      <a:pt x="2" y="84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1145;p44">
                <a:extLst>
                  <a:ext uri="{FF2B5EF4-FFF2-40B4-BE49-F238E27FC236}">
                    <a16:creationId xmlns:a16="http://schemas.microsoft.com/office/drawing/2014/main" id="{69913FD8-0CBA-B259-12B0-ADE9ABF917A2}"/>
                  </a:ext>
                </a:extLst>
              </p:cNvPr>
              <p:cNvSpPr/>
              <p:nvPr/>
            </p:nvSpPr>
            <p:spPr>
              <a:xfrm>
                <a:off x="-2364671" y="2833644"/>
                <a:ext cx="350054" cy="332821"/>
              </a:xfrm>
              <a:custGeom>
                <a:avLst/>
                <a:gdLst/>
                <a:ahLst/>
                <a:cxnLst/>
                <a:rect l="l" t="t" r="r" b="b"/>
                <a:pathLst>
                  <a:path w="9100" h="8652" extrusionOk="0">
                    <a:moveTo>
                      <a:pt x="1" y="8201"/>
                    </a:moveTo>
                    <a:lnTo>
                      <a:pt x="157" y="8651"/>
                    </a:lnTo>
                    <a:lnTo>
                      <a:pt x="9099" y="236"/>
                    </a:lnTo>
                    <a:lnTo>
                      <a:pt x="8761" y="0"/>
                    </a:lnTo>
                    <a:close/>
                  </a:path>
                </a:pathLst>
              </a:custGeom>
              <a:solidFill>
                <a:srgbClr val="F7F7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1146;p44">
                <a:extLst>
                  <a:ext uri="{FF2B5EF4-FFF2-40B4-BE49-F238E27FC236}">
                    <a16:creationId xmlns:a16="http://schemas.microsoft.com/office/drawing/2014/main" id="{56C930D0-3A03-0B8B-9225-5F7A9848A971}"/>
                  </a:ext>
                </a:extLst>
              </p:cNvPr>
              <p:cNvSpPr/>
              <p:nvPr/>
            </p:nvSpPr>
            <p:spPr>
              <a:xfrm>
                <a:off x="-2433180" y="3135690"/>
                <a:ext cx="74588" cy="30774"/>
              </a:xfrm>
              <a:custGeom>
                <a:avLst/>
                <a:gdLst/>
                <a:ahLst/>
                <a:cxnLst/>
                <a:rect l="l" t="t" r="r" b="b"/>
                <a:pathLst>
                  <a:path w="1939" h="800" extrusionOk="0">
                    <a:moveTo>
                      <a:pt x="406" y="1"/>
                    </a:moveTo>
                    <a:lnTo>
                      <a:pt x="0" y="310"/>
                    </a:lnTo>
                    <a:lnTo>
                      <a:pt x="1938" y="799"/>
                    </a:lnTo>
                    <a:lnTo>
                      <a:pt x="1782" y="349"/>
                    </a:lnTo>
                    <a:lnTo>
                      <a:pt x="406" y="1"/>
                    </a:lnTo>
                    <a:close/>
                  </a:path>
                </a:pathLst>
              </a:custGeom>
              <a:solidFill>
                <a:srgbClr val="5960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1147;p44">
                <a:extLst>
                  <a:ext uri="{FF2B5EF4-FFF2-40B4-BE49-F238E27FC236}">
                    <a16:creationId xmlns:a16="http://schemas.microsoft.com/office/drawing/2014/main" id="{5BD3EE79-9166-A0D4-31BD-A7F70BBB698E}"/>
                  </a:ext>
                </a:extLst>
              </p:cNvPr>
              <p:cNvSpPr/>
              <p:nvPr/>
            </p:nvSpPr>
            <p:spPr>
              <a:xfrm>
                <a:off x="-2517808" y="2602917"/>
                <a:ext cx="61510" cy="88514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2301" extrusionOk="0">
                    <a:moveTo>
                      <a:pt x="1014" y="1"/>
                    </a:moveTo>
                    <a:lnTo>
                      <a:pt x="1" y="213"/>
                    </a:lnTo>
                    <a:lnTo>
                      <a:pt x="676" y="2301"/>
                    </a:lnTo>
                    <a:lnTo>
                      <a:pt x="1599" y="2050"/>
                    </a:lnTo>
                    <a:lnTo>
                      <a:pt x="1074" y="213"/>
                    </a:lnTo>
                    <a:lnTo>
                      <a:pt x="101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1148;p44">
                <a:extLst>
                  <a:ext uri="{FF2B5EF4-FFF2-40B4-BE49-F238E27FC236}">
                    <a16:creationId xmlns:a16="http://schemas.microsoft.com/office/drawing/2014/main" id="{38CBF424-2F80-DAD4-224A-A79E05495C6A}"/>
                  </a:ext>
                </a:extLst>
              </p:cNvPr>
              <p:cNvSpPr/>
              <p:nvPr/>
            </p:nvSpPr>
            <p:spPr>
              <a:xfrm>
                <a:off x="-2596511" y="2512518"/>
                <a:ext cx="117749" cy="98631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2564" extrusionOk="0">
                    <a:moveTo>
                      <a:pt x="2550" y="1"/>
                    </a:moveTo>
                    <a:lnTo>
                      <a:pt x="1" y="579"/>
                    </a:lnTo>
                    <a:lnTo>
                      <a:pt x="2047" y="2563"/>
                    </a:lnTo>
                    <a:lnTo>
                      <a:pt x="3060" y="2351"/>
                    </a:lnTo>
                    <a:lnTo>
                      <a:pt x="25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1149;p44">
                <a:extLst>
                  <a:ext uri="{FF2B5EF4-FFF2-40B4-BE49-F238E27FC236}">
                    <a16:creationId xmlns:a16="http://schemas.microsoft.com/office/drawing/2014/main" id="{559DA1E8-56AC-B92C-4559-6F42193725B0}"/>
                  </a:ext>
                </a:extLst>
              </p:cNvPr>
              <p:cNvSpPr/>
              <p:nvPr/>
            </p:nvSpPr>
            <p:spPr>
              <a:xfrm>
                <a:off x="-2596511" y="2534752"/>
                <a:ext cx="104709" cy="156678"/>
              </a:xfrm>
              <a:custGeom>
                <a:avLst/>
                <a:gdLst/>
                <a:ahLst/>
                <a:cxnLst/>
                <a:rect l="l" t="t" r="r" b="b"/>
                <a:pathLst>
                  <a:path w="2722" h="4073" extrusionOk="0">
                    <a:moveTo>
                      <a:pt x="1" y="1"/>
                    </a:moveTo>
                    <a:lnTo>
                      <a:pt x="630" y="2245"/>
                    </a:lnTo>
                    <a:lnTo>
                      <a:pt x="2722" y="4073"/>
                    </a:lnTo>
                    <a:lnTo>
                      <a:pt x="2047" y="198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1150;p44">
                <a:extLst>
                  <a:ext uri="{FF2B5EF4-FFF2-40B4-BE49-F238E27FC236}">
                    <a16:creationId xmlns:a16="http://schemas.microsoft.com/office/drawing/2014/main" id="{43BFEDB8-77E4-C283-029F-AEAEE57160C6}"/>
                  </a:ext>
                </a:extLst>
              </p:cNvPr>
              <p:cNvSpPr/>
              <p:nvPr/>
            </p:nvSpPr>
            <p:spPr>
              <a:xfrm>
                <a:off x="-3058961" y="2666773"/>
                <a:ext cx="543700" cy="99438"/>
              </a:xfrm>
              <a:custGeom>
                <a:avLst/>
                <a:gdLst/>
                <a:ahLst/>
                <a:cxnLst/>
                <a:rect l="l" t="t" r="r" b="b"/>
                <a:pathLst>
                  <a:path w="14134" h="2585" extrusionOk="0">
                    <a:moveTo>
                      <a:pt x="14133" y="1"/>
                    </a:moveTo>
                    <a:lnTo>
                      <a:pt x="2104" y="2200"/>
                    </a:lnTo>
                    <a:lnTo>
                      <a:pt x="2104" y="2200"/>
                    </a:lnTo>
                    <a:lnTo>
                      <a:pt x="13715" y="125"/>
                    </a:lnTo>
                    <a:lnTo>
                      <a:pt x="14133" y="1"/>
                    </a:lnTo>
                    <a:close/>
                    <a:moveTo>
                      <a:pt x="2104" y="2200"/>
                    </a:moveTo>
                    <a:lnTo>
                      <a:pt x="149" y="2549"/>
                    </a:lnTo>
                    <a:lnTo>
                      <a:pt x="0" y="2585"/>
                    </a:lnTo>
                    <a:lnTo>
                      <a:pt x="2104" y="2200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1151;p44">
                <a:extLst>
                  <a:ext uri="{FF2B5EF4-FFF2-40B4-BE49-F238E27FC236}">
                    <a16:creationId xmlns:a16="http://schemas.microsoft.com/office/drawing/2014/main" id="{112C5264-5014-3A82-2795-6134B1ABC3F2}"/>
                  </a:ext>
                </a:extLst>
              </p:cNvPr>
              <p:cNvSpPr/>
              <p:nvPr/>
            </p:nvSpPr>
            <p:spPr>
              <a:xfrm>
                <a:off x="-3069924" y="2577836"/>
                <a:ext cx="549431" cy="135598"/>
              </a:xfrm>
              <a:custGeom>
                <a:avLst/>
                <a:gdLst/>
                <a:ahLst/>
                <a:cxnLst/>
                <a:rect l="l" t="t" r="r" b="b"/>
                <a:pathLst>
                  <a:path w="14283" h="3525" extrusionOk="0">
                    <a:moveTo>
                      <a:pt x="12982" y="1"/>
                    </a:moveTo>
                    <a:lnTo>
                      <a:pt x="10888" y="428"/>
                    </a:lnTo>
                    <a:lnTo>
                      <a:pt x="10396" y="528"/>
                    </a:lnTo>
                    <a:lnTo>
                      <a:pt x="1" y="2650"/>
                    </a:lnTo>
                    <a:lnTo>
                      <a:pt x="416" y="3525"/>
                    </a:lnTo>
                    <a:lnTo>
                      <a:pt x="11019" y="1614"/>
                    </a:lnTo>
                    <a:lnTo>
                      <a:pt x="11516" y="1524"/>
                    </a:lnTo>
                    <a:lnTo>
                      <a:pt x="14283" y="1025"/>
                    </a:lnTo>
                    <a:lnTo>
                      <a:pt x="1298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1152;p44">
                <a:extLst>
                  <a:ext uri="{FF2B5EF4-FFF2-40B4-BE49-F238E27FC236}">
                    <a16:creationId xmlns:a16="http://schemas.microsoft.com/office/drawing/2014/main" id="{DC0CA40E-A508-E705-21A8-F70082F63B97}"/>
                  </a:ext>
                </a:extLst>
              </p:cNvPr>
              <p:cNvSpPr/>
              <p:nvPr/>
            </p:nvSpPr>
            <p:spPr>
              <a:xfrm>
                <a:off x="-3059461" y="2631498"/>
                <a:ext cx="559394" cy="134790"/>
              </a:xfrm>
              <a:custGeom>
                <a:avLst/>
                <a:gdLst/>
                <a:ahLst/>
                <a:cxnLst/>
                <a:rect l="l" t="t" r="r" b="b"/>
                <a:pathLst>
                  <a:path w="14542" h="3504" extrusionOk="0">
                    <a:moveTo>
                      <a:pt x="1" y="2585"/>
                    </a:moveTo>
                    <a:lnTo>
                      <a:pt x="13" y="3503"/>
                    </a:lnTo>
                    <a:lnTo>
                      <a:pt x="10882" y="1907"/>
                    </a:lnTo>
                    <a:lnTo>
                      <a:pt x="11359" y="1836"/>
                    </a:lnTo>
                    <a:lnTo>
                      <a:pt x="14542" y="1368"/>
                    </a:lnTo>
                    <a:lnTo>
                      <a:pt x="14134" y="1"/>
                    </a:lnTo>
                    <a:lnTo>
                      <a:pt x="11345" y="512"/>
                    </a:lnTo>
                    <a:lnTo>
                      <a:pt x="10875" y="59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1153;p44">
                <a:extLst>
                  <a:ext uri="{FF2B5EF4-FFF2-40B4-BE49-F238E27FC236}">
                    <a16:creationId xmlns:a16="http://schemas.microsoft.com/office/drawing/2014/main" id="{0723235D-5345-E473-2B3C-6FCA139660C6}"/>
                  </a:ext>
                </a:extLst>
              </p:cNvPr>
              <p:cNvSpPr/>
              <p:nvPr/>
            </p:nvSpPr>
            <p:spPr>
              <a:xfrm>
                <a:off x="-3059461" y="2617265"/>
                <a:ext cx="543700" cy="113710"/>
              </a:xfrm>
              <a:custGeom>
                <a:avLst/>
                <a:gdLst/>
                <a:ahLst/>
                <a:cxnLst/>
                <a:rect l="l" t="t" r="r" b="b"/>
                <a:pathLst>
                  <a:path w="14134" h="2956" extrusionOk="0">
                    <a:moveTo>
                      <a:pt x="144" y="2500"/>
                    </a:moveTo>
                    <a:lnTo>
                      <a:pt x="1" y="2955"/>
                    </a:lnTo>
                    <a:lnTo>
                      <a:pt x="14134" y="371"/>
                    </a:lnTo>
                    <a:lnTo>
                      <a:pt x="140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1154;p44">
                <a:extLst>
                  <a:ext uri="{FF2B5EF4-FFF2-40B4-BE49-F238E27FC236}">
                    <a16:creationId xmlns:a16="http://schemas.microsoft.com/office/drawing/2014/main" id="{5F0F78CF-81F1-EB39-7F11-9A8582CB0DBF}"/>
                  </a:ext>
                </a:extLst>
              </p:cNvPr>
              <p:cNvSpPr/>
              <p:nvPr/>
            </p:nvSpPr>
            <p:spPr>
              <a:xfrm>
                <a:off x="-2213842" y="2516057"/>
                <a:ext cx="498500" cy="302124"/>
              </a:xfrm>
              <a:custGeom>
                <a:avLst/>
                <a:gdLst/>
                <a:ahLst/>
                <a:cxnLst/>
                <a:rect l="l" t="t" r="r" b="b"/>
                <a:pathLst>
                  <a:path w="12959" h="7854" extrusionOk="0">
                    <a:moveTo>
                      <a:pt x="12908" y="1"/>
                    </a:moveTo>
                    <a:lnTo>
                      <a:pt x="10087" y="2245"/>
                    </a:lnTo>
                    <a:lnTo>
                      <a:pt x="4146" y="5062"/>
                    </a:lnTo>
                    <a:lnTo>
                      <a:pt x="1934" y="3989"/>
                    </a:lnTo>
                    <a:lnTo>
                      <a:pt x="1914" y="4005"/>
                    </a:lnTo>
                    <a:lnTo>
                      <a:pt x="0" y="5555"/>
                    </a:lnTo>
                    <a:lnTo>
                      <a:pt x="508" y="7853"/>
                    </a:lnTo>
                    <a:lnTo>
                      <a:pt x="587" y="7836"/>
                    </a:lnTo>
                    <a:lnTo>
                      <a:pt x="88" y="5586"/>
                    </a:lnTo>
                    <a:lnTo>
                      <a:pt x="1945" y="4083"/>
                    </a:lnTo>
                    <a:lnTo>
                      <a:pt x="4144" y="5149"/>
                    </a:lnTo>
                    <a:lnTo>
                      <a:pt x="4163" y="5142"/>
                    </a:lnTo>
                    <a:lnTo>
                      <a:pt x="10128" y="2313"/>
                    </a:lnTo>
                    <a:lnTo>
                      <a:pt x="12958" y="64"/>
                    </a:lnTo>
                    <a:lnTo>
                      <a:pt x="1290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1155;p44">
                <a:extLst>
                  <a:ext uri="{FF2B5EF4-FFF2-40B4-BE49-F238E27FC236}">
                    <a16:creationId xmlns:a16="http://schemas.microsoft.com/office/drawing/2014/main" id="{34F52BB5-886E-0082-052F-D95132D475B9}"/>
                  </a:ext>
                </a:extLst>
              </p:cNvPr>
              <p:cNvSpPr/>
              <p:nvPr/>
            </p:nvSpPr>
            <p:spPr>
              <a:xfrm>
                <a:off x="-2123021" y="2238977"/>
                <a:ext cx="151062" cy="96476"/>
              </a:xfrm>
              <a:custGeom>
                <a:avLst/>
                <a:gdLst/>
                <a:ahLst/>
                <a:cxnLst/>
                <a:rect l="l" t="t" r="r" b="b"/>
                <a:pathLst>
                  <a:path w="3927" h="2508" extrusionOk="0">
                    <a:moveTo>
                      <a:pt x="1560" y="0"/>
                    </a:moveTo>
                    <a:lnTo>
                      <a:pt x="1" y="1282"/>
                    </a:lnTo>
                    <a:lnTo>
                      <a:pt x="1853" y="1243"/>
                    </a:lnTo>
                    <a:lnTo>
                      <a:pt x="3694" y="2508"/>
                    </a:lnTo>
                    <a:lnTo>
                      <a:pt x="3926" y="2272"/>
                    </a:lnTo>
                    <a:lnTo>
                      <a:pt x="156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1156;p44">
                <a:extLst>
                  <a:ext uri="{FF2B5EF4-FFF2-40B4-BE49-F238E27FC236}">
                    <a16:creationId xmlns:a16="http://schemas.microsoft.com/office/drawing/2014/main" id="{E8DD4F9C-097A-0C55-51C0-3C2C3ADAD4C1}"/>
                  </a:ext>
                </a:extLst>
              </p:cNvPr>
              <p:cNvSpPr/>
              <p:nvPr/>
            </p:nvSpPr>
            <p:spPr>
              <a:xfrm>
                <a:off x="-2185799" y="2873650"/>
                <a:ext cx="112056" cy="90206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2345" extrusionOk="0">
                    <a:moveTo>
                      <a:pt x="462" y="0"/>
                    </a:moveTo>
                    <a:lnTo>
                      <a:pt x="1" y="479"/>
                    </a:lnTo>
                    <a:lnTo>
                      <a:pt x="197" y="428"/>
                    </a:lnTo>
                    <a:lnTo>
                      <a:pt x="211" y="425"/>
                    </a:lnTo>
                    <a:lnTo>
                      <a:pt x="2082" y="951"/>
                    </a:lnTo>
                    <a:lnTo>
                      <a:pt x="2302" y="1102"/>
                    </a:lnTo>
                    <a:lnTo>
                      <a:pt x="2317" y="1202"/>
                    </a:lnTo>
                    <a:lnTo>
                      <a:pt x="2486" y="2344"/>
                    </a:lnTo>
                    <a:lnTo>
                      <a:pt x="2912" y="1966"/>
                    </a:lnTo>
                    <a:lnTo>
                      <a:pt x="2743" y="825"/>
                    </a:lnTo>
                    <a:lnTo>
                      <a:pt x="2729" y="815"/>
                    </a:lnTo>
                    <a:lnTo>
                      <a:pt x="2286" y="512"/>
                    </a:lnTo>
                    <a:lnTo>
                      <a:pt x="582" y="34"/>
                    </a:lnTo>
                    <a:lnTo>
                      <a:pt x="46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1157;p44">
                <a:extLst>
                  <a:ext uri="{FF2B5EF4-FFF2-40B4-BE49-F238E27FC236}">
                    <a16:creationId xmlns:a16="http://schemas.microsoft.com/office/drawing/2014/main" id="{EF584557-8015-CE5B-2D30-1E4304D08147}"/>
                  </a:ext>
                </a:extLst>
              </p:cNvPr>
              <p:cNvSpPr/>
              <p:nvPr/>
            </p:nvSpPr>
            <p:spPr>
              <a:xfrm>
                <a:off x="-1542362" y="2507248"/>
                <a:ext cx="44353" cy="117518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3055" extrusionOk="0">
                    <a:moveTo>
                      <a:pt x="466" y="1"/>
                    </a:moveTo>
                    <a:lnTo>
                      <a:pt x="0" y="151"/>
                    </a:lnTo>
                    <a:lnTo>
                      <a:pt x="675" y="1279"/>
                    </a:lnTo>
                    <a:lnTo>
                      <a:pt x="675" y="3054"/>
                    </a:lnTo>
                    <a:lnTo>
                      <a:pt x="1152" y="2869"/>
                    </a:lnTo>
                    <a:lnTo>
                      <a:pt x="1152" y="1147"/>
                    </a:lnTo>
                    <a:lnTo>
                      <a:pt x="46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1158;p44">
                <a:extLst>
                  <a:ext uri="{FF2B5EF4-FFF2-40B4-BE49-F238E27FC236}">
                    <a16:creationId xmlns:a16="http://schemas.microsoft.com/office/drawing/2014/main" id="{2749A6DD-D660-A7BE-32D9-C32D995976B7}"/>
                  </a:ext>
                </a:extLst>
              </p:cNvPr>
              <p:cNvSpPr/>
              <p:nvPr/>
            </p:nvSpPr>
            <p:spPr>
              <a:xfrm>
                <a:off x="-2014506" y="2214050"/>
                <a:ext cx="88821" cy="109863"/>
              </a:xfrm>
              <a:custGeom>
                <a:avLst/>
                <a:gdLst/>
                <a:ahLst/>
                <a:cxnLst/>
                <a:rect l="l" t="t" r="r" b="b"/>
                <a:pathLst>
                  <a:path w="2309" h="2856" extrusionOk="0">
                    <a:moveTo>
                      <a:pt x="271" y="1"/>
                    </a:moveTo>
                    <a:lnTo>
                      <a:pt x="1" y="407"/>
                    </a:lnTo>
                    <a:lnTo>
                      <a:pt x="1662" y="1044"/>
                    </a:lnTo>
                    <a:lnTo>
                      <a:pt x="1716" y="1107"/>
                    </a:lnTo>
                    <a:lnTo>
                      <a:pt x="1831" y="1236"/>
                    </a:lnTo>
                    <a:lnTo>
                      <a:pt x="1831" y="2856"/>
                    </a:lnTo>
                    <a:lnTo>
                      <a:pt x="2308" y="2001"/>
                    </a:lnTo>
                    <a:lnTo>
                      <a:pt x="2308" y="1055"/>
                    </a:lnTo>
                    <a:lnTo>
                      <a:pt x="2214" y="950"/>
                    </a:lnTo>
                    <a:lnTo>
                      <a:pt x="1970" y="673"/>
                    </a:lnTo>
                    <a:lnTo>
                      <a:pt x="1940" y="641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1159;p44">
                <a:extLst>
                  <a:ext uri="{FF2B5EF4-FFF2-40B4-BE49-F238E27FC236}">
                    <a16:creationId xmlns:a16="http://schemas.microsoft.com/office/drawing/2014/main" id="{5A15E285-120C-375F-ED12-9E3DCEE4422E}"/>
                  </a:ext>
                </a:extLst>
              </p:cNvPr>
              <p:cNvSpPr/>
              <p:nvPr/>
            </p:nvSpPr>
            <p:spPr>
              <a:xfrm>
                <a:off x="-2670060" y="2594300"/>
                <a:ext cx="47584" cy="110556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2874" extrusionOk="0">
                    <a:moveTo>
                      <a:pt x="493" y="0"/>
                    </a:moveTo>
                    <a:lnTo>
                      <a:pt x="1" y="100"/>
                    </a:lnTo>
                    <a:lnTo>
                      <a:pt x="624" y="1186"/>
                    </a:lnTo>
                    <a:lnTo>
                      <a:pt x="675" y="1272"/>
                    </a:lnTo>
                    <a:lnTo>
                      <a:pt x="752" y="1565"/>
                    </a:lnTo>
                    <a:lnTo>
                      <a:pt x="759" y="1591"/>
                    </a:lnTo>
                    <a:lnTo>
                      <a:pt x="759" y="2874"/>
                    </a:lnTo>
                    <a:lnTo>
                      <a:pt x="1236" y="2803"/>
                    </a:lnTo>
                    <a:lnTo>
                      <a:pt x="1236" y="1529"/>
                    </a:lnTo>
                    <a:lnTo>
                      <a:pt x="1222" y="1479"/>
                    </a:lnTo>
                    <a:lnTo>
                      <a:pt x="1121" y="1096"/>
                    </a:lnTo>
                    <a:lnTo>
                      <a:pt x="1119" y="1089"/>
                    </a:lnTo>
                    <a:lnTo>
                      <a:pt x="49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1160;p44">
                <a:extLst>
                  <a:ext uri="{FF2B5EF4-FFF2-40B4-BE49-F238E27FC236}">
                    <a16:creationId xmlns:a16="http://schemas.microsoft.com/office/drawing/2014/main" id="{FF9DB93E-87CD-71F9-AECC-73F3B9D4E6F5}"/>
                  </a:ext>
                </a:extLst>
              </p:cNvPr>
              <p:cNvSpPr/>
              <p:nvPr/>
            </p:nvSpPr>
            <p:spPr>
              <a:xfrm>
                <a:off x="-2505268" y="2361418"/>
                <a:ext cx="51700" cy="241537"/>
              </a:xfrm>
              <a:custGeom>
                <a:avLst/>
                <a:gdLst/>
                <a:ahLst/>
                <a:cxnLst/>
                <a:rect l="l" t="t" r="r" b="b"/>
                <a:pathLst>
                  <a:path w="1344" h="6279" extrusionOk="0">
                    <a:moveTo>
                      <a:pt x="619" y="0"/>
                    </a:moveTo>
                    <a:lnTo>
                      <a:pt x="1" y="2633"/>
                    </a:lnTo>
                    <a:lnTo>
                      <a:pt x="688" y="6279"/>
                    </a:lnTo>
                    <a:lnTo>
                      <a:pt x="1344" y="4092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55" name="Google Shape;1161;p44">
                <a:extLst>
                  <a:ext uri="{FF2B5EF4-FFF2-40B4-BE49-F238E27FC236}">
                    <a16:creationId xmlns:a16="http://schemas.microsoft.com/office/drawing/2014/main" id="{1CEE6E5E-6E9D-BDD2-C273-7E90BFAF31C2}"/>
                  </a:ext>
                </a:extLst>
              </p:cNvPr>
              <p:cNvGrpSpPr/>
              <p:nvPr/>
            </p:nvGrpSpPr>
            <p:grpSpPr>
              <a:xfrm>
                <a:off x="-3209756" y="2554613"/>
                <a:ext cx="163333" cy="251385"/>
                <a:chOff x="-3916750" y="2838725"/>
                <a:chExt cx="106150" cy="163375"/>
              </a:xfrm>
            </p:grpSpPr>
            <p:sp>
              <p:nvSpPr>
                <p:cNvPr id="963" name="Google Shape;1162;p44">
                  <a:extLst>
                    <a:ext uri="{FF2B5EF4-FFF2-40B4-BE49-F238E27FC236}">
                      <a16:creationId xmlns:a16="http://schemas.microsoft.com/office/drawing/2014/main" id="{CFE6E7C3-71D7-755C-BE27-387547A80092}"/>
                    </a:ext>
                  </a:extLst>
                </p:cNvPr>
                <p:cNvSpPr/>
                <p:nvPr/>
              </p:nvSpPr>
              <p:spPr>
                <a:xfrm>
                  <a:off x="-3912025" y="2929400"/>
                  <a:ext cx="97175" cy="7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" h="2908" extrusionOk="0">
                      <a:moveTo>
                        <a:pt x="1" y="1686"/>
                      </a:moveTo>
                      <a:lnTo>
                        <a:pt x="1" y="1685"/>
                      </a:lnTo>
                      <a:lnTo>
                        <a:pt x="1" y="62"/>
                      </a:lnTo>
                      <a:lnTo>
                        <a:pt x="3865" y="0"/>
                      </a:lnTo>
                      <a:lnTo>
                        <a:pt x="3865" y="1622"/>
                      </a:lnTo>
                      <a:lnTo>
                        <a:pt x="3862" y="1622"/>
                      </a:lnTo>
                      <a:cubicBezTo>
                        <a:pt x="3886" y="1926"/>
                        <a:pt x="3700" y="2235"/>
                        <a:pt x="3295" y="2468"/>
                      </a:cubicBezTo>
                      <a:cubicBezTo>
                        <a:pt x="2539" y="2904"/>
                        <a:pt x="1316" y="2908"/>
                        <a:pt x="564" y="2474"/>
                      </a:cubicBezTo>
                      <a:cubicBezTo>
                        <a:pt x="190" y="2257"/>
                        <a:pt x="2" y="1975"/>
                        <a:pt x="2" y="1691"/>
                      </a:cubicBezTo>
                      <a:lnTo>
                        <a:pt x="1" y="1691"/>
                      </a:lnTo>
                      <a:lnTo>
                        <a:pt x="1" y="168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4" name="Google Shape;1163;p44">
                  <a:extLst>
                    <a:ext uri="{FF2B5EF4-FFF2-40B4-BE49-F238E27FC236}">
                      <a16:creationId xmlns:a16="http://schemas.microsoft.com/office/drawing/2014/main" id="{342BC18A-1411-177B-438D-AB2BA4706F36}"/>
                    </a:ext>
                  </a:extLst>
                </p:cNvPr>
                <p:cNvSpPr/>
                <p:nvPr/>
              </p:nvSpPr>
              <p:spPr>
                <a:xfrm>
                  <a:off x="-3916750" y="2903025"/>
                  <a:ext cx="106150" cy="5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2233" extrusionOk="0">
                      <a:moveTo>
                        <a:pt x="2135" y="1"/>
                      </a:moveTo>
                      <a:cubicBezTo>
                        <a:pt x="1638" y="1"/>
                        <a:pt x="1141" y="110"/>
                        <a:pt x="760" y="329"/>
                      </a:cubicBezTo>
                      <a:cubicBezTo>
                        <a:pt x="3" y="766"/>
                        <a:pt x="0" y="1474"/>
                        <a:pt x="753" y="1907"/>
                      </a:cubicBezTo>
                      <a:cubicBezTo>
                        <a:pt x="1127" y="2124"/>
                        <a:pt x="1618" y="2232"/>
                        <a:pt x="2110" y="2232"/>
                      </a:cubicBezTo>
                      <a:cubicBezTo>
                        <a:pt x="2607" y="2232"/>
                        <a:pt x="3105" y="2122"/>
                        <a:pt x="3486" y="1903"/>
                      </a:cubicBezTo>
                      <a:cubicBezTo>
                        <a:pt x="4243" y="1466"/>
                        <a:pt x="4246" y="758"/>
                        <a:pt x="3494" y="325"/>
                      </a:cubicBezTo>
                      <a:cubicBezTo>
                        <a:pt x="3119" y="109"/>
                        <a:pt x="2627" y="1"/>
                        <a:pt x="21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5" name="Google Shape;1164;p44">
                  <a:extLst>
                    <a:ext uri="{FF2B5EF4-FFF2-40B4-BE49-F238E27FC236}">
                      <a16:creationId xmlns:a16="http://schemas.microsoft.com/office/drawing/2014/main" id="{A37A7886-B950-5F09-09B8-310D41391266}"/>
                    </a:ext>
                  </a:extLst>
                </p:cNvPr>
                <p:cNvSpPr/>
                <p:nvPr/>
              </p:nvSpPr>
              <p:spPr>
                <a:xfrm>
                  <a:off x="-3903975" y="2906525"/>
                  <a:ext cx="81075" cy="4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3" h="1789" extrusionOk="0">
                      <a:moveTo>
                        <a:pt x="3223" y="0"/>
                      </a:moveTo>
                      <a:lnTo>
                        <a:pt x="0" y="51"/>
                      </a:lnTo>
                      <a:lnTo>
                        <a:pt x="0" y="860"/>
                      </a:lnTo>
                      <a:lnTo>
                        <a:pt x="0" y="863"/>
                      </a:lnTo>
                      <a:lnTo>
                        <a:pt x="0" y="866"/>
                      </a:lnTo>
                      <a:cubicBezTo>
                        <a:pt x="0" y="1103"/>
                        <a:pt x="157" y="1338"/>
                        <a:pt x="468" y="1518"/>
                      </a:cubicBezTo>
                      <a:cubicBezTo>
                        <a:pt x="781" y="1698"/>
                        <a:pt x="1191" y="1788"/>
                        <a:pt x="1602" y="1788"/>
                      </a:cubicBezTo>
                      <a:cubicBezTo>
                        <a:pt x="2016" y="1788"/>
                        <a:pt x="2431" y="1697"/>
                        <a:pt x="2749" y="1514"/>
                      </a:cubicBezTo>
                      <a:cubicBezTo>
                        <a:pt x="3086" y="1320"/>
                        <a:pt x="3243" y="1061"/>
                        <a:pt x="3223" y="808"/>
                      </a:cubicBezTo>
                      <a:lnTo>
                        <a:pt x="322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6" name="Google Shape;1165;p44">
                  <a:extLst>
                    <a:ext uri="{FF2B5EF4-FFF2-40B4-BE49-F238E27FC236}">
                      <a16:creationId xmlns:a16="http://schemas.microsoft.com/office/drawing/2014/main" id="{C32201F7-D4B6-62CD-8FC7-86CCCED39389}"/>
                    </a:ext>
                  </a:extLst>
                </p:cNvPr>
                <p:cNvSpPr/>
                <p:nvPr/>
              </p:nvSpPr>
              <p:spPr>
                <a:xfrm>
                  <a:off x="-3907975" y="2884525"/>
                  <a:ext cx="88575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1863" extrusionOk="0">
                      <a:moveTo>
                        <a:pt x="1783" y="0"/>
                      </a:moveTo>
                      <a:cubicBezTo>
                        <a:pt x="1369" y="0"/>
                        <a:pt x="953" y="92"/>
                        <a:pt x="635" y="276"/>
                      </a:cubicBezTo>
                      <a:cubicBezTo>
                        <a:pt x="3" y="640"/>
                        <a:pt x="0" y="1229"/>
                        <a:pt x="628" y="1592"/>
                      </a:cubicBezTo>
                      <a:cubicBezTo>
                        <a:pt x="940" y="1772"/>
                        <a:pt x="1350" y="1862"/>
                        <a:pt x="1761" y="1862"/>
                      </a:cubicBezTo>
                      <a:cubicBezTo>
                        <a:pt x="2176" y="1862"/>
                        <a:pt x="2591" y="1771"/>
                        <a:pt x="2909" y="1588"/>
                      </a:cubicBezTo>
                      <a:cubicBezTo>
                        <a:pt x="3540" y="1223"/>
                        <a:pt x="3543" y="634"/>
                        <a:pt x="2915" y="271"/>
                      </a:cubicBezTo>
                      <a:cubicBezTo>
                        <a:pt x="2603" y="90"/>
                        <a:pt x="2194" y="0"/>
                        <a:pt x="17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7" name="Google Shape;1166;p44">
                  <a:extLst>
                    <a:ext uri="{FF2B5EF4-FFF2-40B4-BE49-F238E27FC236}">
                      <a16:creationId xmlns:a16="http://schemas.microsoft.com/office/drawing/2014/main" id="{569E4A29-E85B-5F6F-1542-C9C2BAA09F8A}"/>
                    </a:ext>
                  </a:extLst>
                </p:cNvPr>
                <p:cNvSpPr/>
                <p:nvPr/>
              </p:nvSpPr>
              <p:spPr>
                <a:xfrm>
                  <a:off x="-3884325" y="2871525"/>
                  <a:ext cx="36125" cy="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5" h="1705" extrusionOk="0">
                      <a:moveTo>
                        <a:pt x="1435" y="0"/>
                      </a:moveTo>
                      <a:lnTo>
                        <a:pt x="0" y="23"/>
                      </a:lnTo>
                      <a:lnTo>
                        <a:pt x="0" y="1292"/>
                      </a:lnTo>
                      <a:lnTo>
                        <a:pt x="0" y="1294"/>
                      </a:lnTo>
                      <a:cubicBezTo>
                        <a:pt x="2" y="1399"/>
                        <a:pt x="71" y="1503"/>
                        <a:pt x="209" y="1583"/>
                      </a:cubicBezTo>
                      <a:cubicBezTo>
                        <a:pt x="349" y="1664"/>
                        <a:pt x="532" y="1704"/>
                        <a:pt x="715" y="1704"/>
                      </a:cubicBezTo>
                      <a:cubicBezTo>
                        <a:pt x="899" y="1704"/>
                        <a:pt x="1083" y="1663"/>
                        <a:pt x="1225" y="1582"/>
                      </a:cubicBezTo>
                      <a:cubicBezTo>
                        <a:pt x="1374" y="1495"/>
                        <a:pt x="1445" y="1380"/>
                        <a:pt x="1435" y="1268"/>
                      </a:cubicBezTo>
                      <a:lnTo>
                        <a:pt x="1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8" name="Google Shape;1167;p44">
                  <a:extLst>
                    <a:ext uri="{FF2B5EF4-FFF2-40B4-BE49-F238E27FC236}">
                      <a16:creationId xmlns:a16="http://schemas.microsoft.com/office/drawing/2014/main" id="{C30144E1-9F06-41A9-00C4-9F75511BD830}"/>
                    </a:ext>
                  </a:extLst>
                </p:cNvPr>
                <p:cNvSpPr/>
                <p:nvPr/>
              </p:nvSpPr>
              <p:spPr>
                <a:xfrm>
                  <a:off x="-3896025" y="2838725"/>
                  <a:ext cx="56700" cy="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8" h="2254" extrusionOk="0">
                      <a:moveTo>
                        <a:pt x="1157" y="0"/>
                      </a:moveTo>
                      <a:cubicBezTo>
                        <a:pt x="47" y="0"/>
                        <a:pt x="114" y="1302"/>
                        <a:pt x="114" y="1302"/>
                      </a:cubicBezTo>
                      <a:cubicBezTo>
                        <a:pt x="114" y="1302"/>
                        <a:pt x="1" y="2192"/>
                        <a:pt x="954" y="2249"/>
                      </a:cubicBezTo>
                      <a:cubicBezTo>
                        <a:pt x="1008" y="2252"/>
                        <a:pt x="1059" y="2254"/>
                        <a:pt x="1107" y="2254"/>
                      </a:cubicBezTo>
                      <a:cubicBezTo>
                        <a:pt x="2171" y="2254"/>
                        <a:pt x="2172" y="1518"/>
                        <a:pt x="2172" y="1518"/>
                      </a:cubicBezTo>
                      <a:cubicBezTo>
                        <a:pt x="2172" y="1518"/>
                        <a:pt x="2268" y="0"/>
                        <a:pt x="115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56" name="Google Shape;1168;p44">
                <a:extLst>
                  <a:ext uri="{FF2B5EF4-FFF2-40B4-BE49-F238E27FC236}">
                    <a16:creationId xmlns:a16="http://schemas.microsoft.com/office/drawing/2014/main" id="{B5302FA5-BFEB-02F2-FF54-1DD2F642DFA7}"/>
                  </a:ext>
                </a:extLst>
              </p:cNvPr>
              <p:cNvGrpSpPr/>
              <p:nvPr/>
            </p:nvGrpSpPr>
            <p:grpSpPr>
              <a:xfrm>
                <a:off x="-2491885" y="3025377"/>
                <a:ext cx="163333" cy="251385"/>
                <a:chOff x="-3916750" y="2838725"/>
                <a:chExt cx="106150" cy="163375"/>
              </a:xfrm>
            </p:grpSpPr>
            <p:sp>
              <p:nvSpPr>
                <p:cNvPr id="957" name="Google Shape;1169;p44">
                  <a:extLst>
                    <a:ext uri="{FF2B5EF4-FFF2-40B4-BE49-F238E27FC236}">
                      <a16:creationId xmlns:a16="http://schemas.microsoft.com/office/drawing/2014/main" id="{D26665CC-791B-1D12-87AC-8BFB9C5FAF2D}"/>
                    </a:ext>
                  </a:extLst>
                </p:cNvPr>
                <p:cNvSpPr/>
                <p:nvPr/>
              </p:nvSpPr>
              <p:spPr>
                <a:xfrm>
                  <a:off x="-3912025" y="2929400"/>
                  <a:ext cx="97175" cy="7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" h="2908" extrusionOk="0">
                      <a:moveTo>
                        <a:pt x="1" y="1686"/>
                      </a:moveTo>
                      <a:lnTo>
                        <a:pt x="1" y="1685"/>
                      </a:lnTo>
                      <a:lnTo>
                        <a:pt x="1" y="62"/>
                      </a:lnTo>
                      <a:lnTo>
                        <a:pt x="3865" y="0"/>
                      </a:lnTo>
                      <a:lnTo>
                        <a:pt x="3865" y="1622"/>
                      </a:lnTo>
                      <a:lnTo>
                        <a:pt x="3862" y="1622"/>
                      </a:lnTo>
                      <a:cubicBezTo>
                        <a:pt x="3886" y="1926"/>
                        <a:pt x="3700" y="2235"/>
                        <a:pt x="3295" y="2468"/>
                      </a:cubicBezTo>
                      <a:cubicBezTo>
                        <a:pt x="2539" y="2904"/>
                        <a:pt x="1316" y="2908"/>
                        <a:pt x="564" y="2474"/>
                      </a:cubicBezTo>
                      <a:cubicBezTo>
                        <a:pt x="190" y="2257"/>
                        <a:pt x="2" y="1975"/>
                        <a:pt x="2" y="1691"/>
                      </a:cubicBezTo>
                      <a:lnTo>
                        <a:pt x="1" y="1691"/>
                      </a:lnTo>
                      <a:lnTo>
                        <a:pt x="1" y="168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8" name="Google Shape;1170;p44">
                  <a:extLst>
                    <a:ext uri="{FF2B5EF4-FFF2-40B4-BE49-F238E27FC236}">
                      <a16:creationId xmlns:a16="http://schemas.microsoft.com/office/drawing/2014/main" id="{BB7E549B-CACC-C3E2-DA6B-FAE62E679F81}"/>
                    </a:ext>
                  </a:extLst>
                </p:cNvPr>
                <p:cNvSpPr/>
                <p:nvPr/>
              </p:nvSpPr>
              <p:spPr>
                <a:xfrm>
                  <a:off x="-3916750" y="2903025"/>
                  <a:ext cx="106150" cy="5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2233" extrusionOk="0">
                      <a:moveTo>
                        <a:pt x="2135" y="1"/>
                      </a:moveTo>
                      <a:cubicBezTo>
                        <a:pt x="1638" y="1"/>
                        <a:pt x="1141" y="110"/>
                        <a:pt x="760" y="329"/>
                      </a:cubicBezTo>
                      <a:cubicBezTo>
                        <a:pt x="3" y="766"/>
                        <a:pt x="0" y="1474"/>
                        <a:pt x="753" y="1907"/>
                      </a:cubicBezTo>
                      <a:cubicBezTo>
                        <a:pt x="1127" y="2124"/>
                        <a:pt x="1618" y="2232"/>
                        <a:pt x="2110" y="2232"/>
                      </a:cubicBezTo>
                      <a:cubicBezTo>
                        <a:pt x="2607" y="2232"/>
                        <a:pt x="3105" y="2122"/>
                        <a:pt x="3486" y="1903"/>
                      </a:cubicBezTo>
                      <a:cubicBezTo>
                        <a:pt x="4243" y="1466"/>
                        <a:pt x="4246" y="758"/>
                        <a:pt x="3494" y="325"/>
                      </a:cubicBezTo>
                      <a:cubicBezTo>
                        <a:pt x="3119" y="109"/>
                        <a:pt x="2627" y="1"/>
                        <a:pt x="21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9" name="Google Shape;1171;p44">
                  <a:extLst>
                    <a:ext uri="{FF2B5EF4-FFF2-40B4-BE49-F238E27FC236}">
                      <a16:creationId xmlns:a16="http://schemas.microsoft.com/office/drawing/2014/main" id="{7634A0CF-C4E1-B0E8-94F7-7866C9F8E3D6}"/>
                    </a:ext>
                  </a:extLst>
                </p:cNvPr>
                <p:cNvSpPr/>
                <p:nvPr/>
              </p:nvSpPr>
              <p:spPr>
                <a:xfrm>
                  <a:off x="-3903975" y="2906525"/>
                  <a:ext cx="81075" cy="4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3" h="1789" extrusionOk="0">
                      <a:moveTo>
                        <a:pt x="3223" y="0"/>
                      </a:moveTo>
                      <a:lnTo>
                        <a:pt x="0" y="51"/>
                      </a:lnTo>
                      <a:lnTo>
                        <a:pt x="0" y="860"/>
                      </a:lnTo>
                      <a:lnTo>
                        <a:pt x="0" y="863"/>
                      </a:lnTo>
                      <a:lnTo>
                        <a:pt x="0" y="866"/>
                      </a:lnTo>
                      <a:cubicBezTo>
                        <a:pt x="0" y="1103"/>
                        <a:pt x="157" y="1338"/>
                        <a:pt x="468" y="1518"/>
                      </a:cubicBezTo>
                      <a:cubicBezTo>
                        <a:pt x="781" y="1698"/>
                        <a:pt x="1191" y="1788"/>
                        <a:pt x="1602" y="1788"/>
                      </a:cubicBezTo>
                      <a:cubicBezTo>
                        <a:pt x="2016" y="1788"/>
                        <a:pt x="2431" y="1697"/>
                        <a:pt x="2749" y="1514"/>
                      </a:cubicBezTo>
                      <a:cubicBezTo>
                        <a:pt x="3086" y="1320"/>
                        <a:pt x="3243" y="1061"/>
                        <a:pt x="3223" y="808"/>
                      </a:cubicBezTo>
                      <a:lnTo>
                        <a:pt x="322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0" name="Google Shape;1172;p44">
                  <a:extLst>
                    <a:ext uri="{FF2B5EF4-FFF2-40B4-BE49-F238E27FC236}">
                      <a16:creationId xmlns:a16="http://schemas.microsoft.com/office/drawing/2014/main" id="{731BE99E-4253-9BEB-0F8E-7A28919E7297}"/>
                    </a:ext>
                  </a:extLst>
                </p:cNvPr>
                <p:cNvSpPr/>
                <p:nvPr/>
              </p:nvSpPr>
              <p:spPr>
                <a:xfrm>
                  <a:off x="-3907975" y="2884525"/>
                  <a:ext cx="88575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1863" extrusionOk="0">
                      <a:moveTo>
                        <a:pt x="1783" y="0"/>
                      </a:moveTo>
                      <a:cubicBezTo>
                        <a:pt x="1369" y="0"/>
                        <a:pt x="953" y="92"/>
                        <a:pt x="635" y="276"/>
                      </a:cubicBezTo>
                      <a:cubicBezTo>
                        <a:pt x="3" y="640"/>
                        <a:pt x="0" y="1229"/>
                        <a:pt x="628" y="1592"/>
                      </a:cubicBezTo>
                      <a:cubicBezTo>
                        <a:pt x="940" y="1772"/>
                        <a:pt x="1350" y="1862"/>
                        <a:pt x="1761" y="1862"/>
                      </a:cubicBezTo>
                      <a:cubicBezTo>
                        <a:pt x="2176" y="1862"/>
                        <a:pt x="2591" y="1771"/>
                        <a:pt x="2909" y="1588"/>
                      </a:cubicBezTo>
                      <a:cubicBezTo>
                        <a:pt x="3540" y="1223"/>
                        <a:pt x="3543" y="634"/>
                        <a:pt x="2915" y="271"/>
                      </a:cubicBezTo>
                      <a:cubicBezTo>
                        <a:pt x="2603" y="90"/>
                        <a:pt x="2194" y="0"/>
                        <a:pt x="17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1" name="Google Shape;1173;p44">
                  <a:extLst>
                    <a:ext uri="{FF2B5EF4-FFF2-40B4-BE49-F238E27FC236}">
                      <a16:creationId xmlns:a16="http://schemas.microsoft.com/office/drawing/2014/main" id="{D09496DE-739F-D73C-128E-1271503EFC71}"/>
                    </a:ext>
                  </a:extLst>
                </p:cNvPr>
                <p:cNvSpPr/>
                <p:nvPr/>
              </p:nvSpPr>
              <p:spPr>
                <a:xfrm>
                  <a:off x="-3884325" y="2871525"/>
                  <a:ext cx="36125" cy="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5" h="1705" extrusionOk="0">
                      <a:moveTo>
                        <a:pt x="1435" y="0"/>
                      </a:moveTo>
                      <a:lnTo>
                        <a:pt x="0" y="23"/>
                      </a:lnTo>
                      <a:lnTo>
                        <a:pt x="0" y="1292"/>
                      </a:lnTo>
                      <a:lnTo>
                        <a:pt x="0" y="1294"/>
                      </a:lnTo>
                      <a:cubicBezTo>
                        <a:pt x="2" y="1399"/>
                        <a:pt x="71" y="1503"/>
                        <a:pt x="209" y="1583"/>
                      </a:cubicBezTo>
                      <a:cubicBezTo>
                        <a:pt x="349" y="1664"/>
                        <a:pt x="532" y="1704"/>
                        <a:pt x="715" y="1704"/>
                      </a:cubicBezTo>
                      <a:cubicBezTo>
                        <a:pt x="899" y="1704"/>
                        <a:pt x="1083" y="1663"/>
                        <a:pt x="1225" y="1582"/>
                      </a:cubicBezTo>
                      <a:cubicBezTo>
                        <a:pt x="1374" y="1495"/>
                        <a:pt x="1445" y="1380"/>
                        <a:pt x="1435" y="1268"/>
                      </a:cubicBezTo>
                      <a:lnTo>
                        <a:pt x="1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2" name="Google Shape;1174;p44">
                  <a:extLst>
                    <a:ext uri="{FF2B5EF4-FFF2-40B4-BE49-F238E27FC236}">
                      <a16:creationId xmlns:a16="http://schemas.microsoft.com/office/drawing/2014/main" id="{0F33F9C0-CF57-FA7C-510C-406AD175A3CB}"/>
                    </a:ext>
                  </a:extLst>
                </p:cNvPr>
                <p:cNvSpPr/>
                <p:nvPr/>
              </p:nvSpPr>
              <p:spPr>
                <a:xfrm>
                  <a:off x="-3896025" y="2838725"/>
                  <a:ext cx="56700" cy="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8" h="2254" extrusionOk="0">
                      <a:moveTo>
                        <a:pt x="1157" y="0"/>
                      </a:moveTo>
                      <a:cubicBezTo>
                        <a:pt x="47" y="0"/>
                        <a:pt x="114" y="1302"/>
                        <a:pt x="114" y="1302"/>
                      </a:cubicBezTo>
                      <a:cubicBezTo>
                        <a:pt x="114" y="1302"/>
                        <a:pt x="1" y="2192"/>
                        <a:pt x="954" y="2249"/>
                      </a:cubicBezTo>
                      <a:cubicBezTo>
                        <a:pt x="1008" y="2252"/>
                        <a:pt x="1059" y="2254"/>
                        <a:pt x="1107" y="2254"/>
                      </a:cubicBezTo>
                      <a:cubicBezTo>
                        <a:pt x="2171" y="2254"/>
                        <a:pt x="2172" y="1518"/>
                        <a:pt x="2172" y="1518"/>
                      </a:cubicBezTo>
                      <a:cubicBezTo>
                        <a:pt x="2172" y="1518"/>
                        <a:pt x="2268" y="0"/>
                        <a:pt x="115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" name="Google Shape;1175;p44">
              <a:extLst>
                <a:ext uri="{FF2B5EF4-FFF2-40B4-BE49-F238E27FC236}">
                  <a16:creationId xmlns:a16="http://schemas.microsoft.com/office/drawing/2014/main" id="{E90B6202-B8E4-1F39-E3BA-A53A0427FAC6}"/>
                </a:ext>
              </a:extLst>
            </p:cNvPr>
            <p:cNvGrpSpPr/>
            <p:nvPr/>
          </p:nvGrpSpPr>
          <p:grpSpPr>
            <a:xfrm>
              <a:off x="3792143" y="3346195"/>
              <a:ext cx="814292" cy="488991"/>
              <a:chOff x="3357500" y="1620888"/>
              <a:chExt cx="867375" cy="457300"/>
            </a:xfrm>
          </p:grpSpPr>
          <p:sp>
            <p:nvSpPr>
              <p:cNvPr id="28" name="Google Shape;1176;p44">
                <a:extLst>
                  <a:ext uri="{FF2B5EF4-FFF2-40B4-BE49-F238E27FC236}">
                    <a16:creationId xmlns:a16="http://schemas.microsoft.com/office/drawing/2014/main" id="{23DE0F13-9D1D-88FD-18BA-73422A6EE56C}"/>
                  </a:ext>
                </a:extLst>
              </p:cNvPr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177;p44">
                <a:extLst>
                  <a:ext uri="{FF2B5EF4-FFF2-40B4-BE49-F238E27FC236}">
                    <a16:creationId xmlns:a16="http://schemas.microsoft.com/office/drawing/2014/main" id="{E81472D8-FEAC-52F6-A78A-2CC3C9202424}"/>
                  </a:ext>
                </a:extLst>
              </p:cNvPr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178;p44">
                <a:extLst>
                  <a:ext uri="{FF2B5EF4-FFF2-40B4-BE49-F238E27FC236}">
                    <a16:creationId xmlns:a16="http://schemas.microsoft.com/office/drawing/2014/main" id="{439242F4-B9F2-9C77-5608-23628427D0EA}"/>
                  </a:ext>
                </a:extLst>
              </p:cNvPr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179;p44">
                <a:extLst>
                  <a:ext uri="{FF2B5EF4-FFF2-40B4-BE49-F238E27FC236}">
                    <a16:creationId xmlns:a16="http://schemas.microsoft.com/office/drawing/2014/main" id="{45AAB578-15FC-9120-5DA1-17A8AA278709}"/>
                  </a:ext>
                </a:extLst>
              </p:cNvPr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" name="Google Shape;1180;p44">
              <a:extLst>
                <a:ext uri="{FF2B5EF4-FFF2-40B4-BE49-F238E27FC236}">
                  <a16:creationId xmlns:a16="http://schemas.microsoft.com/office/drawing/2014/main" id="{D2BF538B-C6ED-9113-1EAC-9B15A94869FA}"/>
                </a:ext>
              </a:extLst>
            </p:cNvPr>
            <p:cNvGrpSpPr/>
            <p:nvPr/>
          </p:nvGrpSpPr>
          <p:grpSpPr>
            <a:xfrm>
              <a:off x="3024078" y="2806336"/>
              <a:ext cx="814292" cy="488991"/>
              <a:chOff x="3357500" y="1620888"/>
              <a:chExt cx="867375" cy="457300"/>
            </a:xfrm>
          </p:grpSpPr>
          <p:sp>
            <p:nvSpPr>
              <p:cNvPr id="24" name="Google Shape;1181;p44">
                <a:extLst>
                  <a:ext uri="{FF2B5EF4-FFF2-40B4-BE49-F238E27FC236}">
                    <a16:creationId xmlns:a16="http://schemas.microsoft.com/office/drawing/2014/main" id="{1E0488A7-BF63-39A0-7900-3B4AAC61E07E}"/>
                  </a:ext>
                </a:extLst>
              </p:cNvPr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182;p44">
                <a:extLst>
                  <a:ext uri="{FF2B5EF4-FFF2-40B4-BE49-F238E27FC236}">
                    <a16:creationId xmlns:a16="http://schemas.microsoft.com/office/drawing/2014/main" id="{D40F321B-0CF9-1D2A-D47B-2C8CB6646333}"/>
                  </a:ext>
                </a:extLst>
              </p:cNvPr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183;p44">
                <a:extLst>
                  <a:ext uri="{FF2B5EF4-FFF2-40B4-BE49-F238E27FC236}">
                    <a16:creationId xmlns:a16="http://schemas.microsoft.com/office/drawing/2014/main" id="{B1E39B19-2244-1FE4-BB59-3B3206CDE89C}"/>
                  </a:ext>
                </a:extLst>
              </p:cNvPr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184;p44">
                <a:extLst>
                  <a:ext uri="{FF2B5EF4-FFF2-40B4-BE49-F238E27FC236}">
                    <a16:creationId xmlns:a16="http://schemas.microsoft.com/office/drawing/2014/main" id="{0446D53F-29B5-2BA0-2E9C-B1E61919DF63}"/>
                  </a:ext>
                </a:extLst>
              </p:cNvPr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185;p44">
              <a:extLst>
                <a:ext uri="{FF2B5EF4-FFF2-40B4-BE49-F238E27FC236}">
                  <a16:creationId xmlns:a16="http://schemas.microsoft.com/office/drawing/2014/main" id="{47DECD0E-61B6-B33F-9834-6AB7A5076132}"/>
                </a:ext>
              </a:extLst>
            </p:cNvPr>
            <p:cNvGrpSpPr/>
            <p:nvPr/>
          </p:nvGrpSpPr>
          <p:grpSpPr>
            <a:xfrm>
              <a:off x="4482582" y="1987423"/>
              <a:ext cx="814292" cy="488991"/>
              <a:chOff x="3357500" y="1620888"/>
              <a:chExt cx="867375" cy="457300"/>
            </a:xfrm>
          </p:grpSpPr>
          <p:sp>
            <p:nvSpPr>
              <p:cNvPr id="20" name="Google Shape;1186;p44">
                <a:extLst>
                  <a:ext uri="{FF2B5EF4-FFF2-40B4-BE49-F238E27FC236}">
                    <a16:creationId xmlns:a16="http://schemas.microsoft.com/office/drawing/2014/main" id="{59888087-0B70-9772-4029-45E6C61D50A0}"/>
                  </a:ext>
                </a:extLst>
              </p:cNvPr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187;p44">
                <a:extLst>
                  <a:ext uri="{FF2B5EF4-FFF2-40B4-BE49-F238E27FC236}">
                    <a16:creationId xmlns:a16="http://schemas.microsoft.com/office/drawing/2014/main" id="{D61CF40B-2D20-EFC8-366C-6452B62338E9}"/>
                  </a:ext>
                </a:extLst>
              </p:cNvPr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188;p44">
                <a:extLst>
                  <a:ext uri="{FF2B5EF4-FFF2-40B4-BE49-F238E27FC236}">
                    <a16:creationId xmlns:a16="http://schemas.microsoft.com/office/drawing/2014/main" id="{2D3F45BA-C88B-6232-5BF3-D5F21E3766B7}"/>
                  </a:ext>
                </a:extLst>
              </p:cNvPr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189;p44">
                <a:extLst>
                  <a:ext uri="{FF2B5EF4-FFF2-40B4-BE49-F238E27FC236}">
                    <a16:creationId xmlns:a16="http://schemas.microsoft.com/office/drawing/2014/main" id="{713CF6F2-3AC5-599F-8762-C02A3AEB8FD0}"/>
                  </a:ext>
                </a:extLst>
              </p:cNvPr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" name="Google Shape;1190;p44">
              <a:extLst>
                <a:ext uri="{FF2B5EF4-FFF2-40B4-BE49-F238E27FC236}">
                  <a16:creationId xmlns:a16="http://schemas.microsoft.com/office/drawing/2014/main" id="{2ECC4125-F786-1A6D-45A0-F8B9B30C6E2C}"/>
                </a:ext>
              </a:extLst>
            </p:cNvPr>
            <p:cNvGrpSpPr/>
            <p:nvPr/>
          </p:nvGrpSpPr>
          <p:grpSpPr>
            <a:xfrm>
              <a:off x="5311667" y="2439653"/>
              <a:ext cx="814292" cy="488991"/>
              <a:chOff x="3357500" y="1620888"/>
              <a:chExt cx="867375" cy="457300"/>
            </a:xfrm>
          </p:grpSpPr>
          <p:sp>
            <p:nvSpPr>
              <p:cNvPr id="16" name="Google Shape;1191;p44">
                <a:extLst>
                  <a:ext uri="{FF2B5EF4-FFF2-40B4-BE49-F238E27FC236}">
                    <a16:creationId xmlns:a16="http://schemas.microsoft.com/office/drawing/2014/main" id="{59DE6E12-0A40-C75F-5965-2B9FBB9A480D}"/>
                  </a:ext>
                </a:extLst>
              </p:cNvPr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192;p44">
                <a:extLst>
                  <a:ext uri="{FF2B5EF4-FFF2-40B4-BE49-F238E27FC236}">
                    <a16:creationId xmlns:a16="http://schemas.microsoft.com/office/drawing/2014/main" id="{4DA91935-0B87-8B6D-7797-7AA11C70D2E1}"/>
                  </a:ext>
                </a:extLst>
              </p:cNvPr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193;p44">
                <a:extLst>
                  <a:ext uri="{FF2B5EF4-FFF2-40B4-BE49-F238E27FC236}">
                    <a16:creationId xmlns:a16="http://schemas.microsoft.com/office/drawing/2014/main" id="{C1890475-9651-85BB-0377-3E4EDB181A56}"/>
                  </a:ext>
                </a:extLst>
              </p:cNvPr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194;p44">
                <a:extLst>
                  <a:ext uri="{FF2B5EF4-FFF2-40B4-BE49-F238E27FC236}">
                    <a16:creationId xmlns:a16="http://schemas.microsoft.com/office/drawing/2014/main" id="{F9A80B58-50AF-5D9D-D682-F581B97D94AB}"/>
                  </a:ext>
                </a:extLst>
              </p:cNvPr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81" name="Google Shape;1195;p44">
            <a:extLst>
              <a:ext uri="{FF2B5EF4-FFF2-40B4-BE49-F238E27FC236}">
                <a16:creationId xmlns:a16="http://schemas.microsoft.com/office/drawing/2014/main" id="{D4A41D11-819C-6074-204C-15A55DA89CFB}"/>
              </a:ext>
            </a:extLst>
          </p:cNvPr>
          <p:cNvGrpSpPr/>
          <p:nvPr/>
        </p:nvGrpSpPr>
        <p:grpSpPr>
          <a:xfrm>
            <a:off x="9045217" y="4541950"/>
            <a:ext cx="51554" cy="45719"/>
            <a:chOff x="7464925" y="-1654250"/>
            <a:chExt cx="757976" cy="672190"/>
          </a:xfrm>
        </p:grpSpPr>
        <p:sp>
          <p:nvSpPr>
            <p:cNvPr id="982" name="Google Shape;1196;p44">
              <a:extLst>
                <a:ext uri="{FF2B5EF4-FFF2-40B4-BE49-F238E27FC236}">
                  <a16:creationId xmlns:a16="http://schemas.microsoft.com/office/drawing/2014/main" id="{0933A10B-58FF-5DE9-2097-A08E5F223E7C}"/>
                </a:ext>
              </a:extLst>
            </p:cNvPr>
            <p:cNvSpPr/>
            <p:nvPr/>
          </p:nvSpPr>
          <p:spPr>
            <a:xfrm>
              <a:off x="7464925" y="-1654250"/>
              <a:ext cx="757976" cy="672190"/>
            </a:xfrm>
            <a:custGeom>
              <a:avLst/>
              <a:gdLst/>
              <a:ahLst/>
              <a:cxnLst/>
              <a:rect l="l" t="t" r="r" b="b"/>
              <a:pathLst>
                <a:path w="34170" h="17973" extrusionOk="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1197;p44">
              <a:extLst>
                <a:ext uri="{FF2B5EF4-FFF2-40B4-BE49-F238E27FC236}">
                  <a16:creationId xmlns:a16="http://schemas.microsoft.com/office/drawing/2014/main" id="{DEC3741A-D1D1-309F-7AF2-5ED05A47A017}"/>
                </a:ext>
              </a:extLst>
            </p:cNvPr>
            <p:cNvSpPr/>
            <p:nvPr/>
          </p:nvSpPr>
          <p:spPr>
            <a:xfrm>
              <a:off x="7498685" y="-1654213"/>
              <a:ext cx="690430" cy="672078"/>
            </a:xfrm>
            <a:custGeom>
              <a:avLst/>
              <a:gdLst/>
              <a:ahLst/>
              <a:cxnLst/>
              <a:rect l="l" t="t" r="r" b="b"/>
              <a:pathLst>
                <a:path w="31125" h="17970" extrusionOk="0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4" name="Google Shape;613;p40">
            <a:extLst>
              <a:ext uri="{FF2B5EF4-FFF2-40B4-BE49-F238E27FC236}">
                <a16:creationId xmlns:a16="http://schemas.microsoft.com/office/drawing/2014/main" id="{44A0D93F-186C-0BE7-CD59-DC7BA758FF78}"/>
              </a:ext>
            </a:extLst>
          </p:cNvPr>
          <p:cNvGrpSpPr/>
          <p:nvPr/>
        </p:nvGrpSpPr>
        <p:grpSpPr>
          <a:xfrm flipH="1">
            <a:off x="-1410557" y="5143500"/>
            <a:ext cx="1573117" cy="922099"/>
            <a:chOff x="2540729" y="391407"/>
            <a:chExt cx="2172753" cy="1362718"/>
          </a:xfrm>
        </p:grpSpPr>
        <p:sp>
          <p:nvSpPr>
            <p:cNvPr id="985" name="Google Shape;614;p40">
              <a:extLst>
                <a:ext uri="{FF2B5EF4-FFF2-40B4-BE49-F238E27FC236}">
                  <a16:creationId xmlns:a16="http://schemas.microsoft.com/office/drawing/2014/main" id="{E7F2B09D-0212-0D1E-D33A-3E76AF554F62}"/>
                </a:ext>
              </a:extLst>
            </p:cNvPr>
            <p:cNvSpPr/>
            <p:nvPr/>
          </p:nvSpPr>
          <p:spPr>
            <a:xfrm>
              <a:off x="3927190" y="948713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615;p40">
              <a:extLst>
                <a:ext uri="{FF2B5EF4-FFF2-40B4-BE49-F238E27FC236}">
                  <a16:creationId xmlns:a16="http://schemas.microsoft.com/office/drawing/2014/main" id="{D94CFAB8-45ED-453F-2873-00BE7047C047}"/>
                </a:ext>
              </a:extLst>
            </p:cNvPr>
            <p:cNvSpPr/>
            <p:nvPr/>
          </p:nvSpPr>
          <p:spPr>
            <a:xfrm rot="5400000">
              <a:off x="3577039" y="851418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616;p40">
              <a:extLst>
                <a:ext uri="{FF2B5EF4-FFF2-40B4-BE49-F238E27FC236}">
                  <a16:creationId xmlns:a16="http://schemas.microsoft.com/office/drawing/2014/main" id="{A0EAB031-D19B-7855-C7CC-0D7A9DD812FB}"/>
                </a:ext>
              </a:extLst>
            </p:cNvPr>
            <p:cNvSpPr/>
            <p:nvPr/>
          </p:nvSpPr>
          <p:spPr>
            <a:xfrm>
              <a:off x="3391357" y="62291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617;p40">
              <a:extLst>
                <a:ext uri="{FF2B5EF4-FFF2-40B4-BE49-F238E27FC236}">
                  <a16:creationId xmlns:a16="http://schemas.microsoft.com/office/drawing/2014/main" id="{5D40E533-4518-EA17-451D-EE94FD2BF749}"/>
                </a:ext>
              </a:extLst>
            </p:cNvPr>
            <p:cNvSpPr/>
            <p:nvPr/>
          </p:nvSpPr>
          <p:spPr>
            <a:xfrm>
              <a:off x="3418336" y="643668"/>
              <a:ext cx="732909" cy="18096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618;p40">
              <a:extLst>
                <a:ext uri="{FF2B5EF4-FFF2-40B4-BE49-F238E27FC236}">
                  <a16:creationId xmlns:a16="http://schemas.microsoft.com/office/drawing/2014/main" id="{1BBDA331-56A0-5951-1F1A-D5912E6B165C}"/>
                </a:ext>
              </a:extLst>
            </p:cNvPr>
            <p:cNvSpPr/>
            <p:nvPr/>
          </p:nvSpPr>
          <p:spPr>
            <a:xfrm>
              <a:off x="3746784" y="64406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619;p40">
              <a:extLst>
                <a:ext uri="{FF2B5EF4-FFF2-40B4-BE49-F238E27FC236}">
                  <a16:creationId xmlns:a16="http://schemas.microsoft.com/office/drawing/2014/main" id="{30644763-4CE9-55DE-663F-3C97B2FC18A1}"/>
                </a:ext>
              </a:extLst>
            </p:cNvPr>
            <p:cNvSpPr/>
            <p:nvPr/>
          </p:nvSpPr>
          <p:spPr>
            <a:xfrm>
              <a:off x="3425920" y="39625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620;p40">
              <a:extLst>
                <a:ext uri="{FF2B5EF4-FFF2-40B4-BE49-F238E27FC236}">
                  <a16:creationId xmlns:a16="http://schemas.microsoft.com/office/drawing/2014/main" id="{DAE23F03-2B0F-10AE-0097-9BA163AE5985}"/>
                </a:ext>
              </a:extLst>
            </p:cNvPr>
            <p:cNvSpPr/>
            <p:nvPr/>
          </p:nvSpPr>
          <p:spPr>
            <a:xfrm>
              <a:off x="3389259" y="39643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621;p40">
              <a:extLst>
                <a:ext uri="{FF2B5EF4-FFF2-40B4-BE49-F238E27FC236}">
                  <a16:creationId xmlns:a16="http://schemas.microsoft.com/office/drawing/2014/main" id="{8A687D29-09FB-5A54-9784-6CE9328A6806}"/>
                </a:ext>
              </a:extLst>
            </p:cNvPr>
            <p:cNvSpPr/>
            <p:nvPr/>
          </p:nvSpPr>
          <p:spPr>
            <a:xfrm>
              <a:off x="3773613" y="44729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622;p40">
              <a:extLst>
                <a:ext uri="{FF2B5EF4-FFF2-40B4-BE49-F238E27FC236}">
                  <a16:creationId xmlns:a16="http://schemas.microsoft.com/office/drawing/2014/main" id="{F05262D0-F864-F457-6D5C-258FBE566535}"/>
                </a:ext>
              </a:extLst>
            </p:cNvPr>
            <p:cNvSpPr/>
            <p:nvPr/>
          </p:nvSpPr>
          <p:spPr>
            <a:xfrm>
              <a:off x="3773613" y="60731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623;p40">
              <a:extLst>
                <a:ext uri="{FF2B5EF4-FFF2-40B4-BE49-F238E27FC236}">
                  <a16:creationId xmlns:a16="http://schemas.microsoft.com/office/drawing/2014/main" id="{A01F2723-AE50-FB29-D2B0-789F1625F82F}"/>
                </a:ext>
              </a:extLst>
            </p:cNvPr>
            <p:cNvSpPr/>
            <p:nvPr/>
          </p:nvSpPr>
          <p:spPr>
            <a:xfrm>
              <a:off x="3734942" y="60359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624;p40">
              <a:extLst>
                <a:ext uri="{FF2B5EF4-FFF2-40B4-BE49-F238E27FC236}">
                  <a16:creationId xmlns:a16="http://schemas.microsoft.com/office/drawing/2014/main" id="{0A232FD3-BA0B-581C-97FD-9B033AF9093B}"/>
                </a:ext>
              </a:extLst>
            </p:cNvPr>
            <p:cNvSpPr/>
            <p:nvPr/>
          </p:nvSpPr>
          <p:spPr>
            <a:xfrm>
              <a:off x="3737913" y="58030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625;p40">
              <a:extLst>
                <a:ext uri="{FF2B5EF4-FFF2-40B4-BE49-F238E27FC236}">
                  <a16:creationId xmlns:a16="http://schemas.microsoft.com/office/drawing/2014/main" id="{D38E9355-3808-1212-9291-142E8F2FB597}"/>
                </a:ext>
              </a:extLst>
            </p:cNvPr>
            <p:cNvSpPr/>
            <p:nvPr/>
          </p:nvSpPr>
          <p:spPr>
            <a:xfrm>
              <a:off x="3734374" y="57685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626;p40">
              <a:extLst>
                <a:ext uri="{FF2B5EF4-FFF2-40B4-BE49-F238E27FC236}">
                  <a16:creationId xmlns:a16="http://schemas.microsoft.com/office/drawing/2014/main" id="{156E7CE0-9904-1A90-45F8-718B8E98DF69}"/>
                </a:ext>
              </a:extLst>
            </p:cNvPr>
            <p:cNvSpPr/>
            <p:nvPr/>
          </p:nvSpPr>
          <p:spPr>
            <a:xfrm>
              <a:off x="3800006" y="45218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627;p40">
              <a:extLst>
                <a:ext uri="{FF2B5EF4-FFF2-40B4-BE49-F238E27FC236}">
                  <a16:creationId xmlns:a16="http://schemas.microsoft.com/office/drawing/2014/main" id="{3C13D330-23CA-8CD8-8B6C-C925F0A016AE}"/>
                </a:ext>
              </a:extLst>
            </p:cNvPr>
            <p:cNvSpPr/>
            <p:nvPr/>
          </p:nvSpPr>
          <p:spPr>
            <a:xfrm>
              <a:off x="3788994" y="39140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628;p40">
              <a:extLst>
                <a:ext uri="{FF2B5EF4-FFF2-40B4-BE49-F238E27FC236}">
                  <a16:creationId xmlns:a16="http://schemas.microsoft.com/office/drawing/2014/main" id="{F7D10C4B-D9A7-0081-C1F5-00DD5DCB5782}"/>
                </a:ext>
              </a:extLst>
            </p:cNvPr>
            <p:cNvSpPr/>
            <p:nvPr/>
          </p:nvSpPr>
          <p:spPr>
            <a:xfrm>
              <a:off x="3761509" y="51563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629;p40">
              <a:extLst>
                <a:ext uri="{FF2B5EF4-FFF2-40B4-BE49-F238E27FC236}">
                  <a16:creationId xmlns:a16="http://schemas.microsoft.com/office/drawing/2014/main" id="{A6867985-DE18-1E43-CAF9-7321D97C985F}"/>
                </a:ext>
              </a:extLst>
            </p:cNvPr>
            <p:cNvSpPr/>
            <p:nvPr/>
          </p:nvSpPr>
          <p:spPr>
            <a:xfrm>
              <a:off x="3761640" y="50340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630;p40">
              <a:extLst>
                <a:ext uri="{FF2B5EF4-FFF2-40B4-BE49-F238E27FC236}">
                  <a16:creationId xmlns:a16="http://schemas.microsoft.com/office/drawing/2014/main" id="{D53AC8EB-0FE1-BC05-3342-CF16425C645C}"/>
                </a:ext>
              </a:extLst>
            </p:cNvPr>
            <p:cNvSpPr/>
            <p:nvPr/>
          </p:nvSpPr>
          <p:spPr>
            <a:xfrm>
              <a:off x="3764000" y="50541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631;p40">
              <a:extLst>
                <a:ext uri="{FF2B5EF4-FFF2-40B4-BE49-F238E27FC236}">
                  <a16:creationId xmlns:a16="http://schemas.microsoft.com/office/drawing/2014/main" id="{DF087444-7376-9108-5A6E-647AA7AB43DF}"/>
                </a:ext>
              </a:extLst>
            </p:cNvPr>
            <p:cNvSpPr/>
            <p:nvPr/>
          </p:nvSpPr>
          <p:spPr>
            <a:xfrm>
              <a:off x="3756921" y="54373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632;p40">
              <a:extLst>
                <a:ext uri="{FF2B5EF4-FFF2-40B4-BE49-F238E27FC236}">
                  <a16:creationId xmlns:a16="http://schemas.microsoft.com/office/drawing/2014/main" id="{C658D4CE-94A9-5106-2E45-DF7BDFDBA664}"/>
                </a:ext>
              </a:extLst>
            </p:cNvPr>
            <p:cNvSpPr/>
            <p:nvPr/>
          </p:nvSpPr>
          <p:spPr>
            <a:xfrm>
              <a:off x="3726159" y="58441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633;p40">
              <a:extLst>
                <a:ext uri="{FF2B5EF4-FFF2-40B4-BE49-F238E27FC236}">
                  <a16:creationId xmlns:a16="http://schemas.microsoft.com/office/drawing/2014/main" id="{31B8F177-31CC-D184-B49C-38D2057B2B3A}"/>
                </a:ext>
              </a:extLst>
            </p:cNvPr>
            <p:cNvSpPr/>
            <p:nvPr/>
          </p:nvSpPr>
          <p:spPr>
            <a:xfrm>
              <a:off x="3562428" y="60320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634;p40">
              <a:extLst>
                <a:ext uri="{FF2B5EF4-FFF2-40B4-BE49-F238E27FC236}">
                  <a16:creationId xmlns:a16="http://schemas.microsoft.com/office/drawing/2014/main" id="{A70223DC-579B-5C80-95FB-71AEEBC917C2}"/>
                </a:ext>
              </a:extLst>
            </p:cNvPr>
            <p:cNvSpPr/>
            <p:nvPr/>
          </p:nvSpPr>
          <p:spPr>
            <a:xfrm>
              <a:off x="3540711" y="66066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635;p40">
              <a:extLst>
                <a:ext uri="{FF2B5EF4-FFF2-40B4-BE49-F238E27FC236}">
                  <a16:creationId xmlns:a16="http://schemas.microsoft.com/office/drawing/2014/main" id="{10F07461-82DA-2C41-7531-DB6D8F715DA6}"/>
                </a:ext>
              </a:extLst>
            </p:cNvPr>
            <p:cNvSpPr/>
            <p:nvPr/>
          </p:nvSpPr>
          <p:spPr>
            <a:xfrm>
              <a:off x="3540798" y="52354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636;p40">
              <a:extLst>
                <a:ext uri="{FF2B5EF4-FFF2-40B4-BE49-F238E27FC236}">
                  <a16:creationId xmlns:a16="http://schemas.microsoft.com/office/drawing/2014/main" id="{89FD1039-14B6-24A2-9EF7-DCE0B80EA41B}"/>
                </a:ext>
              </a:extLst>
            </p:cNvPr>
            <p:cNvSpPr/>
            <p:nvPr/>
          </p:nvSpPr>
          <p:spPr>
            <a:xfrm>
              <a:off x="3106572" y="1450603"/>
              <a:ext cx="732890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637;p40">
              <a:extLst>
                <a:ext uri="{FF2B5EF4-FFF2-40B4-BE49-F238E27FC236}">
                  <a16:creationId xmlns:a16="http://schemas.microsoft.com/office/drawing/2014/main" id="{2717A53C-C005-3AEF-BBF4-242105EC6787}"/>
                </a:ext>
              </a:extLst>
            </p:cNvPr>
            <p:cNvSpPr/>
            <p:nvPr/>
          </p:nvSpPr>
          <p:spPr>
            <a:xfrm>
              <a:off x="2962182" y="1113887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638;p40">
              <a:extLst>
                <a:ext uri="{FF2B5EF4-FFF2-40B4-BE49-F238E27FC236}">
                  <a16:creationId xmlns:a16="http://schemas.microsoft.com/office/drawing/2014/main" id="{EA09E406-3ACD-D411-466C-A59CD7FD5724}"/>
                </a:ext>
              </a:extLst>
            </p:cNvPr>
            <p:cNvSpPr/>
            <p:nvPr/>
          </p:nvSpPr>
          <p:spPr>
            <a:xfrm>
              <a:off x="2542827" y="111122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639;p40">
              <a:extLst>
                <a:ext uri="{FF2B5EF4-FFF2-40B4-BE49-F238E27FC236}">
                  <a16:creationId xmlns:a16="http://schemas.microsoft.com/office/drawing/2014/main" id="{77B8BAFB-F74B-0D93-DDFF-4DC4CB34269A}"/>
                </a:ext>
              </a:extLst>
            </p:cNvPr>
            <p:cNvSpPr/>
            <p:nvPr/>
          </p:nvSpPr>
          <p:spPr>
            <a:xfrm>
              <a:off x="3748368" y="922890"/>
              <a:ext cx="50077" cy="40726"/>
            </a:xfrm>
            <a:custGeom>
              <a:avLst/>
              <a:gdLst/>
              <a:ahLst/>
              <a:cxnLst/>
              <a:rect l="l" t="t" r="r" b="b"/>
              <a:pathLst>
                <a:path w="1146" h="932" extrusionOk="0">
                  <a:moveTo>
                    <a:pt x="571" y="0"/>
                  </a:moveTo>
                  <a:cubicBezTo>
                    <a:pt x="257" y="0"/>
                    <a:pt x="2" y="207"/>
                    <a:pt x="1" y="465"/>
                  </a:cubicBezTo>
                  <a:cubicBezTo>
                    <a:pt x="1" y="722"/>
                    <a:pt x="256" y="931"/>
                    <a:pt x="572" y="931"/>
                  </a:cubicBezTo>
                  <a:cubicBezTo>
                    <a:pt x="573" y="931"/>
                    <a:pt x="574" y="931"/>
                    <a:pt x="575" y="931"/>
                  </a:cubicBezTo>
                  <a:cubicBezTo>
                    <a:pt x="889" y="931"/>
                    <a:pt x="1144" y="724"/>
                    <a:pt x="1145" y="470"/>
                  </a:cubicBezTo>
                  <a:cubicBezTo>
                    <a:pt x="1145" y="211"/>
                    <a:pt x="890" y="2"/>
                    <a:pt x="575" y="0"/>
                  </a:cubicBezTo>
                  <a:cubicBezTo>
                    <a:pt x="574" y="0"/>
                    <a:pt x="572" y="0"/>
                    <a:pt x="57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640;p40">
              <a:extLst>
                <a:ext uri="{FF2B5EF4-FFF2-40B4-BE49-F238E27FC236}">
                  <a16:creationId xmlns:a16="http://schemas.microsoft.com/office/drawing/2014/main" id="{3C0BC7A5-5D52-1D8B-BA62-492CCEC35227}"/>
                </a:ext>
              </a:extLst>
            </p:cNvPr>
            <p:cNvSpPr/>
            <p:nvPr/>
          </p:nvSpPr>
          <p:spPr>
            <a:xfrm>
              <a:off x="3934952" y="789484"/>
              <a:ext cx="111647" cy="232340"/>
            </a:xfrm>
            <a:custGeom>
              <a:avLst/>
              <a:gdLst/>
              <a:ahLst/>
              <a:cxnLst/>
              <a:rect l="l" t="t" r="r" b="b"/>
              <a:pathLst>
                <a:path w="2555" h="5317" extrusionOk="0">
                  <a:moveTo>
                    <a:pt x="2547" y="0"/>
                  </a:moveTo>
                  <a:cubicBezTo>
                    <a:pt x="2424" y="71"/>
                    <a:pt x="2307" y="145"/>
                    <a:pt x="2191" y="220"/>
                  </a:cubicBezTo>
                  <a:cubicBezTo>
                    <a:pt x="2156" y="242"/>
                    <a:pt x="2122" y="266"/>
                    <a:pt x="2088" y="288"/>
                  </a:cubicBezTo>
                  <a:cubicBezTo>
                    <a:pt x="2010" y="342"/>
                    <a:pt x="1931" y="397"/>
                    <a:pt x="1858" y="451"/>
                  </a:cubicBezTo>
                  <a:cubicBezTo>
                    <a:pt x="1822" y="477"/>
                    <a:pt x="1787" y="502"/>
                    <a:pt x="1753" y="529"/>
                  </a:cubicBezTo>
                  <a:cubicBezTo>
                    <a:pt x="1676" y="588"/>
                    <a:pt x="1601" y="648"/>
                    <a:pt x="1528" y="709"/>
                  </a:cubicBezTo>
                  <a:cubicBezTo>
                    <a:pt x="1505" y="729"/>
                    <a:pt x="1481" y="748"/>
                    <a:pt x="1458" y="768"/>
                  </a:cubicBezTo>
                  <a:cubicBezTo>
                    <a:pt x="1364" y="849"/>
                    <a:pt x="1276" y="931"/>
                    <a:pt x="1192" y="1014"/>
                  </a:cubicBezTo>
                  <a:cubicBezTo>
                    <a:pt x="1173" y="1032"/>
                    <a:pt x="1156" y="1051"/>
                    <a:pt x="1138" y="1069"/>
                  </a:cubicBezTo>
                  <a:cubicBezTo>
                    <a:pt x="1073" y="1134"/>
                    <a:pt x="1012" y="1201"/>
                    <a:pt x="953" y="1268"/>
                  </a:cubicBezTo>
                  <a:cubicBezTo>
                    <a:pt x="929" y="1295"/>
                    <a:pt x="904" y="1324"/>
                    <a:pt x="879" y="1352"/>
                  </a:cubicBezTo>
                  <a:cubicBezTo>
                    <a:pt x="829" y="1414"/>
                    <a:pt x="781" y="1474"/>
                    <a:pt x="735" y="1535"/>
                  </a:cubicBezTo>
                  <a:cubicBezTo>
                    <a:pt x="713" y="1563"/>
                    <a:pt x="692" y="1591"/>
                    <a:pt x="672" y="1618"/>
                  </a:cubicBezTo>
                  <a:cubicBezTo>
                    <a:pt x="615" y="1697"/>
                    <a:pt x="561" y="1778"/>
                    <a:pt x="510" y="1860"/>
                  </a:cubicBezTo>
                  <a:cubicBezTo>
                    <a:pt x="506" y="1867"/>
                    <a:pt x="499" y="1874"/>
                    <a:pt x="495" y="1883"/>
                  </a:cubicBezTo>
                  <a:cubicBezTo>
                    <a:pt x="442" y="1972"/>
                    <a:pt x="393" y="2063"/>
                    <a:pt x="349" y="2152"/>
                  </a:cubicBezTo>
                  <a:cubicBezTo>
                    <a:pt x="335" y="2178"/>
                    <a:pt x="322" y="2206"/>
                    <a:pt x="310" y="2234"/>
                  </a:cubicBezTo>
                  <a:cubicBezTo>
                    <a:pt x="281" y="2300"/>
                    <a:pt x="252" y="2364"/>
                    <a:pt x="226" y="2429"/>
                  </a:cubicBezTo>
                  <a:cubicBezTo>
                    <a:pt x="215" y="2461"/>
                    <a:pt x="204" y="2490"/>
                    <a:pt x="192" y="2523"/>
                  </a:cubicBezTo>
                  <a:cubicBezTo>
                    <a:pt x="167" y="2590"/>
                    <a:pt x="146" y="2658"/>
                    <a:pt x="127" y="2727"/>
                  </a:cubicBezTo>
                  <a:cubicBezTo>
                    <a:pt x="119" y="2752"/>
                    <a:pt x="110" y="2775"/>
                    <a:pt x="104" y="2801"/>
                  </a:cubicBezTo>
                  <a:cubicBezTo>
                    <a:pt x="81" y="2893"/>
                    <a:pt x="63" y="2986"/>
                    <a:pt x="47" y="3078"/>
                  </a:cubicBezTo>
                  <a:cubicBezTo>
                    <a:pt x="44" y="3096"/>
                    <a:pt x="43" y="3113"/>
                    <a:pt x="41" y="3132"/>
                  </a:cubicBezTo>
                  <a:cubicBezTo>
                    <a:pt x="30" y="3207"/>
                    <a:pt x="21" y="3283"/>
                    <a:pt x="16" y="3359"/>
                  </a:cubicBezTo>
                  <a:cubicBezTo>
                    <a:pt x="15" y="3390"/>
                    <a:pt x="15" y="3421"/>
                    <a:pt x="13" y="3452"/>
                  </a:cubicBezTo>
                  <a:cubicBezTo>
                    <a:pt x="1" y="3842"/>
                    <a:pt x="67" y="4235"/>
                    <a:pt x="213" y="4621"/>
                  </a:cubicBezTo>
                  <a:lnTo>
                    <a:pt x="216" y="5316"/>
                  </a:lnTo>
                  <a:cubicBezTo>
                    <a:pt x="556" y="4407"/>
                    <a:pt x="1333" y="2544"/>
                    <a:pt x="2554" y="1838"/>
                  </a:cubicBezTo>
                  <a:lnTo>
                    <a:pt x="2547" y="0"/>
                  </a:ln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641;p40">
              <a:extLst>
                <a:ext uri="{FF2B5EF4-FFF2-40B4-BE49-F238E27FC236}">
                  <a16:creationId xmlns:a16="http://schemas.microsoft.com/office/drawing/2014/main" id="{4D1497E6-7F86-C9F3-0A49-11CB61A15299}"/>
                </a:ext>
              </a:extLst>
            </p:cNvPr>
            <p:cNvSpPr/>
            <p:nvPr/>
          </p:nvSpPr>
          <p:spPr>
            <a:xfrm>
              <a:off x="3159908" y="841833"/>
              <a:ext cx="224037" cy="265331"/>
            </a:xfrm>
            <a:custGeom>
              <a:avLst/>
              <a:gdLst/>
              <a:ahLst/>
              <a:cxnLst/>
              <a:rect l="l" t="t" r="r" b="b"/>
              <a:pathLst>
                <a:path w="5127" h="6072" extrusionOk="0">
                  <a:moveTo>
                    <a:pt x="1" y="0"/>
                  </a:moveTo>
                  <a:lnTo>
                    <a:pt x="10" y="2840"/>
                  </a:lnTo>
                  <a:lnTo>
                    <a:pt x="1801" y="4576"/>
                  </a:lnTo>
                  <a:cubicBezTo>
                    <a:pt x="2273" y="5036"/>
                    <a:pt x="2993" y="5595"/>
                    <a:pt x="3643" y="6072"/>
                  </a:cubicBezTo>
                  <a:lnTo>
                    <a:pt x="3640" y="5138"/>
                  </a:lnTo>
                  <a:lnTo>
                    <a:pt x="5126" y="4281"/>
                  </a:lnTo>
                  <a:cubicBezTo>
                    <a:pt x="5011" y="4204"/>
                    <a:pt x="2820" y="2737"/>
                    <a:pt x="1791" y="17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642;p40">
              <a:extLst>
                <a:ext uri="{FF2B5EF4-FFF2-40B4-BE49-F238E27FC236}">
                  <a16:creationId xmlns:a16="http://schemas.microsoft.com/office/drawing/2014/main" id="{574DBB30-3601-567D-F6B4-C4C0D8E442D1}"/>
                </a:ext>
              </a:extLst>
            </p:cNvPr>
            <p:cNvSpPr/>
            <p:nvPr/>
          </p:nvSpPr>
          <p:spPr>
            <a:xfrm>
              <a:off x="3325867" y="1091470"/>
              <a:ext cx="787" cy="4938"/>
            </a:xfrm>
            <a:custGeom>
              <a:avLst/>
              <a:gdLst/>
              <a:ahLst/>
              <a:cxnLst/>
              <a:rect l="l" t="t" r="r" b="b"/>
              <a:pathLst>
                <a:path w="18" h="113" extrusionOk="0">
                  <a:moveTo>
                    <a:pt x="1" y="0"/>
                  </a:moveTo>
                  <a:cubicBezTo>
                    <a:pt x="7" y="37"/>
                    <a:pt x="13" y="76"/>
                    <a:pt x="18" y="112"/>
                  </a:cubicBezTo>
                  <a:cubicBezTo>
                    <a:pt x="13" y="76"/>
                    <a:pt x="7" y="37"/>
                    <a:pt x="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643;p40">
              <a:extLst>
                <a:ext uri="{FF2B5EF4-FFF2-40B4-BE49-F238E27FC236}">
                  <a16:creationId xmlns:a16="http://schemas.microsoft.com/office/drawing/2014/main" id="{6FC74F79-94CD-0266-086C-833FAFBB1853}"/>
                </a:ext>
              </a:extLst>
            </p:cNvPr>
            <p:cNvSpPr/>
            <p:nvPr/>
          </p:nvSpPr>
          <p:spPr>
            <a:xfrm>
              <a:off x="3327440" y="1104230"/>
              <a:ext cx="350" cy="5156"/>
            </a:xfrm>
            <a:custGeom>
              <a:avLst/>
              <a:gdLst/>
              <a:ahLst/>
              <a:cxnLst/>
              <a:rect l="l" t="t" r="r" b="b"/>
              <a:pathLst>
                <a:path w="8" h="118" extrusionOk="0">
                  <a:moveTo>
                    <a:pt x="0" y="0"/>
                  </a:moveTo>
                  <a:cubicBezTo>
                    <a:pt x="3" y="39"/>
                    <a:pt x="6" y="77"/>
                    <a:pt x="8" y="117"/>
                  </a:cubicBezTo>
                  <a:cubicBezTo>
                    <a:pt x="6" y="77"/>
                    <a:pt x="5" y="39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644;p40">
              <a:extLst>
                <a:ext uri="{FF2B5EF4-FFF2-40B4-BE49-F238E27FC236}">
                  <a16:creationId xmlns:a16="http://schemas.microsoft.com/office/drawing/2014/main" id="{EB0FC20D-B1B4-541B-CF60-C9A7BC7CCDB5}"/>
                </a:ext>
              </a:extLst>
            </p:cNvPr>
            <p:cNvSpPr/>
            <p:nvPr/>
          </p:nvSpPr>
          <p:spPr>
            <a:xfrm>
              <a:off x="3323071" y="1078842"/>
              <a:ext cx="1049" cy="4195"/>
            </a:xfrm>
            <a:custGeom>
              <a:avLst/>
              <a:gdLst/>
              <a:ahLst/>
              <a:cxnLst/>
              <a:rect l="l" t="t" r="r" b="b"/>
              <a:pathLst>
                <a:path w="24" h="96" extrusionOk="0">
                  <a:moveTo>
                    <a:pt x="0" y="0"/>
                  </a:moveTo>
                  <a:cubicBezTo>
                    <a:pt x="9" y="32"/>
                    <a:pt x="16" y="65"/>
                    <a:pt x="23" y="95"/>
                  </a:cubicBezTo>
                  <a:cubicBezTo>
                    <a:pt x="16" y="65"/>
                    <a:pt x="9" y="32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645;p40">
              <a:extLst>
                <a:ext uri="{FF2B5EF4-FFF2-40B4-BE49-F238E27FC236}">
                  <a16:creationId xmlns:a16="http://schemas.microsoft.com/office/drawing/2014/main" id="{741FE874-22C1-A08B-4044-A7C3EF7A146A}"/>
                </a:ext>
              </a:extLst>
            </p:cNvPr>
            <p:cNvSpPr/>
            <p:nvPr/>
          </p:nvSpPr>
          <p:spPr>
            <a:xfrm>
              <a:off x="4066915" y="1212990"/>
              <a:ext cx="32249" cy="42780"/>
            </a:xfrm>
            <a:custGeom>
              <a:avLst/>
              <a:gdLst/>
              <a:ahLst/>
              <a:cxnLst/>
              <a:rect l="l" t="t" r="r" b="b"/>
              <a:pathLst>
                <a:path w="738" h="979" extrusionOk="0">
                  <a:moveTo>
                    <a:pt x="728" y="0"/>
                  </a:moveTo>
                  <a:lnTo>
                    <a:pt x="1" y="420"/>
                  </a:lnTo>
                  <a:lnTo>
                    <a:pt x="8" y="979"/>
                  </a:lnTo>
                  <a:lnTo>
                    <a:pt x="737" y="557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646;p40">
              <a:extLst>
                <a:ext uri="{FF2B5EF4-FFF2-40B4-BE49-F238E27FC236}">
                  <a16:creationId xmlns:a16="http://schemas.microsoft.com/office/drawing/2014/main" id="{3F5267B8-AC56-7F5A-BB24-293CA86FA9A8}"/>
                </a:ext>
              </a:extLst>
            </p:cNvPr>
            <p:cNvSpPr/>
            <p:nvPr/>
          </p:nvSpPr>
          <p:spPr>
            <a:xfrm>
              <a:off x="3732638" y="1087887"/>
              <a:ext cx="334679" cy="184272"/>
            </a:xfrm>
            <a:custGeom>
              <a:avLst/>
              <a:gdLst/>
              <a:ahLst/>
              <a:cxnLst/>
              <a:rect l="l" t="t" r="r" b="b"/>
              <a:pathLst>
                <a:path w="7659" h="4217" extrusionOk="0">
                  <a:moveTo>
                    <a:pt x="4230" y="1"/>
                  </a:moveTo>
                  <a:lnTo>
                    <a:pt x="7651" y="3283"/>
                  </a:lnTo>
                  <a:lnTo>
                    <a:pt x="7658" y="3840"/>
                  </a:lnTo>
                  <a:lnTo>
                    <a:pt x="5560" y="3226"/>
                  </a:lnTo>
                  <a:cubicBezTo>
                    <a:pt x="4716" y="2979"/>
                    <a:pt x="3807" y="3088"/>
                    <a:pt x="3044" y="3528"/>
                  </a:cubicBezTo>
                  <a:lnTo>
                    <a:pt x="1850" y="4217"/>
                  </a:lnTo>
                  <a:lnTo>
                    <a:pt x="1" y="2442"/>
                  </a:lnTo>
                  <a:lnTo>
                    <a:pt x="42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647;p40">
              <a:extLst>
                <a:ext uri="{FF2B5EF4-FFF2-40B4-BE49-F238E27FC236}">
                  <a16:creationId xmlns:a16="http://schemas.microsoft.com/office/drawing/2014/main" id="{CC4A72A7-4763-03F2-C16B-31239838C2EB}"/>
                </a:ext>
              </a:extLst>
            </p:cNvPr>
            <p:cNvSpPr/>
            <p:nvPr/>
          </p:nvSpPr>
          <p:spPr>
            <a:xfrm>
              <a:off x="3565979" y="1172309"/>
              <a:ext cx="65240" cy="124145"/>
            </a:xfrm>
            <a:custGeom>
              <a:avLst/>
              <a:gdLst/>
              <a:ahLst/>
              <a:cxnLst/>
              <a:rect l="l" t="t" r="r" b="b"/>
              <a:pathLst>
                <a:path w="1493" h="2841" extrusionOk="0">
                  <a:moveTo>
                    <a:pt x="1485" y="1"/>
                  </a:moveTo>
                  <a:lnTo>
                    <a:pt x="0" y="859"/>
                  </a:lnTo>
                  <a:lnTo>
                    <a:pt x="6" y="2654"/>
                  </a:lnTo>
                  <a:lnTo>
                    <a:pt x="1492" y="2840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648;p40">
              <a:extLst>
                <a:ext uri="{FF2B5EF4-FFF2-40B4-BE49-F238E27FC236}">
                  <a16:creationId xmlns:a16="http://schemas.microsoft.com/office/drawing/2014/main" id="{D9623470-CD07-2530-DB43-44F0EC9324F1}"/>
                </a:ext>
              </a:extLst>
            </p:cNvPr>
            <p:cNvSpPr/>
            <p:nvPr/>
          </p:nvSpPr>
          <p:spPr>
            <a:xfrm>
              <a:off x="3630825" y="1172309"/>
              <a:ext cx="70353" cy="164740"/>
            </a:xfrm>
            <a:custGeom>
              <a:avLst/>
              <a:gdLst/>
              <a:ahLst/>
              <a:cxnLst/>
              <a:rect l="l" t="t" r="r" b="b"/>
              <a:pathLst>
                <a:path w="1610" h="3770" extrusionOk="0">
                  <a:moveTo>
                    <a:pt x="1" y="1"/>
                  </a:moveTo>
                  <a:lnTo>
                    <a:pt x="8" y="2840"/>
                  </a:lnTo>
                  <a:lnTo>
                    <a:pt x="1610" y="3769"/>
                  </a:lnTo>
                  <a:lnTo>
                    <a:pt x="1600" y="9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649;p40">
              <a:extLst>
                <a:ext uri="{FF2B5EF4-FFF2-40B4-BE49-F238E27FC236}">
                  <a16:creationId xmlns:a16="http://schemas.microsoft.com/office/drawing/2014/main" id="{2791DD95-88B3-ADA9-B175-00DA3DC04072}"/>
                </a:ext>
              </a:extLst>
            </p:cNvPr>
            <p:cNvSpPr/>
            <p:nvPr/>
          </p:nvSpPr>
          <p:spPr>
            <a:xfrm>
              <a:off x="3217063" y="1204513"/>
              <a:ext cx="349230" cy="142061"/>
            </a:xfrm>
            <a:custGeom>
              <a:avLst/>
              <a:gdLst/>
              <a:ahLst/>
              <a:cxnLst/>
              <a:rect l="l" t="t" r="r" b="b"/>
              <a:pathLst>
                <a:path w="7992" h="3251" extrusionOk="0">
                  <a:moveTo>
                    <a:pt x="6088" y="0"/>
                  </a:moveTo>
                  <a:cubicBezTo>
                    <a:pt x="3887" y="0"/>
                    <a:pt x="1685" y="485"/>
                    <a:pt x="0" y="1457"/>
                  </a:cubicBezTo>
                  <a:lnTo>
                    <a:pt x="8" y="3251"/>
                  </a:lnTo>
                  <a:cubicBezTo>
                    <a:pt x="1691" y="2279"/>
                    <a:pt x="3892" y="1794"/>
                    <a:pt x="6090" y="1794"/>
                  </a:cubicBezTo>
                  <a:cubicBezTo>
                    <a:pt x="6728" y="1794"/>
                    <a:pt x="7366" y="1835"/>
                    <a:pt x="7991" y="1917"/>
                  </a:cubicBezTo>
                  <a:lnTo>
                    <a:pt x="7985" y="122"/>
                  </a:lnTo>
                  <a:cubicBezTo>
                    <a:pt x="7361" y="41"/>
                    <a:pt x="6725" y="0"/>
                    <a:pt x="6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650;p40">
              <a:extLst>
                <a:ext uri="{FF2B5EF4-FFF2-40B4-BE49-F238E27FC236}">
                  <a16:creationId xmlns:a16="http://schemas.microsoft.com/office/drawing/2014/main" id="{76018B51-328C-42FE-D535-F22C40082EB7}"/>
                </a:ext>
              </a:extLst>
            </p:cNvPr>
            <p:cNvSpPr/>
            <p:nvPr/>
          </p:nvSpPr>
          <p:spPr>
            <a:xfrm>
              <a:off x="3850225" y="1338050"/>
              <a:ext cx="32249" cy="42824"/>
            </a:xfrm>
            <a:custGeom>
              <a:avLst/>
              <a:gdLst/>
              <a:ahLst/>
              <a:cxnLst/>
              <a:rect l="l" t="t" r="r" b="b"/>
              <a:pathLst>
                <a:path w="738" h="980" extrusionOk="0">
                  <a:moveTo>
                    <a:pt x="729" y="1"/>
                  </a:moveTo>
                  <a:lnTo>
                    <a:pt x="0" y="422"/>
                  </a:lnTo>
                  <a:lnTo>
                    <a:pt x="8" y="979"/>
                  </a:lnTo>
                  <a:lnTo>
                    <a:pt x="737" y="5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651;p40">
              <a:extLst>
                <a:ext uri="{FF2B5EF4-FFF2-40B4-BE49-F238E27FC236}">
                  <a16:creationId xmlns:a16="http://schemas.microsoft.com/office/drawing/2014/main" id="{4275DEA0-FA26-571F-6C2B-E1386E952BE3}"/>
                </a:ext>
              </a:extLst>
            </p:cNvPr>
            <p:cNvSpPr/>
            <p:nvPr/>
          </p:nvSpPr>
          <p:spPr>
            <a:xfrm>
              <a:off x="3700739" y="1212990"/>
              <a:ext cx="149839" cy="167886"/>
            </a:xfrm>
            <a:custGeom>
              <a:avLst/>
              <a:gdLst/>
              <a:ahLst/>
              <a:cxnLst/>
              <a:rect l="l" t="t" r="r" b="b"/>
              <a:pathLst>
                <a:path w="3429" h="3842" extrusionOk="0">
                  <a:moveTo>
                    <a:pt x="0" y="0"/>
                  </a:moveTo>
                  <a:lnTo>
                    <a:pt x="10" y="2838"/>
                  </a:lnTo>
                  <a:lnTo>
                    <a:pt x="3429" y="3841"/>
                  </a:lnTo>
                  <a:lnTo>
                    <a:pt x="3429" y="3841"/>
                  </a:lnTo>
                  <a:lnTo>
                    <a:pt x="3421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652;p40">
              <a:extLst>
                <a:ext uri="{FF2B5EF4-FFF2-40B4-BE49-F238E27FC236}">
                  <a16:creationId xmlns:a16="http://schemas.microsoft.com/office/drawing/2014/main" id="{C65615C2-7E79-8AA2-CBBC-579F927997A9}"/>
                </a:ext>
              </a:extLst>
            </p:cNvPr>
            <p:cNvSpPr/>
            <p:nvPr/>
          </p:nvSpPr>
          <p:spPr>
            <a:xfrm>
              <a:off x="3159908" y="755051"/>
              <a:ext cx="472588" cy="273896"/>
            </a:xfrm>
            <a:custGeom>
              <a:avLst/>
              <a:gdLst/>
              <a:ahLst/>
              <a:cxnLst/>
              <a:rect l="l" t="t" r="r" b="b"/>
              <a:pathLst>
                <a:path w="10815" h="6268" extrusionOk="0">
                  <a:moveTo>
                    <a:pt x="3443" y="0"/>
                  </a:moveTo>
                  <a:lnTo>
                    <a:pt x="1" y="1986"/>
                  </a:lnTo>
                  <a:lnTo>
                    <a:pt x="1791" y="3724"/>
                  </a:lnTo>
                  <a:cubicBezTo>
                    <a:pt x="2820" y="4723"/>
                    <a:pt x="5011" y="6190"/>
                    <a:pt x="5126" y="6267"/>
                  </a:cubicBezTo>
                  <a:lnTo>
                    <a:pt x="10815" y="2982"/>
                  </a:lnTo>
                  <a:cubicBezTo>
                    <a:pt x="10681" y="2915"/>
                    <a:pt x="8158" y="1642"/>
                    <a:pt x="6437" y="1042"/>
                  </a:cubicBezTo>
                  <a:lnTo>
                    <a:pt x="3443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653;p40">
              <a:extLst>
                <a:ext uri="{FF2B5EF4-FFF2-40B4-BE49-F238E27FC236}">
                  <a16:creationId xmlns:a16="http://schemas.microsoft.com/office/drawing/2014/main" id="{400C159D-0374-E25E-7A7F-BEA5879A8153}"/>
                </a:ext>
              </a:extLst>
            </p:cNvPr>
            <p:cNvSpPr/>
            <p:nvPr/>
          </p:nvSpPr>
          <p:spPr>
            <a:xfrm>
              <a:off x="3217063" y="789484"/>
              <a:ext cx="881728" cy="567062"/>
            </a:xfrm>
            <a:custGeom>
              <a:avLst/>
              <a:gdLst/>
              <a:ahLst/>
              <a:cxnLst/>
              <a:rect l="l" t="t" r="r" b="b"/>
              <a:pathLst>
                <a:path w="20178" h="12977" extrusionOk="0">
                  <a:moveTo>
                    <a:pt x="18976" y="0"/>
                  </a:moveTo>
                  <a:lnTo>
                    <a:pt x="18976" y="0"/>
                  </a:lnTo>
                  <a:cubicBezTo>
                    <a:pt x="18972" y="2"/>
                    <a:pt x="18969" y="4"/>
                    <a:pt x="18966" y="6"/>
                  </a:cubicBezTo>
                  <a:lnTo>
                    <a:pt x="18966" y="6"/>
                  </a:lnTo>
                  <a:cubicBezTo>
                    <a:pt x="18969" y="4"/>
                    <a:pt x="18972" y="2"/>
                    <a:pt x="18976" y="0"/>
                  </a:cubicBezTo>
                  <a:close/>
                  <a:moveTo>
                    <a:pt x="18966" y="6"/>
                  </a:moveTo>
                  <a:lnTo>
                    <a:pt x="18966" y="6"/>
                  </a:lnTo>
                  <a:cubicBezTo>
                    <a:pt x="17282" y="975"/>
                    <a:pt x="15083" y="1458"/>
                    <a:pt x="12886" y="1458"/>
                  </a:cubicBezTo>
                  <a:cubicBezTo>
                    <a:pt x="12250" y="1458"/>
                    <a:pt x="11614" y="1418"/>
                    <a:pt x="10991" y="1337"/>
                  </a:cubicBezTo>
                  <a:lnTo>
                    <a:pt x="9507" y="2194"/>
                  </a:lnTo>
                  <a:lnTo>
                    <a:pt x="3818" y="5479"/>
                  </a:lnTo>
                  <a:lnTo>
                    <a:pt x="2332" y="6336"/>
                  </a:lnTo>
                  <a:cubicBezTo>
                    <a:pt x="2369" y="6431"/>
                    <a:pt x="2400" y="6527"/>
                    <a:pt x="2426" y="6622"/>
                  </a:cubicBezTo>
                  <a:cubicBezTo>
                    <a:pt x="2435" y="6654"/>
                    <a:pt x="2442" y="6687"/>
                    <a:pt x="2449" y="6717"/>
                  </a:cubicBezTo>
                  <a:cubicBezTo>
                    <a:pt x="2465" y="6782"/>
                    <a:pt x="2480" y="6847"/>
                    <a:pt x="2491" y="6911"/>
                  </a:cubicBezTo>
                  <a:cubicBezTo>
                    <a:pt x="2497" y="6948"/>
                    <a:pt x="2503" y="6987"/>
                    <a:pt x="2508" y="7023"/>
                  </a:cubicBezTo>
                  <a:cubicBezTo>
                    <a:pt x="2515" y="7083"/>
                    <a:pt x="2523" y="7143"/>
                    <a:pt x="2526" y="7203"/>
                  </a:cubicBezTo>
                  <a:cubicBezTo>
                    <a:pt x="2529" y="7242"/>
                    <a:pt x="2532" y="7280"/>
                    <a:pt x="2534" y="7320"/>
                  </a:cubicBezTo>
                  <a:cubicBezTo>
                    <a:pt x="2546" y="7713"/>
                    <a:pt x="2483" y="8102"/>
                    <a:pt x="2338" y="8485"/>
                  </a:cubicBezTo>
                  <a:cubicBezTo>
                    <a:pt x="1999" y="9391"/>
                    <a:pt x="1219" y="10251"/>
                    <a:pt x="0" y="10955"/>
                  </a:cubicBezTo>
                  <a:cubicBezTo>
                    <a:pt x="1684" y="9984"/>
                    <a:pt x="3888" y="9498"/>
                    <a:pt x="6089" y="9498"/>
                  </a:cubicBezTo>
                  <a:cubicBezTo>
                    <a:pt x="6725" y="9498"/>
                    <a:pt x="7361" y="9539"/>
                    <a:pt x="7984" y="9620"/>
                  </a:cubicBezTo>
                  <a:lnTo>
                    <a:pt x="9470" y="8762"/>
                  </a:lnTo>
                  <a:lnTo>
                    <a:pt x="11069" y="9692"/>
                  </a:lnTo>
                  <a:lnTo>
                    <a:pt x="14490" y="12976"/>
                  </a:lnTo>
                  <a:lnTo>
                    <a:pt x="15219" y="12555"/>
                  </a:lnTo>
                  <a:lnTo>
                    <a:pt x="13649" y="11046"/>
                  </a:lnTo>
                  <a:lnTo>
                    <a:pt x="12901" y="10329"/>
                  </a:lnTo>
                  <a:cubicBezTo>
                    <a:pt x="12349" y="9798"/>
                    <a:pt x="12460" y="8889"/>
                    <a:pt x="13121" y="8506"/>
                  </a:cubicBezTo>
                  <a:lnTo>
                    <a:pt x="14576" y="7668"/>
                  </a:lnTo>
                  <a:cubicBezTo>
                    <a:pt x="14925" y="7467"/>
                    <a:pt x="15310" y="7368"/>
                    <a:pt x="15692" y="7368"/>
                  </a:cubicBezTo>
                  <a:cubicBezTo>
                    <a:pt x="16254" y="7368"/>
                    <a:pt x="16810" y="7580"/>
                    <a:pt x="17236" y="7989"/>
                  </a:cubicBezTo>
                  <a:lnTo>
                    <a:pt x="19450" y="10112"/>
                  </a:lnTo>
                  <a:lnTo>
                    <a:pt x="20177" y="9692"/>
                  </a:lnTo>
                  <a:lnTo>
                    <a:pt x="16756" y="6408"/>
                  </a:lnTo>
                  <a:lnTo>
                    <a:pt x="16648" y="6345"/>
                  </a:lnTo>
                  <a:lnTo>
                    <a:pt x="15156" y="5479"/>
                  </a:lnTo>
                  <a:lnTo>
                    <a:pt x="16642" y="4621"/>
                  </a:lnTo>
                  <a:cubicBezTo>
                    <a:pt x="16496" y="4236"/>
                    <a:pt x="16430" y="3842"/>
                    <a:pt x="16442" y="3452"/>
                  </a:cubicBezTo>
                  <a:cubicBezTo>
                    <a:pt x="16442" y="3421"/>
                    <a:pt x="16444" y="3390"/>
                    <a:pt x="16445" y="3359"/>
                  </a:cubicBezTo>
                  <a:cubicBezTo>
                    <a:pt x="16450" y="3283"/>
                    <a:pt x="16458" y="3207"/>
                    <a:pt x="16468" y="3132"/>
                  </a:cubicBezTo>
                  <a:cubicBezTo>
                    <a:pt x="16472" y="3115"/>
                    <a:pt x="16473" y="3096"/>
                    <a:pt x="16476" y="3080"/>
                  </a:cubicBezTo>
                  <a:cubicBezTo>
                    <a:pt x="16490" y="2986"/>
                    <a:pt x="16510" y="2893"/>
                    <a:pt x="16533" y="2801"/>
                  </a:cubicBezTo>
                  <a:cubicBezTo>
                    <a:pt x="16539" y="2775"/>
                    <a:pt x="16548" y="2752"/>
                    <a:pt x="16555" y="2727"/>
                  </a:cubicBezTo>
                  <a:cubicBezTo>
                    <a:pt x="16575" y="2660"/>
                    <a:pt x="16596" y="2590"/>
                    <a:pt x="16621" y="2523"/>
                  </a:cubicBezTo>
                  <a:cubicBezTo>
                    <a:pt x="16632" y="2492"/>
                    <a:pt x="16642" y="2461"/>
                    <a:pt x="16655" y="2430"/>
                  </a:cubicBezTo>
                  <a:cubicBezTo>
                    <a:pt x="16681" y="2364"/>
                    <a:pt x="16710" y="2300"/>
                    <a:pt x="16739" y="2234"/>
                  </a:cubicBezTo>
                  <a:cubicBezTo>
                    <a:pt x="16751" y="2206"/>
                    <a:pt x="16764" y="2178"/>
                    <a:pt x="16778" y="2152"/>
                  </a:cubicBezTo>
                  <a:cubicBezTo>
                    <a:pt x="16822" y="2063"/>
                    <a:pt x="16870" y="1972"/>
                    <a:pt x="16924" y="1883"/>
                  </a:cubicBezTo>
                  <a:cubicBezTo>
                    <a:pt x="16928" y="1875"/>
                    <a:pt x="16935" y="1867"/>
                    <a:pt x="16939" y="1860"/>
                  </a:cubicBezTo>
                  <a:cubicBezTo>
                    <a:pt x="16990" y="1778"/>
                    <a:pt x="17044" y="1698"/>
                    <a:pt x="17101" y="1618"/>
                  </a:cubicBezTo>
                  <a:cubicBezTo>
                    <a:pt x="17121" y="1591"/>
                    <a:pt x="17142" y="1563"/>
                    <a:pt x="17162" y="1537"/>
                  </a:cubicBezTo>
                  <a:cubicBezTo>
                    <a:pt x="17210" y="1474"/>
                    <a:pt x="17258" y="1414"/>
                    <a:pt x="17308" y="1354"/>
                  </a:cubicBezTo>
                  <a:cubicBezTo>
                    <a:pt x="17333" y="1324"/>
                    <a:pt x="17358" y="1297"/>
                    <a:pt x="17382" y="1268"/>
                  </a:cubicBezTo>
                  <a:cubicBezTo>
                    <a:pt x="17441" y="1201"/>
                    <a:pt x="17502" y="1134"/>
                    <a:pt x="17567" y="1069"/>
                  </a:cubicBezTo>
                  <a:cubicBezTo>
                    <a:pt x="17585" y="1051"/>
                    <a:pt x="17602" y="1032"/>
                    <a:pt x="17621" y="1014"/>
                  </a:cubicBezTo>
                  <a:cubicBezTo>
                    <a:pt x="17704" y="931"/>
                    <a:pt x="17793" y="849"/>
                    <a:pt x="17885" y="769"/>
                  </a:cubicBezTo>
                  <a:cubicBezTo>
                    <a:pt x="17910" y="749"/>
                    <a:pt x="17934" y="729"/>
                    <a:pt x="17957" y="709"/>
                  </a:cubicBezTo>
                  <a:cubicBezTo>
                    <a:pt x="18030" y="649"/>
                    <a:pt x="18104" y="588"/>
                    <a:pt x="18182" y="529"/>
                  </a:cubicBezTo>
                  <a:cubicBezTo>
                    <a:pt x="18216" y="502"/>
                    <a:pt x="18250" y="477"/>
                    <a:pt x="18287" y="451"/>
                  </a:cubicBezTo>
                  <a:cubicBezTo>
                    <a:pt x="18360" y="397"/>
                    <a:pt x="18437" y="342"/>
                    <a:pt x="18517" y="289"/>
                  </a:cubicBezTo>
                  <a:cubicBezTo>
                    <a:pt x="18551" y="266"/>
                    <a:pt x="18585" y="242"/>
                    <a:pt x="18620" y="220"/>
                  </a:cubicBezTo>
                  <a:cubicBezTo>
                    <a:pt x="18731" y="147"/>
                    <a:pt x="18846" y="75"/>
                    <a:pt x="18966" y="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654;p40">
              <a:extLst>
                <a:ext uri="{FF2B5EF4-FFF2-40B4-BE49-F238E27FC236}">
                  <a16:creationId xmlns:a16="http://schemas.microsoft.com/office/drawing/2014/main" id="{24AF2E5D-38DE-7AFE-8906-E45BF3C996C6}"/>
                </a:ext>
              </a:extLst>
            </p:cNvPr>
            <p:cNvSpPr/>
            <p:nvPr/>
          </p:nvSpPr>
          <p:spPr>
            <a:xfrm>
              <a:off x="3879370" y="991362"/>
              <a:ext cx="65197" cy="75422"/>
            </a:xfrm>
            <a:custGeom>
              <a:avLst/>
              <a:gdLst/>
              <a:ahLst/>
              <a:cxnLst/>
              <a:rect l="l" t="t" r="r" b="b"/>
              <a:pathLst>
                <a:path w="1492" h="1726" extrusionOk="0">
                  <a:moveTo>
                    <a:pt x="1485" y="1"/>
                  </a:moveTo>
                  <a:lnTo>
                    <a:pt x="1" y="859"/>
                  </a:lnTo>
                  <a:lnTo>
                    <a:pt x="1491" y="1725"/>
                  </a:lnTo>
                  <a:lnTo>
                    <a:pt x="1488" y="696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655;p40">
              <a:extLst>
                <a:ext uri="{FF2B5EF4-FFF2-40B4-BE49-F238E27FC236}">
                  <a16:creationId xmlns:a16="http://schemas.microsoft.com/office/drawing/2014/main" id="{48D6DA99-7664-2199-C5A5-FE58BB63B6F2}"/>
                </a:ext>
              </a:extLst>
            </p:cNvPr>
            <p:cNvSpPr/>
            <p:nvPr/>
          </p:nvSpPr>
          <p:spPr>
            <a:xfrm>
              <a:off x="3381012" y="1028897"/>
              <a:ext cx="249862" cy="145687"/>
            </a:xfrm>
            <a:custGeom>
              <a:avLst/>
              <a:gdLst/>
              <a:ahLst/>
              <a:cxnLst/>
              <a:rect l="l" t="t" r="r" b="b"/>
              <a:pathLst>
                <a:path w="5718" h="3334" extrusionOk="0">
                  <a:moveTo>
                    <a:pt x="66" y="0"/>
                  </a:moveTo>
                  <a:lnTo>
                    <a:pt x="0" y="40"/>
                  </a:lnTo>
                  <a:lnTo>
                    <a:pt x="5662" y="3333"/>
                  </a:lnTo>
                  <a:lnTo>
                    <a:pt x="5718" y="3283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656;p40">
              <a:extLst>
                <a:ext uri="{FF2B5EF4-FFF2-40B4-BE49-F238E27FC236}">
                  <a16:creationId xmlns:a16="http://schemas.microsoft.com/office/drawing/2014/main" id="{1FADC9C4-95E4-062C-B4EB-9CEE8524F2AD}"/>
                </a:ext>
              </a:extLst>
            </p:cNvPr>
            <p:cNvSpPr/>
            <p:nvPr/>
          </p:nvSpPr>
          <p:spPr>
            <a:xfrm>
              <a:off x="3632442" y="883563"/>
              <a:ext cx="250780" cy="145556"/>
            </a:xfrm>
            <a:custGeom>
              <a:avLst/>
              <a:gdLst/>
              <a:ahLst/>
              <a:cxnLst/>
              <a:rect l="l" t="t" r="r" b="b"/>
              <a:pathLst>
                <a:path w="5739" h="3331" extrusionOk="0">
                  <a:moveTo>
                    <a:pt x="70" y="1"/>
                  </a:moveTo>
                  <a:lnTo>
                    <a:pt x="1" y="41"/>
                  </a:lnTo>
                  <a:lnTo>
                    <a:pt x="5658" y="3331"/>
                  </a:lnTo>
                  <a:lnTo>
                    <a:pt x="5738" y="3295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657;p40">
              <a:extLst>
                <a:ext uri="{FF2B5EF4-FFF2-40B4-BE49-F238E27FC236}">
                  <a16:creationId xmlns:a16="http://schemas.microsoft.com/office/drawing/2014/main" id="{F8BBA597-84A2-FC4B-358E-7D45680440AB}"/>
                </a:ext>
              </a:extLst>
            </p:cNvPr>
            <p:cNvSpPr/>
            <p:nvPr/>
          </p:nvSpPr>
          <p:spPr>
            <a:xfrm>
              <a:off x="2569788" y="1131977"/>
              <a:ext cx="334723" cy="15600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658;p40">
              <a:extLst>
                <a:ext uri="{FF2B5EF4-FFF2-40B4-BE49-F238E27FC236}">
                  <a16:creationId xmlns:a16="http://schemas.microsoft.com/office/drawing/2014/main" id="{3B84A0D4-8DE1-A84B-4925-0E972E3129BD}"/>
                </a:ext>
              </a:extLst>
            </p:cNvPr>
            <p:cNvSpPr/>
            <p:nvPr/>
          </p:nvSpPr>
          <p:spPr>
            <a:xfrm>
              <a:off x="2898254" y="113237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659;p40">
              <a:extLst>
                <a:ext uri="{FF2B5EF4-FFF2-40B4-BE49-F238E27FC236}">
                  <a16:creationId xmlns:a16="http://schemas.microsoft.com/office/drawing/2014/main" id="{5980CF70-C227-FE6C-E39F-B2E88A72E1BE}"/>
                </a:ext>
              </a:extLst>
            </p:cNvPr>
            <p:cNvSpPr/>
            <p:nvPr/>
          </p:nvSpPr>
          <p:spPr>
            <a:xfrm>
              <a:off x="2577391" y="88456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660;p40">
              <a:extLst>
                <a:ext uri="{FF2B5EF4-FFF2-40B4-BE49-F238E27FC236}">
                  <a16:creationId xmlns:a16="http://schemas.microsoft.com/office/drawing/2014/main" id="{288DFAD6-454D-E6C5-90C7-CA6CA5C65DB8}"/>
                </a:ext>
              </a:extLst>
            </p:cNvPr>
            <p:cNvSpPr/>
            <p:nvPr/>
          </p:nvSpPr>
          <p:spPr>
            <a:xfrm>
              <a:off x="2540729" y="88474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661;p40">
              <a:extLst>
                <a:ext uri="{FF2B5EF4-FFF2-40B4-BE49-F238E27FC236}">
                  <a16:creationId xmlns:a16="http://schemas.microsoft.com/office/drawing/2014/main" id="{EE55D855-B385-0AF1-CE40-A2DC8C45A359}"/>
                </a:ext>
              </a:extLst>
            </p:cNvPr>
            <p:cNvSpPr/>
            <p:nvPr/>
          </p:nvSpPr>
          <p:spPr>
            <a:xfrm>
              <a:off x="2925083" y="93560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662;p40">
              <a:extLst>
                <a:ext uri="{FF2B5EF4-FFF2-40B4-BE49-F238E27FC236}">
                  <a16:creationId xmlns:a16="http://schemas.microsoft.com/office/drawing/2014/main" id="{3803CE71-EDC4-5D51-C400-79FFB83F7097}"/>
                </a:ext>
              </a:extLst>
            </p:cNvPr>
            <p:cNvSpPr/>
            <p:nvPr/>
          </p:nvSpPr>
          <p:spPr>
            <a:xfrm>
              <a:off x="2925083" y="109562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663;p40">
              <a:extLst>
                <a:ext uri="{FF2B5EF4-FFF2-40B4-BE49-F238E27FC236}">
                  <a16:creationId xmlns:a16="http://schemas.microsoft.com/office/drawing/2014/main" id="{BA4A87EF-7A5F-D92A-F786-C717EE3C1593}"/>
                </a:ext>
              </a:extLst>
            </p:cNvPr>
            <p:cNvSpPr/>
            <p:nvPr/>
          </p:nvSpPr>
          <p:spPr>
            <a:xfrm>
              <a:off x="2886412" y="109190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664;p40">
              <a:extLst>
                <a:ext uri="{FF2B5EF4-FFF2-40B4-BE49-F238E27FC236}">
                  <a16:creationId xmlns:a16="http://schemas.microsoft.com/office/drawing/2014/main" id="{750AA774-EA93-2C15-D6A3-47000694D51B}"/>
                </a:ext>
              </a:extLst>
            </p:cNvPr>
            <p:cNvSpPr/>
            <p:nvPr/>
          </p:nvSpPr>
          <p:spPr>
            <a:xfrm>
              <a:off x="2889383" y="106861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665;p40">
              <a:extLst>
                <a:ext uri="{FF2B5EF4-FFF2-40B4-BE49-F238E27FC236}">
                  <a16:creationId xmlns:a16="http://schemas.microsoft.com/office/drawing/2014/main" id="{45DBEFBA-9BC8-E224-F82D-2AFAB51F7A1B}"/>
                </a:ext>
              </a:extLst>
            </p:cNvPr>
            <p:cNvSpPr/>
            <p:nvPr/>
          </p:nvSpPr>
          <p:spPr>
            <a:xfrm>
              <a:off x="2885844" y="106516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666;p40">
              <a:extLst>
                <a:ext uri="{FF2B5EF4-FFF2-40B4-BE49-F238E27FC236}">
                  <a16:creationId xmlns:a16="http://schemas.microsoft.com/office/drawing/2014/main" id="{3A0D5BBD-939C-EB78-CF3D-7922763BD5DE}"/>
                </a:ext>
              </a:extLst>
            </p:cNvPr>
            <p:cNvSpPr/>
            <p:nvPr/>
          </p:nvSpPr>
          <p:spPr>
            <a:xfrm>
              <a:off x="3092834" y="883213"/>
              <a:ext cx="82195" cy="62924"/>
            </a:xfrm>
            <a:custGeom>
              <a:avLst/>
              <a:gdLst/>
              <a:ahLst/>
              <a:cxnLst/>
              <a:rect l="l" t="t" r="r" b="b"/>
              <a:pathLst>
                <a:path w="1881" h="1440" extrusionOk="0">
                  <a:moveTo>
                    <a:pt x="1880" y="1"/>
                  </a:moveTo>
                  <a:lnTo>
                    <a:pt x="1" y="1313"/>
                  </a:lnTo>
                  <a:lnTo>
                    <a:pt x="1" y="1439"/>
                  </a:lnTo>
                  <a:lnTo>
                    <a:pt x="1880" y="127"/>
                  </a:lnTo>
                  <a:lnTo>
                    <a:pt x="18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667;p40">
              <a:extLst>
                <a:ext uri="{FF2B5EF4-FFF2-40B4-BE49-F238E27FC236}">
                  <a16:creationId xmlns:a16="http://schemas.microsoft.com/office/drawing/2014/main" id="{7C7E1D7F-7BDA-54C6-A336-01FAB466AD22}"/>
                </a:ext>
              </a:extLst>
            </p:cNvPr>
            <p:cNvSpPr/>
            <p:nvPr/>
          </p:nvSpPr>
          <p:spPr>
            <a:xfrm>
              <a:off x="2951476" y="94049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668;p40">
              <a:extLst>
                <a:ext uri="{FF2B5EF4-FFF2-40B4-BE49-F238E27FC236}">
                  <a16:creationId xmlns:a16="http://schemas.microsoft.com/office/drawing/2014/main" id="{F01D26A2-10C4-1AF4-DA86-8B2B9F1A059F}"/>
                </a:ext>
              </a:extLst>
            </p:cNvPr>
            <p:cNvSpPr/>
            <p:nvPr/>
          </p:nvSpPr>
          <p:spPr>
            <a:xfrm>
              <a:off x="2940465" y="87971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669;p40">
              <a:extLst>
                <a:ext uri="{FF2B5EF4-FFF2-40B4-BE49-F238E27FC236}">
                  <a16:creationId xmlns:a16="http://schemas.microsoft.com/office/drawing/2014/main" id="{F42984C3-DF7A-B09A-DCB3-D6A6DCF50AC8}"/>
                </a:ext>
              </a:extLst>
            </p:cNvPr>
            <p:cNvSpPr/>
            <p:nvPr/>
          </p:nvSpPr>
          <p:spPr>
            <a:xfrm>
              <a:off x="2912979" y="100394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670;p40">
              <a:extLst>
                <a:ext uri="{FF2B5EF4-FFF2-40B4-BE49-F238E27FC236}">
                  <a16:creationId xmlns:a16="http://schemas.microsoft.com/office/drawing/2014/main" id="{D654168E-57A8-61E7-9382-D2362944FF17}"/>
                </a:ext>
              </a:extLst>
            </p:cNvPr>
            <p:cNvSpPr/>
            <p:nvPr/>
          </p:nvSpPr>
          <p:spPr>
            <a:xfrm>
              <a:off x="2913111" y="99171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671;p40">
              <a:extLst>
                <a:ext uri="{FF2B5EF4-FFF2-40B4-BE49-F238E27FC236}">
                  <a16:creationId xmlns:a16="http://schemas.microsoft.com/office/drawing/2014/main" id="{19E405B8-4393-DF88-4D02-B629B8BE4027}"/>
                </a:ext>
              </a:extLst>
            </p:cNvPr>
            <p:cNvSpPr/>
            <p:nvPr/>
          </p:nvSpPr>
          <p:spPr>
            <a:xfrm>
              <a:off x="2915470" y="99372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672;p40">
              <a:extLst>
                <a:ext uri="{FF2B5EF4-FFF2-40B4-BE49-F238E27FC236}">
                  <a16:creationId xmlns:a16="http://schemas.microsoft.com/office/drawing/2014/main" id="{119EE43D-54E5-D342-A240-EF72D49D39E4}"/>
                </a:ext>
              </a:extLst>
            </p:cNvPr>
            <p:cNvSpPr/>
            <p:nvPr/>
          </p:nvSpPr>
          <p:spPr>
            <a:xfrm>
              <a:off x="2908391" y="103204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673;p40">
              <a:extLst>
                <a:ext uri="{FF2B5EF4-FFF2-40B4-BE49-F238E27FC236}">
                  <a16:creationId xmlns:a16="http://schemas.microsoft.com/office/drawing/2014/main" id="{3FC18090-B649-2939-467D-AADF18EB904C}"/>
                </a:ext>
              </a:extLst>
            </p:cNvPr>
            <p:cNvSpPr/>
            <p:nvPr/>
          </p:nvSpPr>
          <p:spPr>
            <a:xfrm>
              <a:off x="2877629" y="107272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674;p40">
              <a:extLst>
                <a:ext uri="{FF2B5EF4-FFF2-40B4-BE49-F238E27FC236}">
                  <a16:creationId xmlns:a16="http://schemas.microsoft.com/office/drawing/2014/main" id="{D43CF904-930E-79F2-9CC3-86A16C59ED6C}"/>
                </a:ext>
              </a:extLst>
            </p:cNvPr>
            <p:cNvSpPr/>
            <p:nvPr/>
          </p:nvSpPr>
          <p:spPr>
            <a:xfrm>
              <a:off x="2713898" y="109151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675;p40">
              <a:extLst>
                <a:ext uri="{FF2B5EF4-FFF2-40B4-BE49-F238E27FC236}">
                  <a16:creationId xmlns:a16="http://schemas.microsoft.com/office/drawing/2014/main" id="{D4F58B5B-DE46-6B87-CC04-E1E826621880}"/>
                </a:ext>
              </a:extLst>
            </p:cNvPr>
            <p:cNvSpPr/>
            <p:nvPr/>
          </p:nvSpPr>
          <p:spPr>
            <a:xfrm>
              <a:off x="2692181" y="114897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676;p40">
              <a:extLst>
                <a:ext uri="{FF2B5EF4-FFF2-40B4-BE49-F238E27FC236}">
                  <a16:creationId xmlns:a16="http://schemas.microsoft.com/office/drawing/2014/main" id="{5481BBC5-1A30-084D-A293-FEE06D32AEDB}"/>
                </a:ext>
              </a:extLst>
            </p:cNvPr>
            <p:cNvSpPr/>
            <p:nvPr/>
          </p:nvSpPr>
          <p:spPr>
            <a:xfrm>
              <a:off x="2692269" y="101185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677;p40">
              <a:extLst>
                <a:ext uri="{FF2B5EF4-FFF2-40B4-BE49-F238E27FC236}">
                  <a16:creationId xmlns:a16="http://schemas.microsoft.com/office/drawing/2014/main" id="{AECF7ABA-C430-3F52-DD1E-086BB8E3778F}"/>
                </a:ext>
              </a:extLst>
            </p:cNvPr>
            <p:cNvSpPr/>
            <p:nvPr/>
          </p:nvSpPr>
          <p:spPr>
            <a:xfrm>
              <a:off x="2925083" y="116164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678;p40">
              <a:extLst>
                <a:ext uri="{FF2B5EF4-FFF2-40B4-BE49-F238E27FC236}">
                  <a16:creationId xmlns:a16="http://schemas.microsoft.com/office/drawing/2014/main" id="{77EB17DB-EB2E-B777-1B32-1D86C6315C26}"/>
                </a:ext>
              </a:extLst>
            </p:cNvPr>
            <p:cNvSpPr/>
            <p:nvPr/>
          </p:nvSpPr>
          <p:spPr>
            <a:xfrm>
              <a:off x="2925083" y="1321663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679;p40">
              <a:extLst>
                <a:ext uri="{FF2B5EF4-FFF2-40B4-BE49-F238E27FC236}">
                  <a16:creationId xmlns:a16="http://schemas.microsoft.com/office/drawing/2014/main" id="{F9747C3B-EC88-7B4C-EB56-EA99F4E6996A}"/>
                </a:ext>
              </a:extLst>
            </p:cNvPr>
            <p:cNvSpPr/>
            <p:nvPr/>
          </p:nvSpPr>
          <p:spPr>
            <a:xfrm>
              <a:off x="3808058" y="1132807"/>
              <a:ext cx="157093" cy="284558"/>
            </a:xfrm>
            <a:custGeom>
              <a:avLst/>
              <a:gdLst/>
              <a:ahLst/>
              <a:cxnLst/>
              <a:rect l="l" t="t" r="r" b="b"/>
              <a:pathLst>
                <a:path w="3595" h="6512" extrusionOk="0">
                  <a:moveTo>
                    <a:pt x="1" y="0"/>
                  </a:moveTo>
                  <a:lnTo>
                    <a:pt x="12" y="4138"/>
                  </a:lnTo>
                  <a:cubicBezTo>
                    <a:pt x="13" y="4333"/>
                    <a:pt x="81" y="4469"/>
                    <a:pt x="192" y="4535"/>
                  </a:cubicBezTo>
                  <a:lnTo>
                    <a:pt x="3594" y="6511"/>
                  </a:lnTo>
                  <a:cubicBezTo>
                    <a:pt x="3579" y="6502"/>
                    <a:pt x="3566" y="6490"/>
                    <a:pt x="3554" y="6478"/>
                  </a:cubicBezTo>
                  <a:cubicBezTo>
                    <a:pt x="3542" y="6468"/>
                    <a:pt x="3530" y="6461"/>
                    <a:pt x="3519" y="6451"/>
                  </a:cubicBezTo>
                  <a:cubicBezTo>
                    <a:pt x="3506" y="6435"/>
                    <a:pt x="3497" y="6416"/>
                    <a:pt x="3486" y="6398"/>
                  </a:cubicBezTo>
                  <a:cubicBezTo>
                    <a:pt x="3479" y="6385"/>
                    <a:pt x="3470" y="6375"/>
                    <a:pt x="3462" y="6362"/>
                  </a:cubicBezTo>
                  <a:cubicBezTo>
                    <a:pt x="3453" y="6339"/>
                    <a:pt x="3446" y="6315"/>
                    <a:pt x="3440" y="6290"/>
                  </a:cubicBezTo>
                  <a:cubicBezTo>
                    <a:pt x="3436" y="6276"/>
                    <a:pt x="3430" y="6264"/>
                    <a:pt x="3426" y="6250"/>
                  </a:cubicBezTo>
                  <a:cubicBezTo>
                    <a:pt x="3419" y="6208"/>
                    <a:pt x="3414" y="6164"/>
                    <a:pt x="3414" y="6113"/>
                  </a:cubicBezTo>
                  <a:lnTo>
                    <a:pt x="3402" y="197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680;p40">
              <a:extLst>
                <a:ext uri="{FF2B5EF4-FFF2-40B4-BE49-F238E27FC236}">
                  <a16:creationId xmlns:a16="http://schemas.microsoft.com/office/drawing/2014/main" id="{B439D132-017F-EBA0-977E-158F35F5D5AA}"/>
                </a:ext>
              </a:extLst>
            </p:cNvPr>
            <p:cNvSpPr/>
            <p:nvPr/>
          </p:nvSpPr>
          <p:spPr>
            <a:xfrm>
              <a:off x="3808014" y="1058480"/>
              <a:ext cx="236447" cy="160719"/>
            </a:xfrm>
            <a:custGeom>
              <a:avLst/>
              <a:gdLst/>
              <a:ahLst/>
              <a:cxnLst/>
              <a:rect l="l" t="t" r="r" b="b"/>
              <a:pathLst>
                <a:path w="5411" h="3678" extrusionOk="0">
                  <a:moveTo>
                    <a:pt x="1847" y="0"/>
                  </a:moveTo>
                  <a:cubicBezTo>
                    <a:pt x="1763" y="0"/>
                    <a:pt x="1668" y="27"/>
                    <a:pt x="1569" y="85"/>
                  </a:cubicBezTo>
                  <a:lnTo>
                    <a:pt x="617" y="634"/>
                  </a:lnTo>
                  <a:lnTo>
                    <a:pt x="617" y="635"/>
                  </a:lnTo>
                  <a:cubicBezTo>
                    <a:pt x="276" y="832"/>
                    <a:pt x="0" y="1307"/>
                    <a:pt x="2" y="1701"/>
                  </a:cubicBezTo>
                  <a:lnTo>
                    <a:pt x="3403" y="3678"/>
                  </a:lnTo>
                  <a:cubicBezTo>
                    <a:pt x="3401" y="3286"/>
                    <a:pt x="3677" y="2809"/>
                    <a:pt x="4018" y="2612"/>
                  </a:cubicBezTo>
                  <a:lnTo>
                    <a:pt x="4970" y="2061"/>
                  </a:lnTo>
                  <a:cubicBezTo>
                    <a:pt x="5013" y="2037"/>
                    <a:pt x="5055" y="2018"/>
                    <a:pt x="5096" y="2004"/>
                  </a:cubicBezTo>
                  <a:cubicBezTo>
                    <a:pt x="5109" y="2000"/>
                    <a:pt x="5121" y="2000"/>
                    <a:pt x="5133" y="1995"/>
                  </a:cubicBezTo>
                  <a:cubicBezTo>
                    <a:pt x="5159" y="1989"/>
                    <a:pt x="5187" y="1981"/>
                    <a:pt x="5212" y="1978"/>
                  </a:cubicBezTo>
                  <a:cubicBezTo>
                    <a:pt x="5227" y="1978"/>
                    <a:pt x="5241" y="1980"/>
                    <a:pt x="5255" y="1980"/>
                  </a:cubicBezTo>
                  <a:cubicBezTo>
                    <a:pt x="5276" y="1981"/>
                    <a:pt x="5298" y="1980"/>
                    <a:pt x="5316" y="1983"/>
                  </a:cubicBezTo>
                  <a:cubicBezTo>
                    <a:pt x="5332" y="1987"/>
                    <a:pt x="5344" y="1993"/>
                    <a:pt x="5356" y="2000"/>
                  </a:cubicBezTo>
                  <a:cubicBezTo>
                    <a:pt x="5375" y="2004"/>
                    <a:pt x="5393" y="2009"/>
                    <a:pt x="5410" y="2018"/>
                  </a:cubicBezTo>
                  <a:lnTo>
                    <a:pt x="2009" y="41"/>
                  </a:lnTo>
                  <a:cubicBezTo>
                    <a:pt x="1962" y="14"/>
                    <a:pt x="1907" y="0"/>
                    <a:pt x="184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681;p40">
              <a:extLst>
                <a:ext uri="{FF2B5EF4-FFF2-40B4-BE49-F238E27FC236}">
                  <a16:creationId xmlns:a16="http://schemas.microsoft.com/office/drawing/2014/main" id="{D403434A-72C6-E582-D249-70A522DA88B5}"/>
                </a:ext>
              </a:extLst>
            </p:cNvPr>
            <p:cNvSpPr/>
            <p:nvPr/>
          </p:nvSpPr>
          <p:spPr>
            <a:xfrm>
              <a:off x="3956626" y="1144868"/>
              <a:ext cx="96309" cy="274202"/>
            </a:xfrm>
            <a:custGeom>
              <a:avLst/>
              <a:gdLst/>
              <a:ahLst/>
              <a:cxnLst/>
              <a:rect l="l" t="t" r="r" b="b"/>
              <a:pathLst>
                <a:path w="2204" h="6275" extrusionOk="0">
                  <a:moveTo>
                    <a:pt x="1820" y="1"/>
                  </a:moveTo>
                  <a:cubicBezTo>
                    <a:pt x="1817" y="1"/>
                    <a:pt x="1814" y="1"/>
                    <a:pt x="1811" y="1"/>
                  </a:cubicBezTo>
                  <a:cubicBezTo>
                    <a:pt x="1786" y="4"/>
                    <a:pt x="1758" y="10"/>
                    <a:pt x="1732" y="18"/>
                  </a:cubicBezTo>
                  <a:cubicBezTo>
                    <a:pt x="1720" y="21"/>
                    <a:pt x="1708" y="23"/>
                    <a:pt x="1695" y="26"/>
                  </a:cubicBezTo>
                  <a:cubicBezTo>
                    <a:pt x="1654" y="40"/>
                    <a:pt x="1614" y="60"/>
                    <a:pt x="1571" y="84"/>
                  </a:cubicBezTo>
                  <a:lnTo>
                    <a:pt x="617" y="633"/>
                  </a:lnTo>
                  <a:cubicBezTo>
                    <a:pt x="276" y="830"/>
                    <a:pt x="0" y="1307"/>
                    <a:pt x="2" y="1701"/>
                  </a:cubicBezTo>
                  <a:lnTo>
                    <a:pt x="14" y="5837"/>
                  </a:lnTo>
                  <a:cubicBezTo>
                    <a:pt x="14" y="5888"/>
                    <a:pt x="19" y="5932"/>
                    <a:pt x="26" y="5972"/>
                  </a:cubicBezTo>
                  <a:cubicBezTo>
                    <a:pt x="30" y="5988"/>
                    <a:pt x="36" y="5999"/>
                    <a:pt x="40" y="6014"/>
                  </a:cubicBezTo>
                  <a:cubicBezTo>
                    <a:pt x="46" y="6039"/>
                    <a:pt x="53" y="6063"/>
                    <a:pt x="62" y="6086"/>
                  </a:cubicBezTo>
                  <a:cubicBezTo>
                    <a:pt x="70" y="6099"/>
                    <a:pt x="79" y="6109"/>
                    <a:pt x="86" y="6122"/>
                  </a:cubicBezTo>
                  <a:cubicBezTo>
                    <a:pt x="97" y="6139"/>
                    <a:pt x="106" y="6159"/>
                    <a:pt x="119" y="6174"/>
                  </a:cubicBezTo>
                  <a:cubicBezTo>
                    <a:pt x="130" y="6185"/>
                    <a:pt x="142" y="6192"/>
                    <a:pt x="154" y="6200"/>
                  </a:cubicBezTo>
                  <a:cubicBezTo>
                    <a:pt x="211" y="6248"/>
                    <a:pt x="282" y="6275"/>
                    <a:pt x="364" y="6275"/>
                  </a:cubicBezTo>
                  <a:cubicBezTo>
                    <a:pt x="445" y="6275"/>
                    <a:pt x="536" y="6248"/>
                    <a:pt x="634" y="6192"/>
                  </a:cubicBezTo>
                  <a:lnTo>
                    <a:pt x="1586" y="5642"/>
                  </a:lnTo>
                  <a:cubicBezTo>
                    <a:pt x="1926" y="5443"/>
                    <a:pt x="2203" y="4966"/>
                    <a:pt x="2201" y="4574"/>
                  </a:cubicBezTo>
                  <a:lnTo>
                    <a:pt x="2189" y="438"/>
                  </a:lnTo>
                  <a:cubicBezTo>
                    <a:pt x="2189" y="241"/>
                    <a:pt x="2120" y="104"/>
                    <a:pt x="2009" y="40"/>
                  </a:cubicBezTo>
                  <a:cubicBezTo>
                    <a:pt x="1992" y="30"/>
                    <a:pt x="1974" y="27"/>
                    <a:pt x="1957" y="21"/>
                  </a:cubicBezTo>
                  <a:cubicBezTo>
                    <a:pt x="1943" y="16"/>
                    <a:pt x="1931" y="10"/>
                    <a:pt x="1915" y="6"/>
                  </a:cubicBezTo>
                  <a:cubicBezTo>
                    <a:pt x="1897" y="3"/>
                    <a:pt x="1875" y="4"/>
                    <a:pt x="1854" y="3"/>
                  </a:cubicBezTo>
                  <a:cubicBezTo>
                    <a:pt x="1843" y="3"/>
                    <a:pt x="1832" y="1"/>
                    <a:pt x="1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682;p40">
              <a:extLst>
                <a:ext uri="{FF2B5EF4-FFF2-40B4-BE49-F238E27FC236}">
                  <a16:creationId xmlns:a16="http://schemas.microsoft.com/office/drawing/2014/main" id="{E4E87513-DF70-9795-1760-CDD5E51486A4}"/>
                </a:ext>
              </a:extLst>
            </p:cNvPr>
            <p:cNvSpPr/>
            <p:nvPr/>
          </p:nvSpPr>
          <p:spPr>
            <a:xfrm>
              <a:off x="4005959" y="1174537"/>
              <a:ext cx="30282" cy="8390"/>
            </a:xfrm>
            <a:custGeom>
              <a:avLst/>
              <a:gdLst/>
              <a:ahLst/>
              <a:cxnLst/>
              <a:rect l="l" t="t" r="r" b="b"/>
              <a:pathLst>
                <a:path w="693" h="192" extrusionOk="0">
                  <a:moveTo>
                    <a:pt x="682" y="133"/>
                  </a:moveTo>
                  <a:lnTo>
                    <a:pt x="693" y="139"/>
                  </a:lnTo>
                  <a:cubicBezTo>
                    <a:pt x="693" y="137"/>
                    <a:pt x="691" y="137"/>
                    <a:pt x="691" y="137"/>
                  </a:cubicBezTo>
                  <a:cubicBezTo>
                    <a:pt x="688" y="136"/>
                    <a:pt x="685" y="134"/>
                    <a:pt x="682" y="133"/>
                  </a:cubicBezTo>
                  <a:close/>
                  <a:moveTo>
                    <a:pt x="343" y="0"/>
                  </a:moveTo>
                  <a:cubicBezTo>
                    <a:pt x="240" y="0"/>
                    <a:pt x="124" y="34"/>
                    <a:pt x="0" y="105"/>
                  </a:cubicBezTo>
                  <a:lnTo>
                    <a:pt x="151" y="191"/>
                  </a:lnTo>
                  <a:cubicBezTo>
                    <a:pt x="203" y="162"/>
                    <a:pt x="256" y="137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2"/>
                    <a:pt x="419" y="93"/>
                    <a:pt x="448" y="90"/>
                  </a:cubicBezTo>
                  <a:cubicBezTo>
                    <a:pt x="452" y="89"/>
                    <a:pt x="456" y="89"/>
                    <a:pt x="459" y="89"/>
                  </a:cubicBezTo>
                  <a:cubicBezTo>
                    <a:pt x="474" y="89"/>
                    <a:pt x="487" y="91"/>
                    <a:pt x="500" y="91"/>
                  </a:cubicBezTo>
                  <a:cubicBezTo>
                    <a:pt x="526" y="93"/>
                    <a:pt x="554" y="91"/>
                    <a:pt x="579" y="96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6" y="121"/>
                    <a:pt x="665" y="125"/>
                    <a:pt x="682" y="133"/>
                  </a:cubicBezTo>
                  <a:lnTo>
                    <a:pt x="682" y="133"/>
                  </a:lnTo>
                  <a:lnTo>
                    <a:pt x="543" y="51"/>
                  </a:lnTo>
                  <a:cubicBezTo>
                    <a:pt x="485" y="18"/>
                    <a:pt x="418" y="0"/>
                    <a:pt x="343" y="0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683;p40">
              <a:extLst>
                <a:ext uri="{FF2B5EF4-FFF2-40B4-BE49-F238E27FC236}">
                  <a16:creationId xmlns:a16="http://schemas.microsoft.com/office/drawing/2014/main" id="{F8BEBA2F-D2FA-519B-92E3-3772095F3CC4}"/>
                </a:ext>
              </a:extLst>
            </p:cNvPr>
            <p:cNvSpPr/>
            <p:nvPr/>
          </p:nvSpPr>
          <p:spPr>
            <a:xfrm>
              <a:off x="3972837" y="1179126"/>
              <a:ext cx="39765" cy="82632"/>
            </a:xfrm>
            <a:custGeom>
              <a:avLst/>
              <a:gdLst/>
              <a:ahLst/>
              <a:cxnLst/>
              <a:rect l="l" t="t" r="r" b="b"/>
              <a:pathLst>
                <a:path w="910" h="1891" extrusionOk="0">
                  <a:moveTo>
                    <a:pt x="758" y="0"/>
                  </a:moveTo>
                  <a:cubicBezTo>
                    <a:pt x="338" y="242"/>
                    <a:pt x="0" y="832"/>
                    <a:pt x="2" y="1314"/>
                  </a:cubicBezTo>
                  <a:cubicBezTo>
                    <a:pt x="2" y="1555"/>
                    <a:pt x="86" y="1723"/>
                    <a:pt x="223" y="1803"/>
                  </a:cubicBezTo>
                  <a:lnTo>
                    <a:pt x="372" y="1890"/>
                  </a:lnTo>
                  <a:cubicBezTo>
                    <a:pt x="354" y="1878"/>
                    <a:pt x="338" y="1863"/>
                    <a:pt x="321" y="1847"/>
                  </a:cubicBezTo>
                  <a:cubicBezTo>
                    <a:pt x="308" y="1837"/>
                    <a:pt x="294" y="1827"/>
                    <a:pt x="282" y="1815"/>
                  </a:cubicBezTo>
                  <a:cubicBezTo>
                    <a:pt x="265" y="1797"/>
                    <a:pt x="254" y="1774"/>
                    <a:pt x="240" y="1752"/>
                  </a:cubicBezTo>
                  <a:cubicBezTo>
                    <a:pt x="231" y="1737"/>
                    <a:pt x="218" y="1723"/>
                    <a:pt x="211" y="1706"/>
                  </a:cubicBezTo>
                  <a:cubicBezTo>
                    <a:pt x="198" y="1680"/>
                    <a:pt x="191" y="1646"/>
                    <a:pt x="182" y="1614"/>
                  </a:cubicBezTo>
                  <a:cubicBezTo>
                    <a:pt x="177" y="1598"/>
                    <a:pt x="171" y="1586"/>
                    <a:pt x="166" y="1569"/>
                  </a:cubicBezTo>
                  <a:cubicBezTo>
                    <a:pt x="155" y="1518"/>
                    <a:pt x="151" y="1461"/>
                    <a:pt x="151" y="1401"/>
                  </a:cubicBezTo>
                  <a:cubicBezTo>
                    <a:pt x="149" y="918"/>
                    <a:pt x="489" y="331"/>
                    <a:pt x="909" y="86"/>
                  </a:cubicBezTo>
                  <a:lnTo>
                    <a:pt x="7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684;p40">
              <a:extLst>
                <a:ext uri="{FF2B5EF4-FFF2-40B4-BE49-F238E27FC236}">
                  <a16:creationId xmlns:a16="http://schemas.microsoft.com/office/drawing/2014/main" id="{1F33C2EA-FE6C-2E40-8639-88196405E2B9}"/>
                </a:ext>
              </a:extLst>
            </p:cNvPr>
            <p:cNvSpPr/>
            <p:nvPr/>
          </p:nvSpPr>
          <p:spPr>
            <a:xfrm>
              <a:off x="3990490" y="1189525"/>
              <a:ext cx="44484" cy="63230"/>
            </a:xfrm>
            <a:custGeom>
              <a:avLst/>
              <a:gdLst/>
              <a:ahLst/>
              <a:cxnLst/>
              <a:rect l="l" t="t" r="r" b="b"/>
              <a:pathLst>
                <a:path w="1018" h="1447" extrusionOk="0">
                  <a:moveTo>
                    <a:pt x="817" y="0"/>
                  </a:moveTo>
                  <a:cubicBezTo>
                    <a:pt x="807" y="2"/>
                    <a:pt x="797" y="7"/>
                    <a:pt x="787" y="8"/>
                  </a:cubicBezTo>
                  <a:lnTo>
                    <a:pt x="771" y="13"/>
                  </a:lnTo>
                  <a:cubicBezTo>
                    <a:pt x="759" y="16"/>
                    <a:pt x="748" y="17"/>
                    <a:pt x="733" y="22"/>
                  </a:cubicBezTo>
                  <a:cubicBezTo>
                    <a:pt x="700" y="33"/>
                    <a:pt x="667" y="50"/>
                    <a:pt x="633" y="68"/>
                  </a:cubicBezTo>
                  <a:cubicBezTo>
                    <a:pt x="290" y="267"/>
                    <a:pt x="1" y="768"/>
                    <a:pt x="1" y="1162"/>
                  </a:cubicBezTo>
                  <a:cubicBezTo>
                    <a:pt x="1" y="1202"/>
                    <a:pt x="4" y="1237"/>
                    <a:pt x="10" y="1271"/>
                  </a:cubicBezTo>
                  <a:cubicBezTo>
                    <a:pt x="14" y="1283"/>
                    <a:pt x="17" y="1294"/>
                    <a:pt x="22" y="1308"/>
                  </a:cubicBezTo>
                  <a:lnTo>
                    <a:pt x="27" y="1323"/>
                  </a:lnTo>
                  <a:cubicBezTo>
                    <a:pt x="28" y="1334"/>
                    <a:pt x="31" y="1343"/>
                    <a:pt x="34" y="1353"/>
                  </a:cubicBezTo>
                  <a:cubicBezTo>
                    <a:pt x="41" y="1362"/>
                    <a:pt x="47" y="1371"/>
                    <a:pt x="53" y="1380"/>
                  </a:cubicBezTo>
                  <a:lnTo>
                    <a:pt x="65" y="1402"/>
                  </a:lnTo>
                  <a:lnTo>
                    <a:pt x="65" y="1403"/>
                  </a:lnTo>
                  <a:cubicBezTo>
                    <a:pt x="71" y="1408"/>
                    <a:pt x="77" y="1413"/>
                    <a:pt x="82" y="1416"/>
                  </a:cubicBezTo>
                  <a:cubicBezTo>
                    <a:pt x="97" y="1429"/>
                    <a:pt x="124" y="1446"/>
                    <a:pt x="174" y="1446"/>
                  </a:cubicBezTo>
                  <a:cubicBezTo>
                    <a:pt x="216" y="1446"/>
                    <a:pt x="285" y="1434"/>
                    <a:pt x="384" y="1379"/>
                  </a:cubicBezTo>
                  <a:cubicBezTo>
                    <a:pt x="728" y="1180"/>
                    <a:pt x="1017" y="679"/>
                    <a:pt x="1016" y="283"/>
                  </a:cubicBezTo>
                  <a:cubicBezTo>
                    <a:pt x="1016" y="154"/>
                    <a:pt x="982" y="56"/>
                    <a:pt x="925" y="17"/>
                  </a:cubicBezTo>
                  <a:lnTo>
                    <a:pt x="925" y="19"/>
                  </a:lnTo>
                  <a:cubicBezTo>
                    <a:pt x="923" y="19"/>
                    <a:pt x="923" y="19"/>
                    <a:pt x="922" y="17"/>
                  </a:cubicBezTo>
                  <a:lnTo>
                    <a:pt x="897" y="11"/>
                  </a:lnTo>
                  <a:cubicBezTo>
                    <a:pt x="891" y="8"/>
                    <a:pt x="885" y="7"/>
                    <a:pt x="877" y="2"/>
                  </a:cubicBezTo>
                  <a:lnTo>
                    <a:pt x="850" y="2"/>
                  </a:lnTo>
                  <a:cubicBezTo>
                    <a:pt x="839" y="2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685;p40">
              <a:extLst>
                <a:ext uri="{FF2B5EF4-FFF2-40B4-BE49-F238E27FC236}">
                  <a16:creationId xmlns:a16="http://schemas.microsoft.com/office/drawing/2014/main" id="{59D53EBE-8706-1432-4186-85148CD7C14D}"/>
                </a:ext>
              </a:extLst>
            </p:cNvPr>
            <p:cNvSpPr/>
            <p:nvPr/>
          </p:nvSpPr>
          <p:spPr>
            <a:xfrm>
              <a:off x="3979348" y="1178426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6"/>
                    <a:pt x="1105" y="256"/>
                  </a:cubicBezTo>
                  <a:lnTo>
                    <a:pt x="1132" y="256"/>
                  </a:lnTo>
                  <a:cubicBezTo>
                    <a:pt x="1140" y="261"/>
                    <a:pt x="1146" y="262"/>
                    <a:pt x="1152" y="265"/>
                  </a:cubicBezTo>
                  <a:lnTo>
                    <a:pt x="1177" y="271"/>
                  </a:lnTo>
                  <a:cubicBezTo>
                    <a:pt x="1178" y="273"/>
                    <a:pt x="1180" y="273"/>
                    <a:pt x="1180" y="273"/>
                  </a:cubicBezTo>
                  <a:lnTo>
                    <a:pt x="1180" y="271"/>
                  </a:lnTo>
                  <a:cubicBezTo>
                    <a:pt x="1237" y="310"/>
                    <a:pt x="1271" y="408"/>
                    <a:pt x="1271" y="537"/>
                  </a:cubicBezTo>
                  <a:cubicBezTo>
                    <a:pt x="1272" y="933"/>
                    <a:pt x="983" y="1434"/>
                    <a:pt x="639" y="1633"/>
                  </a:cubicBezTo>
                  <a:cubicBezTo>
                    <a:pt x="542" y="1690"/>
                    <a:pt x="471" y="1700"/>
                    <a:pt x="431" y="1700"/>
                  </a:cubicBezTo>
                  <a:cubicBezTo>
                    <a:pt x="379" y="1700"/>
                    <a:pt x="352" y="1683"/>
                    <a:pt x="337" y="1670"/>
                  </a:cubicBezTo>
                  <a:cubicBezTo>
                    <a:pt x="332" y="1667"/>
                    <a:pt x="326" y="1662"/>
                    <a:pt x="320" y="1657"/>
                  </a:cubicBezTo>
                  <a:lnTo>
                    <a:pt x="320" y="1656"/>
                  </a:lnTo>
                  <a:lnTo>
                    <a:pt x="308" y="1634"/>
                  </a:lnTo>
                  <a:cubicBezTo>
                    <a:pt x="302" y="1625"/>
                    <a:pt x="296" y="1617"/>
                    <a:pt x="291" y="1607"/>
                  </a:cubicBezTo>
                  <a:cubicBezTo>
                    <a:pt x="286" y="1597"/>
                    <a:pt x="285" y="1588"/>
                    <a:pt x="282" y="1577"/>
                  </a:cubicBezTo>
                  <a:lnTo>
                    <a:pt x="277" y="1562"/>
                  </a:lnTo>
                  <a:cubicBezTo>
                    <a:pt x="274" y="1548"/>
                    <a:pt x="269" y="1537"/>
                    <a:pt x="265" y="1525"/>
                  </a:cubicBezTo>
                  <a:cubicBezTo>
                    <a:pt x="259" y="1491"/>
                    <a:pt x="256" y="1456"/>
                    <a:pt x="256" y="1417"/>
                  </a:cubicBezTo>
                  <a:lnTo>
                    <a:pt x="256" y="1417"/>
                  </a:lnTo>
                  <a:cubicBezTo>
                    <a:pt x="256" y="1021"/>
                    <a:pt x="545" y="520"/>
                    <a:pt x="888" y="322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1"/>
                    <a:pt x="1014" y="270"/>
                    <a:pt x="1026" y="267"/>
                  </a:cubicBezTo>
                  <a:lnTo>
                    <a:pt x="1043" y="262"/>
                  </a:lnTo>
                  <a:cubicBezTo>
                    <a:pt x="1052" y="261"/>
                    <a:pt x="1062" y="256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3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48"/>
                    <a:pt x="812" y="73"/>
                    <a:pt x="760" y="102"/>
                  </a:cubicBezTo>
                  <a:cubicBezTo>
                    <a:pt x="339" y="347"/>
                    <a:pt x="0" y="934"/>
                    <a:pt x="2" y="1417"/>
                  </a:cubicBezTo>
                  <a:cubicBezTo>
                    <a:pt x="2" y="1477"/>
                    <a:pt x="6" y="1533"/>
                    <a:pt x="17" y="1585"/>
                  </a:cubicBezTo>
                  <a:cubicBezTo>
                    <a:pt x="22" y="1602"/>
                    <a:pt x="28" y="1614"/>
                    <a:pt x="33" y="1630"/>
                  </a:cubicBezTo>
                  <a:cubicBezTo>
                    <a:pt x="42" y="1662"/>
                    <a:pt x="49" y="1694"/>
                    <a:pt x="62" y="1722"/>
                  </a:cubicBezTo>
                  <a:cubicBezTo>
                    <a:pt x="69" y="1739"/>
                    <a:pt x="82" y="1753"/>
                    <a:pt x="91" y="1768"/>
                  </a:cubicBezTo>
                  <a:cubicBezTo>
                    <a:pt x="105" y="1790"/>
                    <a:pt x="116" y="1813"/>
                    <a:pt x="133" y="1830"/>
                  </a:cubicBezTo>
                  <a:cubicBezTo>
                    <a:pt x="145" y="1843"/>
                    <a:pt x="159" y="1853"/>
                    <a:pt x="172" y="1863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2"/>
                    <a:pt x="765" y="1853"/>
                  </a:cubicBezTo>
                  <a:cubicBezTo>
                    <a:pt x="1185" y="1610"/>
                    <a:pt x="1526" y="1022"/>
                    <a:pt x="1525" y="537"/>
                  </a:cubicBezTo>
                  <a:cubicBezTo>
                    <a:pt x="1525" y="298"/>
                    <a:pt x="1438" y="128"/>
                    <a:pt x="1300" y="48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7"/>
                  </a:cubicBezTo>
                  <a:cubicBezTo>
                    <a:pt x="1163" y="2"/>
                    <a:pt x="1135" y="4"/>
                    <a:pt x="1109" y="2"/>
                  </a:cubicBezTo>
                  <a:cubicBezTo>
                    <a:pt x="1095" y="2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686;p40">
              <a:extLst>
                <a:ext uri="{FF2B5EF4-FFF2-40B4-BE49-F238E27FC236}">
                  <a16:creationId xmlns:a16="http://schemas.microsoft.com/office/drawing/2014/main" id="{A2087405-4E33-2CA7-E09B-77B63C358B31}"/>
                </a:ext>
              </a:extLst>
            </p:cNvPr>
            <p:cNvSpPr/>
            <p:nvPr/>
          </p:nvSpPr>
          <p:spPr>
            <a:xfrm>
              <a:off x="4005959" y="1287930"/>
              <a:ext cx="30282" cy="8434"/>
            </a:xfrm>
            <a:custGeom>
              <a:avLst/>
              <a:gdLst/>
              <a:ahLst/>
              <a:cxnLst/>
              <a:rect l="l" t="t" r="r" b="b"/>
              <a:pathLst>
                <a:path w="693" h="193" extrusionOk="0">
                  <a:moveTo>
                    <a:pt x="342" y="0"/>
                  </a:moveTo>
                  <a:cubicBezTo>
                    <a:pt x="239" y="0"/>
                    <a:pt x="123" y="34"/>
                    <a:pt x="0" y="105"/>
                  </a:cubicBezTo>
                  <a:lnTo>
                    <a:pt x="151" y="193"/>
                  </a:lnTo>
                  <a:cubicBezTo>
                    <a:pt x="203" y="162"/>
                    <a:pt x="256" y="139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3"/>
                    <a:pt x="419" y="93"/>
                    <a:pt x="448" y="90"/>
                  </a:cubicBezTo>
                  <a:cubicBezTo>
                    <a:pt x="451" y="89"/>
                    <a:pt x="454" y="89"/>
                    <a:pt x="456" y="89"/>
                  </a:cubicBezTo>
                  <a:cubicBezTo>
                    <a:pt x="472" y="89"/>
                    <a:pt x="486" y="93"/>
                    <a:pt x="500" y="93"/>
                  </a:cubicBezTo>
                  <a:cubicBezTo>
                    <a:pt x="526" y="93"/>
                    <a:pt x="554" y="93"/>
                    <a:pt x="579" y="97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9" y="122"/>
                    <a:pt x="673" y="128"/>
                    <a:pt x="691" y="139"/>
                  </a:cubicBezTo>
                  <a:lnTo>
                    <a:pt x="693" y="139"/>
                  </a:lnTo>
                  <a:lnTo>
                    <a:pt x="543" y="53"/>
                  </a:lnTo>
                  <a:cubicBezTo>
                    <a:pt x="485" y="18"/>
                    <a:pt x="417" y="0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687;p40">
              <a:extLst>
                <a:ext uri="{FF2B5EF4-FFF2-40B4-BE49-F238E27FC236}">
                  <a16:creationId xmlns:a16="http://schemas.microsoft.com/office/drawing/2014/main" id="{012D9DD7-D5CB-2EB4-3345-1F8D3DAC076D}"/>
                </a:ext>
              </a:extLst>
            </p:cNvPr>
            <p:cNvSpPr/>
            <p:nvPr/>
          </p:nvSpPr>
          <p:spPr>
            <a:xfrm>
              <a:off x="3972837" y="1292474"/>
              <a:ext cx="39765" cy="82676"/>
            </a:xfrm>
            <a:custGeom>
              <a:avLst/>
              <a:gdLst/>
              <a:ahLst/>
              <a:cxnLst/>
              <a:rect l="l" t="t" r="r" b="b"/>
              <a:pathLst>
                <a:path w="910" h="1892" extrusionOk="0">
                  <a:moveTo>
                    <a:pt x="758" y="1"/>
                  </a:moveTo>
                  <a:cubicBezTo>
                    <a:pt x="338" y="244"/>
                    <a:pt x="0" y="833"/>
                    <a:pt x="2" y="1316"/>
                  </a:cubicBezTo>
                  <a:cubicBezTo>
                    <a:pt x="2" y="1556"/>
                    <a:pt x="86" y="1725"/>
                    <a:pt x="223" y="1805"/>
                  </a:cubicBezTo>
                  <a:lnTo>
                    <a:pt x="372" y="1891"/>
                  </a:lnTo>
                  <a:cubicBezTo>
                    <a:pt x="354" y="1881"/>
                    <a:pt x="338" y="1864"/>
                    <a:pt x="321" y="1850"/>
                  </a:cubicBezTo>
                  <a:cubicBezTo>
                    <a:pt x="308" y="1839"/>
                    <a:pt x="294" y="1830"/>
                    <a:pt x="282" y="1816"/>
                  </a:cubicBezTo>
                  <a:cubicBezTo>
                    <a:pt x="265" y="1799"/>
                    <a:pt x="254" y="1775"/>
                    <a:pt x="240" y="1755"/>
                  </a:cubicBezTo>
                  <a:cubicBezTo>
                    <a:pt x="231" y="1739"/>
                    <a:pt x="218" y="1725"/>
                    <a:pt x="211" y="1708"/>
                  </a:cubicBezTo>
                  <a:cubicBezTo>
                    <a:pt x="198" y="1681"/>
                    <a:pt x="191" y="1648"/>
                    <a:pt x="182" y="1616"/>
                  </a:cubicBezTo>
                  <a:cubicBezTo>
                    <a:pt x="177" y="1601"/>
                    <a:pt x="171" y="1588"/>
                    <a:pt x="166" y="1571"/>
                  </a:cubicBezTo>
                  <a:cubicBezTo>
                    <a:pt x="155" y="1519"/>
                    <a:pt x="151" y="1464"/>
                    <a:pt x="151" y="1404"/>
                  </a:cubicBezTo>
                  <a:cubicBezTo>
                    <a:pt x="149" y="921"/>
                    <a:pt x="489" y="332"/>
                    <a:pt x="909" y="89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688;p40">
              <a:extLst>
                <a:ext uri="{FF2B5EF4-FFF2-40B4-BE49-F238E27FC236}">
                  <a16:creationId xmlns:a16="http://schemas.microsoft.com/office/drawing/2014/main" id="{5B28BFAF-DC61-D3FB-6E72-3C3F1B0245FC}"/>
                </a:ext>
              </a:extLst>
            </p:cNvPr>
            <p:cNvSpPr/>
            <p:nvPr/>
          </p:nvSpPr>
          <p:spPr>
            <a:xfrm>
              <a:off x="3990490" y="1302918"/>
              <a:ext cx="44484" cy="63361"/>
            </a:xfrm>
            <a:custGeom>
              <a:avLst/>
              <a:gdLst/>
              <a:ahLst/>
              <a:cxnLst/>
              <a:rect l="l" t="t" r="r" b="b"/>
              <a:pathLst>
                <a:path w="1018" h="1450" extrusionOk="0">
                  <a:moveTo>
                    <a:pt x="817" y="0"/>
                  </a:moveTo>
                  <a:cubicBezTo>
                    <a:pt x="807" y="3"/>
                    <a:pt x="797" y="7"/>
                    <a:pt x="787" y="10"/>
                  </a:cubicBezTo>
                  <a:lnTo>
                    <a:pt x="771" y="13"/>
                  </a:lnTo>
                  <a:cubicBezTo>
                    <a:pt x="759" y="17"/>
                    <a:pt x="748" y="19"/>
                    <a:pt x="733" y="22"/>
                  </a:cubicBezTo>
                  <a:cubicBezTo>
                    <a:pt x="700" y="33"/>
                    <a:pt x="667" y="50"/>
                    <a:pt x="633" y="70"/>
                  </a:cubicBezTo>
                  <a:cubicBezTo>
                    <a:pt x="290" y="268"/>
                    <a:pt x="1" y="768"/>
                    <a:pt x="1" y="1165"/>
                  </a:cubicBezTo>
                  <a:cubicBezTo>
                    <a:pt x="1" y="1203"/>
                    <a:pt x="4" y="1239"/>
                    <a:pt x="10" y="1272"/>
                  </a:cubicBezTo>
                  <a:cubicBezTo>
                    <a:pt x="14" y="1285"/>
                    <a:pt x="17" y="1296"/>
                    <a:pt x="22" y="1308"/>
                  </a:cubicBezTo>
                  <a:lnTo>
                    <a:pt x="27" y="1323"/>
                  </a:lnTo>
                  <a:cubicBezTo>
                    <a:pt x="28" y="1336"/>
                    <a:pt x="31" y="1345"/>
                    <a:pt x="34" y="1354"/>
                  </a:cubicBezTo>
                  <a:cubicBezTo>
                    <a:pt x="41" y="1362"/>
                    <a:pt x="47" y="1372"/>
                    <a:pt x="53" y="1380"/>
                  </a:cubicBezTo>
                  <a:lnTo>
                    <a:pt x="65" y="1403"/>
                  </a:lnTo>
                  <a:lnTo>
                    <a:pt x="65" y="1405"/>
                  </a:lnTo>
                  <a:cubicBezTo>
                    <a:pt x="71" y="1408"/>
                    <a:pt x="77" y="1412"/>
                    <a:pt x="82" y="1417"/>
                  </a:cubicBezTo>
                  <a:cubicBezTo>
                    <a:pt x="97" y="1429"/>
                    <a:pt x="124" y="1449"/>
                    <a:pt x="174" y="1449"/>
                  </a:cubicBezTo>
                  <a:cubicBezTo>
                    <a:pt x="216" y="1449"/>
                    <a:pt x="285" y="1437"/>
                    <a:pt x="384" y="1379"/>
                  </a:cubicBezTo>
                  <a:cubicBezTo>
                    <a:pt x="728" y="1182"/>
                    <a:pt x="1017" y="680"/>
                    <a:pt x="1016" y="287"/>
                  </a:cubicBezTo>
                  <a:cubicBezTo>
                    <a:pt x="1016" y="156"/>
                    <a:pt x="982" y="57"/>
                    <a:pt x="925" y="20"/>
                  </a:cubicBezTo>
                  <a:cubicBezTo>
                    <a:pt x="923" y="20"/>
                    <a:pt x="923" y="20"/>
                    <a:pt x="922" y="19"/>
                  </a:cubicBezTo>
                  <a:lnTo>
                    <a:pt x="897" y="13"/>
                  </a:lnTo>
                  <a:cubicBezTo>
                    <a:pt x="891" y="10"/>
                    <a:pt x="885" y="7"/>
                    <a:pt x="877" y="3"/>
                  </a:cubicBezTo>
                  <a:lnTo>
                    <a:pt x="850" y="3"/>
                  </a:lnTo>
                  <a:cubicBezTo>
                    <a:pt x="839" y="3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689;p40">
              <a:extLst>
                <a:ext uri="{FF2B5EF4-FFF2-40B4-BE49-F238E27FC236}">
                  <a16:creationId xmlns:a16="http://schemas.microsoft.com/office/drawing/2014/main" id="{685C186A-176A-F104-BC17-54D5F77DC7E9}"/>
                </a:ext>
              </a:extLst>
            </p:cNvPr>
            <p:cNvSpPr/>
            <p:nvPr/>
          </p:nvSpPr>
          <p:spPr>
            <a:xfrm>
              <a:off x="3979348" y="1291819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7"/>
                    <a:pt x="1105" y="257"/>
                  </a:cubicBezTo>
                  <a:lnTo>
                    <a:pt x="1132" y="257"/>
                  </a:lnTo>
                  <a:cubicBezTo>
                    <a:pt x="1140" y="261"/>
                    <a:pt x="1146" y="264"/>
                    <a:pt x="1152" y="267"/>
                  </a:cubicBezTo>
                  <a:lnTo>
                    <a:pt x="1177" y="273"/>
                  </a:lnTo>
                  <a:cubicBezTo>
                    <a:pt x="1178" y="274"/>
                    <a:pt x="1180" y="274"/>
                    <a:pt x="1180" y="274"/>
                  </a:cubicBezTo>
                  <a:cubicBezTo>
                    <a:pt x="1237" y="311"/>
                    <a:pt x="1271" y="410"/>
                    <a:pt x="1271" y="541"/>
                  </a:cubicBezTo>
                  <a:cubicBezTo>
                    <a:pt x="1272" y="934"/>
                    <a:pt x="983" y="1436"/>
                    <a:pt x="639" y="1633"/>
                  </a:cubicBezTo>
                  <a:cubicBezTo>
                    <a:pt x="542" y="1691"/>
                    <a:pt x="471" y="1703"/>
                    <a:pt x="431" y="1703"/>
                  </a:cubicBezTo>
                  <a:cubicBezTo>
                    <a:pt x="379" y="1703"/>
                    <a:pt x="352" y="1683"/>
                    <a:pt x="337" y="1671"/>
                  </a:cubicBezTo>
                  <a:cubicBezTo>
                    <a:pt x="332" y="1666"/>
                    <a:pt x="326" y="1662"/>
                    <a:pt x="320" y="1659"/>
                  </a:cubicBezTo>
                  <a:lnTo>
                    <a:pt x="320" y="1657"/>
                  </a:lnTo>
                  <a:lnTo>
                    <a:pt x="308" y="1634"/>
                  </a:lnTo>
                  <a:cubicBezTo>
                    <a:pt x="302" y="1626"/>
                    <a:pt x="296" y="1616"/>
                    <a:pt x="291" y="1608"/>
                  </a:cubicBezTo>
                  <a:cubicBezTo>
                    <a:pt x="286" y="1599"/>
                    <a:pt x="285" y="1590"/>
                    <a:pt x="282" y="1577"/>
                  </a:cubicBezTo>
                  <a:lnTo>
                    <a:pt x="277" y="1562"/>
                  </a:lnTo>
                  <a:cubicBezTo>
                    <a:pt x="274" y="1550"/>
                    <a:pt x="269" y="1539"/>
                    <a:pt x="265" y="1526"/>
                  </a:cubicBezTo>
                  <a:cubicBezTo>
                    <a:pt x="259" y="1493"/>
                    <a:pt x="256" y="1457"/>
                    <a:pt x="256" y="1419"/>
                  </a:cubicBezTo>
                  <a:cubicBezTo>
                    <a:pt x="256" y="1022"/>
                    <a:pt x="545" y="521"/>
                    <a:pt x="888" y="324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3"/>
                    <a:pt x="1014" y="271"/>
                    <a:pt x="1026" y="267"/>
                  </a:cubicBezTo>
                  <a:lnTo>
                    <a:pt x="1043" y="264"/>
                  </a:lnTo>
                  <a:cubicBezTo>
                    <a:pt x="1052" y="261"/>
                    <a:pt x="1062" y="257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4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50"/>
                    <a:pt x="812" y="73"/>
                    <a:pt x="760" y="104"/>
                  </a:cubicBezTo>
                  <a:cubicBezTo>
                    <a:pt x="339" y="347"/>
                    <a:pt x="0" y="936"/>
                    <a:pt x="2" y="1419"/>
                  </a:cubicBezTo>
                  <a:cubicBezTo>
                    <a:pt x="2" y="1479"/>
                    <a:pt x="6" y="1534"/>
                    <a:pt x="17" y="1586"/>
                  </a:cubicBezTo>
                  <a:cubicBezTo>
                    <a:pt x="22" y="1603"/>
                    <a:pt x="28" y="1616"/>
                    <a:pt x="33" y="1631"/>
                  </a:cubicBezTo>
                  <a:cubicBezTo>
                    <a:pt x="42" y="1663"/>
                    <a:pt x="49" y="1696"/>
                    <a:pt x="62" y="1723"/>
                  </a:cubicBezTo>
                  <a:cubicBezTo>
                    <a:pt x="69" y="1740"/>
                    <a:pt x="82" y="1754"/>
                    <a:pt x="91" y="1770"/>
                  </a:cubicBezTo>
                  <a:cubicBezTo>
                    <a:pt x="105" y="1790"/>
                    <a:pt x="116" y="1814"/>
                    <a:pt x="133" y="1831"/>
                  </a:cubicBezTo>
                  <a:cubicBezTo>
                    <a:pt x="145" y="1845"/>
                    <a:pt x="159" y="1854"/>
                    <a:pt x="172" y="1865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3"/>
                    <a:pt x="765" y="1854"/>
                  </a:cubicBezTo>
                  <a:cubicBezTo>
                    <a:pt x="1185" y="1611"/>
                    <a:pt x="1526" y="1022"/>
                    <a:pt x="1525" y="539"/>
                  </a:cubicBezTo>
                  <a:cubicBezTo>
                    <a:pt x="1525" y="297"/>
                    <a:pt x="1438" y="128"/>
                    <a:pt x="1300" y="50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8"/>
                  </a:cubicBezTo>
                  <a:cubicBezTo>
                    <a:pt x="1163" y="4"/>
                    <a:pt x="1135" y="4"/>
                    <a:pt x="1109" y="4"/>
                  </a:cubicBezTo>
                  <a:cubicBezTo>
                    <a:pt x="1095" y="4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690;p40">
              <a:extLst>
                <a:ext uri="{FF2B5EF4-FFF2-40B4-BE49-F238E27FC236}">
                  <a16:creationId xmlns:a16="http://schemas.microsoft.com/office/drawing/2014/main" id="{E6EDEFC3-4898-80D1-7E4E-11AEEFC0C0C2}"/>
                </a:ext>
              </a:extLst>
            </p:cNvPr>
            <p:cNvSpPr/>
            <p:nvPr/>
          </p:nvSpPr>
          <p:spPr>
            <a:xfrm>
              <a:off x="3796172" y="1320658"/>
              <a:ext cx="27136" cy="34783"/>
            </a:xfrm>
            <a:custGeom>
              <a:avLst/>
              <a:gdLst/>
              <a:ahLst/>
              <a:cxnLst/>
              <a:rect l="l" t="t" r="r" b="b"/>
              <a:pathLst>
                <a:path w="621" h="796" extrusionOk="0">
                  <a:moveTo>
                    <a:pt x="191" y="0"/>
                  </a:moveTo>
                  <a:cubicBezTo>
                    <a:pt x="184" y="0"/>
                    <a:pt x="177" y="2"/>
                    <a:pt x="170" y="2"/>
                  </a:cubicBezTo>
                  <a:cubicBezTo>
                    <a:pt x="159" y="2"/>
                    <a:pt x="148" y="2"/>
                    <a:pt x="139" y="4"/>
                  </a:cubicBezTo>
                  <a:cubicBezTo>
                    <a:pt x="131" y="5"/>
                    <a:pt x="125" y="10"/>
                    <a:pt x="119" y="11"/>
                  </a:cubicBezTo>
                  <a:cubicBezTo>
                    <a:pt x="111" y="14"/>
                    <a:pt x="101" y="17"/>
                    <a:pt x="93" y="22"/>
                  </a:cubicBezTo>
                  <a:cubicBezTo>
                    <a:pt x="36" y="53"/>
                    <a:pt x="2" y="122"/>
                    <a:pt x="2" y="220"/>
                  </a:cubicBezTo>
                  <a:cubicBezTo>
                    <a:pt x="1" y="417"/>
                    <a:pt x="139" y="657"/>
                    <a:pt x="308" y="754"/>
                  </a:cubicBezTo>
                  <a:cubicBezTo>
                    <a:pt x="357" y="783"/>
                    <a:pt x="404" y="796"/>
                    <a:pt x="445" y="796"/>
                  </a:cubicBezTo>
                  <a:cubicBezTo>
                    <a:pt x="486" y="796"/>
                    <a:pt x="522" y="783"/>
                    <a:pt x="551" y="759"/>
                  </a:cubicBezTo>
                  <a:cubicBezTo>
                    <a:pt x="556" y="754"/>
                    <a:pt x="562" y="751"/>
                    <a:pt x="567" y="745"/>
                  </a:cubicBezTo>
                  <a:cubicBezTo>
                    <a:pt x="574" y="739"/>
                    <a:pt x="579" y="728"/>
                    <a:pt x="584" y="719"/>
                  </a:cubicBezTo>
                  <a:cubicBezTo>
                    <a:pt x="588" y="714"/>
                    <a:pt x="593" y="708"/>
                    <a:pt x="596" y="702"/>
                  </a:cubicBezTo>
                  <a:cubicBezTo>
                    <a:pt x="602" y="691"/>
                    <a:pt x="604" y="676"/>
                    <a:pt x="608" y="663"/>
                  </a:cubicBezTo>
                  <a:cubicBezTo>
                    <a:pt x="610" y="657"/>
                    <a:pt x="613" y="651"/>
                    <a:pt x="614" y="645"/>
                  </a:cubicBezTo>
                  <a:cubicBezTo>
                    <a:pt x="617" y="623"/>
                    <a:pt x="620" y="602"/>
                    <a:pt x="620" y="577"/>
                  </a:cubicBezTo>
                  <a:cubicBezTo>
                    <a:pt x="620" y="380"/>
                    <a:pt x="482" y="140"/>
                    <a:pt x="311" y="40"/>
                  </a:cubicBezTo>
                  <a:cubicBezTo>
                    <a:pt x="290" y="30"/>
                    <a:pt x="270" y="20"/>
                    <a:pt x="250" y="13"/>
                  </a:cubicBezTo>
                  <a:cubicBezTo>
                    <a:pt x="242" y="11"/>
                    <a:pt x="236" y="11"/>
                    <a:pt x="230" y="10"/>
                  </a:cubicBezTo>
                  <a:cubicBezTo>
                    <a:pt x="216" y="5"/>
                    <a:pt x="202" y="2"/>
                    <a:pt x="19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691;p40">
              <a:extLst>
                <a:ext uri="{FF2B5EF4-FFF2-40B4-BE49-F238E27FC236}">
                  <a16:creationId xmlns:a16="http://schemas.microsoft.com/office/drawing/2014/main" id="{A06E3BD2-D590-0666-FADF-13103F0E0B72}"/>
                </a:ext>
              </a:extLst>
            </p:cNvPr>
            <p:cNvSpPr/>
            <p:nvPr/>
          </p:nvSpPr>
          <p:spPr>
            <a:xfrm rot="-5400000">
              <a:off x="3353950" y="1319338"/>
              <a:ext cx="237781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692;p40">
              <a:extLst>
                <a:ext uri="{FF2B5EF4-FFF2-40B4-BE49-F238E27FC236}">
                  <a16:creationId xmlns:a16="http://schemas.microsoft.com/office/drawing/2014/main" id="{A840FC16-804E-90EF-F149-D7D56842A102}"/>
                </a:ext>
              </a:extLst>
            </p:cNvPr>
            <p:cNvSpPr/>
            <p:nvPr/>
          </p:nvSpPr>
          <p:spPr>
            <a:xfrm>
              <a:off x="3079604" y="1429847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693;p40">
              <a:extLst>
                <a:ext uri="{FF2B5EF4-FFF2-40B4-BE49-F238E27FC236}">
                  <a16:creationId xmlns:a16="http://schemas.microsoft.com/office/drawing/2014/main" id="{85E5AE98-BDF7-889E-A1F8-1886ED54FF17}"/>
                </a:ext>
              </a:extLst>
            </p:cNvPr>
            <p:cNvSpPr/>
            <p:nvPr/>
          </p:nvSpPr>
          <p:spPr>
            <a:xfrm>
              <a:off x="3435031" y="1450996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694;p40">
              <a:extLst>
                <a:ext uri="{FF2B5EF4-FFF2-40B4-BE49-F238E27FC236}">
                  <a16:creationId xmlns:a16="http://schemas.microsoft.com/office/drawing/2014/main" id="{F3714538-0C88-8759-D27F-CFE89F766B45}"/>
                </a:ext>
              </a:extLst>
            </p:cNvPr>
            <p:cNvSpPr/>
            <p:nvPr/>
          </p:nvSpPr>
          <p:spPr>
            <a:xfrm>
              <a:off x="3114168" y="1203193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695;p40">
              <a:extLst>
                <a:ext uri="{FF2B5EF4-FFF2-40B4-BE49-F238E27FC236}">
                  <a16:creationId xmlns:a16="http://schemas.microsoft.com/office/drawing/2014/main" id="{5E090FC4-2118-37E6-67E2-6070482A35CE}"/>
                </a:ext>
              </a:extLst>
            </p:cNvPr>
            <p:cNvSpPr/>
            <p:nvPr/>
          </p:nvSpPr>
          <p:spPr>
            <a:xfrm>
              <a:off x="3077506" y="1203368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696;p40">
              <a:extLst>
                <a:ext uri="{FF2B5EF4-FFF2-40B4-BE49-F238E27FC236}">
                  <a16:creationId xmlns:a16="http://schemas.microsoft.com/office/drawing/2014/main" id="{27A8219F-20D7-8B75-4927-425A900D0E09}"/>
                </a:ext>
              </a:extLst>
            </p:cNvPr>
            <p:cNvSpPr/>
            <p:nvPr/>
          </p:nvSpPr>
          <p:spPr>
            <a:xfrm>
              <a:off x="3461860" y="1414247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697;p40">
              <a:extLst>
                <a:ext uri="{FF2B5EF4-FFF2-40B4-BE49-F238E27FC236}">
                  <a16:creationId xmlns:a16="http://schemas.microsoft.com/office/drawing/2014/main" id="{65E3770B-C28D-694A-7A85-64C41F31962C}"/>
                </a:ext>
              </a:extLst>
            </p:cNvPr>
            <p:cNvSpPr/>
            <p:nvPr/>
          </p:nvSpPr>
          <p:spPr>
            <a:xfrm>
              <a:off x="3423189" y="1410533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698;p40">
              <a:extLst>
                <a:ext uri="{FF2B5EF4-FFF2-40B4-BE49-F238E27FC236}">
                  <a16:creationId xmlns:a16="http://schemas.microsoft.com/office/drawing/2014/main" id="{8FAB7EFF-2AAC-C81F-565A-50801AB7F2F9}"/>
                </a:ext>
              </a:extLst>
            </p:cNvPr>
            <p:cNvSpPr/>
            <p:nvPr/>
          </p:nvSpPr>
          <p:spPr>
            <a:xfrm>
              <a:off x="3426160" y="1387243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699;p40">
              <a:extLst>
                <a:ext uri="{FF2B5EF4-FFF2-40B4-BE49-F238E27FC236}">
                  <a16:creationId xmlns:a16="http://schemas.microsoft.com/office/drawing/2014/main" id="{1EFB7726-1C4F-BF7B-25C7-EBB158171F80}"/>
                </a:ext>
              </a:extLst>
            </p:cNvPr>
            <p:cNvSpPr/>
            <p:nvPr/>
          </p:nvSpPr>
          <p:spPr>
            <a:xfrm>
              <a:off x="3422621" y="1383791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700;p40">
              <a:extLst>
                <a:ext uri="{FF2B5EF4-FFF2-40B4-BE49-F238E27FC236}">
                  <a16:creationId xmlns:a16="http://schemas.microsoft.com/office/drawing/2014/main" id="{6DD13F3A-5864-8CB0-E986-71975AAFA522}"/>
                </a:ext>
              </a:extLst>
            </p:cNvPr>
            <p:cNvSpPr/>
            <p:nvPr/>
          </p:nvSpPr>
          <p:spPr>
            <a:xfrm>
              <a:off x="3488253" y="1259125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701;p40">
              <a:extLst>
                <a:ext uri="{FF2B5EF4-FFF2-40B4-BE49-F238E27FC236}">
                  <a16:creationId xmlns:a16="http://schemas.microsoft.com/office/drawing/2014/main" id="{AF121139-32F9-91DE-E317-B2547A9A5D32}"/>
                </a:ext>
              </a:extLst>
            </p:cNvPr>
            <p:cNvSpPr/>
            <p:nvPr/>
          </p:nvSpPr>
          <p:spPr>
            <a:xfrm>
              <a:off x="3477241" y="1198343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702;p40">
              <a:extLst>
                <a:ext uri="{FF2B5EF4-FFF2-40B4-BE49-F238E27FC236}">
                  <a16:creationId xmlns:a16="http://schemas.microsoft.com/office/drawing/2014/main" id="{E619BBA7-F379-67BB-4250-2237B36132E1}"/>
                </a:ext>
              </a:extLst>
            </p:cNvPr>
            <p:cNvSpPr/>
            <p:nvPr/>
          </p:nvSpPr>
          <p:spPr>
            <a:xfrm>
              <a:off x="3449756" y="1322572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703;p40">
              <a:extLst>
                <a:ext uri="{FF2B5EF4-FFF2-40B4-BE49-F238E27FC236}">
                  <a16:creationId xmlns:a16="http://schemas.microsoft.com/office/drawing/2014/main" id="{CE3EAFD0-FDE6-87E1-9311-6264C9C54A65}"/>
                </a:ext>
              </a:extLst>
            </p:cNvPr>
            <p:cNvSpPr/>
            <p:nvPr/>
          </p:nvSpPr>
          <p:spPr>
            <a:xfrm>
              <a:off x="3449887" y="1310337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704;p40">
              <a:extLst>
                <a:ext uri="{FF2B5EF4-FFF2-40B4-BE49-F238E27FC236}">
                  <a16:creationId xmlns:a16="http://schemas.microsoft.com/office/drawing/2014/main" id="{51E65109-6F56-A0B1-BF60-CCCBABCC44CC}"/>
                </a:ext>
              </a:extLst>
            </p:cNvPr>
            <p:cNvSpPr/>
            <p:nvPr/>
          </p:nvSpPr>
          <p:spPr>
            <a:xfrm>
              <a:off x="3452247" y="1312347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705;p40">
              <a:extLst>
                <a:ext uri="{FF2B5EF4-FFF2-40B4-BE49-F238E27FC236}">
                  <a16:creationId xmlns:a16="http://schemas.microsoft.com/office/drawing/2014/main" id="{9ABE7CAF-233A-F217-DD72-BA0A9F30052A}"/>
                </a:ext>
              </a:extLst>
            </p:cNvPr>
            <p:cNvSpPr/>
            <p:nvPr/>
          </p:nvSpPr>
          <p:spPr>
            <a:xfrm>
              <a:off x="3445168" y="1350669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706;p40">
              <a:extLst>
                <a:ext uri="{FF2B5EF4-FFF2-40B4-BE49-F238E27FC236}">
                  <a16:creationId xmlns:a16="http://schemas.microsoft.com/office/drawing/2014/main" id="{1F1C65DD-9272-0B40-BB25-41CE5DDA753C}"/>
                </a:ext>
              </a:extLst>
            </p:cNvPr>
            <p:cNvSpPr/>
            <p:nvPr/>
          </p:nvSpPr>
          <p:spPr>
            <a:xfrm>
              <a:off x="3414406" y="1391350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707;p40">
              <a:extLst>
                <a:ext uri="{FF2B5EF4-FFF2-40B4-BE49-F238E27FC236}">
                  <a16:creationId xmlns:a16="http://schemas.microsoft.com/office/drawing/2014/main" id="{EF6600CD-1868-4D80-5751-38289C230CD2}"/>
                </a:ext>
              </a:extLst>
            </p:cNvPr>
            <p:cNvSpPr/>
            <p:nvPr/>
          </p:nvSpPr>
          <p:spPr>
            <a:xfrm>
              <a:off x="3250675" y="1410139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708;p40">
              <a:extLst>
                <a:ext uri="{FF2B5EF4-FFF2-40B4-BE49-F238E27FC236}">
                  <a16:creationId xmlns:a16="http://schemas.microsoft.com/office/drawing/2014/main" id="{19603404-B4E7-3648-768D-05D3CD497FF7}"/>
                </a:ext>
              </a:extLst>
            </p:cNvPr>
            <p:cNvSpPr/>
            <p:nvPr/>
          </p:nvSpPr>
          <p:spPr>
            <a:xfrm>
              <a:off x="3228958" y="1467600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709;p40">
              <a:extLst>
                <a:ext uri="{FF2B5EF4-FFF2-40B4-BE49-F238E27FC236}">
                  <a16:creationId xmlns:a16="http://schemas.microsoft.com/office/drawing/2014/main" id="{96103C8F-0E17-3365-3636-CE19B7627B8A}"/>
                </a:ext>
              </a:extLst>
            </p:cNvPr>
            <p:cNvSpPr/>
            <p:nvPr/>
          </p:nvSpPr>
          <p:spPr>
            <a:xfrm>
              <a:off x="3229046" y="1330481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710;p40">
              <a:extLst>
                <a:ext uri="{FF2B5EF4-FFF2-40B4-BE49-F238E27FC236}">
                  <a16:creationId xmlns:a16="http://schemas.microsoft.com/office/drawing/2014/main" id="{EC28AC86-B26C-FE6F-283F-61A44BAB1371}"/>
                </a:ext>
              </a:extLst>
            </p:cNvPr>
            <p:cNvSpPr/>
            <p:nvPr/>
          </p:nvSpPr>
          <p:spPr>
            <a:xfrm>
              <a:off x="3461860" y="1480272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711;p40">
              <a:extLst>
                <a:ext uri="{FF2B5EF4-FFF2-40B4-BE49-F238E27FC236}">
                  <a16:creationId xmlns:a16="http://schemas.microsoft.com/office/drawing/2014/main" id="{F6B7CF8B-A662-8085-B5BC-FB93729DC8EE}"/>
                </a:ext>
              </a:extLst>
            </p:cNvPr>
            <p:cNvSpPr/>
            <p:nvPr/>
          </p:nvSpPr>
          <p:spPr>
            <a:xfrm>
              <a:off x="3461860" y="1640289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712;p40">
              <a:extLst>
                <a:ext uri="{FF2B5EF4-FFF2-40B4-BE49-F238E27FC236}">
                  <a16:creationId xmlns:a16="http://schemas.microsoft.com/office/drawing/2014/main" id="{86066B5C-973D-B150-81E0-A329284137E0}"/>
                </a:ext>
              </a:extLst>
            </p:cNvPr>
            <p:cNvSpPr/>
            <p:nvPr/>
          </p:nvSpPr>
          <p:spPr>
            <a:xfrm>
              <a:off x="3800149" y="1279802"/>
              <a:ext cx="96353" cy="74854"/>
            </a:xfrm>
            <a:custGeom>
              <a:avLst/>
              <a:gdLst/>
              <a:ahLst/>
              <a:cxnLst/>
              <a:rect l="l" t="t" r="r" b="b"/>
              <a:pathLst>
                <a:path w="2205" h="1713" extrusionOk="0">
                  <a:moveTo>
                    <a:pt x="1757" y="0"/>
                  </a:moveTo>
                  <a:cubicBezTo>
                    <a:pt x="1727" y="0"/>
                    <a:pt x="1699" y="8"/>
                    <a:pt x="1675" y="22"/>
                  </a:cubicBezTo>
                  <a:lnTo>
                    <a:pt x="0" y="957"/>
                  </a:lnTo>
                  <a:cubicBezTo>
                    <a:pt x="10" y="952"/>
                    <a:pt x="19" y="949"/>
                    <a:pt x="28" y="946"/>
                  </a:cubicBezTo>
                  <a:cubicBezTo>
                    <a:pt x="34" y="945"/>
                    <a:pt x="40" y="940"/>
                    <a:pt x="48" y="939"/>
                  </a:cubicBezTo>
                  <a:cubicBezTo>
                    <a:pt x="57" y="937"/>
                    <a:pt x="68" y="937"/>
                    <a:pt x="79" y="937"/>
                  </a:cubicBezTo>
                  <a:cubicBezTo>
                    <a:pt x="83" y="937"/>
                    <a:pt x="88" y="936"/>
                    <a:pt x="93" y="936"/>
                  </a:cubicBezTo>
                  <a:cubicBezTo>
                    <a:pt x="95" y="936"/>
                    <a:pt x="98" y="937"/>
                    <a:pt x="100" y="937"/>
                  </a:cubicBezTo>
                  <a:cubicBezTo>
                    <a:pt x="111" y="937"/>
                    <a:pt x="125" y="942"/>
                    <a:pt x="137" y="945"/>
                  </a:cubicBezTo>
                  <a:cubicBezTo>
                    <a:pt x="145" y="946"/>
                    <a:pt x="151" y="946"/>
                    <a:pt x="157" y="948"/>
                  </a:cubicBezTo>
                  <a:cubicBezTo>
                    <a:pt x="179" y="955"/>
                    <a:pt x="199" y="965"/>
                    <a:pt x="220" y="977"/>
                  </a:cubicBezTo>
                  <a:cubicBezTo>
                    <a:pt x="391" y="1075"/>
                    <a:pt x="529" y="1315"/>
                    <a:pt x="528" y="1512"/>
                  </a:cubicBezTo>
                  <a:cubicBezTo>
                    <a:pt x="528" y="1537"/>
                    <a:pt x="526" y="1560"/>
                    <a:pt x="522" y="1580"/>
                  </a:cubicBezTo>
                  <a:cubicBezTo>
                    <a:pt x="520" y="1586"/>
                    <a:pt x="517" y="1592"/>
                    <a:pt x="517" y="1598"/>
                  </a:cubicBezTo>
                  <a:cubicBezTo>
                    <a:pt x="513" y="1611"/>
                    <a:pt x="509" y="1626"/>
                    <a:pt x="503" y="1637"/>
                  </a:cubicBezTo>
                  <a:cubicBezTo>
                    <a:pt x="500" y="1645"/>
                    <a:pt x="496" y="1649"/>
                    <a:pt x="493" y="1655"/>
                  </a:cubicBezTo>
                  <a:cubicBezTo>
                    <a:pt x="488" y="1663"/>
                    <a:pt x="482" y="1674"/>
                    <a:pt x="474" y="1680"/>
                  </a:cubicBezTo>
                  <a:cubicBezTo>
                    <a:pt x="471" y="1686"/>
                    <a:pt x="465" y="1691"/>
                    <a:pt x="460" y="1694"/>
                  </a:cubicBezTo>
                  <a:cubicBezTo>
                    <a:pt x="453" y="1700"/>
                    <a:pt x="446" y="1706"/>
                    <a:pt x="439" y="1712"/>
                  </a:cubicBezTo>
                  <a:lnTo>
                    <a:pt x="2114" y="777"/>
                  </a:lnTo>
                  <a:cubicBezTo>
                    <a:pt x="2169" y="745"/>
                    <a:pt x="2205" y="676"/>
                    <a:pt x="2205" y="579"/>
                  </a:cubicBezTo>
                  <a:cubicBezTo>
                    <a:pt x="2205" y="382"/>
                    <a:pt x="2066" y="140"/>
                    <a:pt x="1895" y="43"/>
                  </a:cubicBezTo>
                  <a:cubicBezTo>
                    <a:pt x="1846" y="14"/>
                    <a:pt x="1799" y="0"/>
                    <a:pt x="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713;p40">
              <a:extLst>
                <a:ext uri="{FF2B5EF4-FFF2-40B4-BE49-F238E27FC236}">
                  <a16:creationId xmlns:a16="http://schemas.microsoft.com/office/drawing/2014/main" id="{82439BA2-A8C9-A1CA-6268-952ED51869A6}"/>
                </a:ext>
              </a:extLst>
            </p:cNvPr>
            <p:cNvSpPr/>
            <p:nvPr/>
          </p:nvSpPr>
          <p:spPr>
            <a:xfrm>
              <a:off x="3964820" y="951388"/>
              <a:ext cx="368100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714;p40">
              <a:extLst>
                <a:ext uri="{FF2B5EF4-FFF2-40B4-BE49-F238E27FC236}">
                  <a16:creationId xmlns:a16="http://schemas.microsoft.com/office/drawing/2014/main" id="{C97ED27D-BAC1-907C-05F4-379DB29B9F4B}"/>
                </a:ext>
              </a:extLst>
            </p:cNvPr>
            <p:cNvSpPr/>
            <p:nvPr/>
          </p:nvSpPr>
          <p:spPr>
            <a:xfrm>
              <a:off x="3954148" y="969464"/>
              <a:ext cx="757287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715;p40">
              <a:extLst>
                <a:ext uri="{FF2B5EF4-FFF2-40B4-BE49-F238E27FC236}">
                  <a16:creationId xmlns:a16="http://schemas.microsoft.com/office/drawing/2014/main" id="{261B3166-72D4-068E-776D-18E5FBFD557D}"/>
                </a:ext>
              </a:extLst>
            </p:cNvPr>
            <p:cNvSpPr/>
            <p:nvPr/>
          </p:nvSpPr>
          <p:spPr>
            <a:xfrm>
              <a:off x="4282617" y="969862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716;p40">
              <a:extLst>
                <a:ext uri="{FF2B5EF4-FFF2-40B4-BE49-F238E27FC236}">
                  <a16:creationId xmlns:a16="http://schemas.microsoft.com/office/drawing/2014/main" id="{112461E8-E053-8395-A519-9A9522C038A5}"/>
                </a:ext>
              </a:extLst>
            </p:cNvPr>
            <p:cNvSpPr/>
            <p:nvPr/>
          </p:nvSpPr>
          <p:spPr>
            <a:xfrm>
              <a:off x="3961754" y="722060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717;p40">
              <a:extLst>
                <a:ext uri="{FF2B5EF4-FFF2-40B4-BE49-F238E27FC236}">
                  <a16:creationId xmlns:a16="http://schemas.microsoft.com/office/drawing/2014/main" id="{DCCBE68A-7576-68F6-FCC8-78BB450EE3EF}"/>
                </a:ext>
              </a:extLst>
            </p:cNvPr>
            <p:cNvSpPr/>
            <p:nvPr/>
          </p:nvSpPr>
          <p:spPr>
            <a:xfrm>
              <a:off x="3925093" y="722235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718;p40">
              <a:extLst>
                <a:ext uri="{FF2B5EF4-FFF2-40B4-BE49-F238E27FC236}">
                  <a16:creationId xmlns:a16="http://schemas.microsoft.com/office/drawing/2014/main" id="{DA7CBCA0-3CEA-0C9A-B8F9-744F3510A3A1}"/>
                </a:ext>
              </a:extLst>
            </p:cNvPr>
            <p:cNvSpPr/>
            <p:nvPr/>
          </p:nvSpPr>
          <p:spPr>
            <a:xfrm>
              <a:off x="4309447" y="77309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719;p40">
              <a:extLst>
                <a:ext uri="{FF2B5EF4-FFF2-40B4-BE49-F238E27FC236}">
                  <a16:creationId xmlns:a16="http://schemas.microsoft.com/office/drawing/2014/main" id="{ACFFD8A0-34EA-B0D9-B0AA-90A536E83A40}"/>
                </a:ext>
              </a:extLst>
            </p:cNvPr>
            <p:cNvSpPr/>
            <p:nvPr/>
          </p:nvSpPr>
          <p:spPr>
            <a:xfrm>
              <a:off x="4309447" y="933114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720;p40">
              <a:extLst>
                <a:ext uri="{FF2B5EF4-FFF2-40B4-BE49-F238E27FC236}">
                  <a16:creationId xmlns:a16="http://schemas.microsoft.com/office/drawing/2014/main" id="{805E7F4B-3F58-5791-C1D3-A2DD7FC4CC86}"/>
                </a:ext>
              </a:extLst>
            </p:cNvPr>
            <p:cNvSpPr/>
            <p:nvPr/>
          </p:nvSpPr>
          <p:spPr>
            <a:xfrm>
              <a:off x="4270775" y="929399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721;p40">
              <a:extLst>
                <a:ext uri="{FF2B5EF4-FFF2-40B4-BE49-F238E27FC236}">
                  <a16:creationId xmlns:a16="http://schemas.microsoft.com/office/drawing/2014/main" id="{6870B28D-206E-4B8C-5D65-A6C6BEA24CB9}"/>
                </a:ext>
              </a:extLst>
            </p:cNvPr>
            <p:cNvSpPr/>
            <p:nvPr/>
          </p:nvSpPr>
          <p:spPr>
            <a:xfrm>
              <a:off x="4273747" y="906109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722;p40">
              <a:extLst>
                <a:ext uri="{FF2B5EF4-FFF2-40B4-BE49-F238E27FC236}">
                  <a16:creationId xmlns:a16="http://schemas.microsoft.com/office/drawing/2014/main" id="{08232191-4550-8E89-F395-A4D5A0941946}"/>
                </a:ext>
              </a:extLst>
            </p:cNvPr>
            <p:cNvSpPr/>
            <p:nvPr/>
          </p:nvSpPr>
          <p:spPr>
            <a:xfrm>
              <a:off x="4270207" y="902657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723;p40">
              <a:extLst>
                <a:ext uri="{FF2B5EF4-FFF2-40B4-BE49-F238E27FC236}">
                  <a16:creationId xmlns:a16="http://schemas.microsoft.com/office/drawing/2014/main" id="{2CF319DF-115A-70E2-0F37-B1A04DE89894}"/>
                </a:ext>
              </a:extLst>
            </p:cNvPr>
            <p:cNvSpPr/>
            <p:nvPr/>
          </p:nvSpPr>
          <p:spPr>
            <a:xfrm>
              <a:off x="4335839" y="777991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724;p40">
              <a:extLst>
                <a:ext uri="{FF2B5EF4-FFF2-40B4-BE49-F238E27FC236}">
                  <a16:creationId xmlns:a16="http://schemas.microsoft.com/office/drawing/2014/main" id="{D8C257D7-2EDE-C4B5-F670-34D34FD6605C}"/>
                </a:ext>
              </a:extLst>
            </p:cNvPr>
            <p:cNvSpPr/>
            <p:nvPr/>
          </p:nvSpPr>
          <p:spPr>
            <a:xfrm>
              <a:off x="4324828" y="717209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725;p40">
              <a:extLst>
                <a:ext uri="{FF2B5EF4-FFF2-40B4-BE49-F238E27FC236}">
                  <a16:creationId xmlns:a16="http://schemas.microsoft.com/office/drawing/2014/main" id="{A4B5D2AF-7FAF-460C-1C97-153B85882670}"/>
                </a:ext>
              </a:extLst>
            </p:cNvPr>
            <p:cNvSpPr/>
            <p:nvPr/>
          </p:nvSpPr>
          <p:spPr>
            <a:xfrm>
              <a:off x="4297343" y="841438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726;p40">
              <a:extLst>
                <a:ext uri="{FF2B5EF4-FFF2-40B4-BE49-F238E27FC236}">
                  <a16:creationId xmlns:a16="http://schemas.microsoft.com/office/drawing/2014/main" id="{C474705D-F2D8-E42F-9197-263BB98770D6}"/>
                </a:ext>
              </a:extLst>
            </p:cNvPr>
            <p:cNvSpPr/>
            <p:nvPr/>
          </p:nvSpPr>
          <p:spPr>
            <a:xfrm>
              <a:off x="4297474" y="829203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727;p40">
              <a:extLst>
                <a:ext uri="{FF2B5EF4-FFF2-40B4-BE49-F238E27FC236}">
                  <a16:creationId xmlns:a16="http://schemas.microsoft.com/office/drawing/2014/main" id="{895A140F-4611-A574-0EDF-4FB2FDA05DE0}"/>
                </a:ext>
              </a:extLst>
            </p:cNvPr>
            <p:cNvSpPr/>
            <p:nvPr/>
          </p:nvSpPr>
          <p:spPr>
            <a:xfrm>
              <a:off x="4299833" y="831214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728;p40">
              <a:extLst>
                <a:ext uri="{FF2B5EF4-FFF2-40B4-BE49-F238E27FC236}">
                  <a16:creationId xmlns:a16="http://schemas.microsoft.com/office/drawing/2014/main" id="{E87E9005-EF5E-9F03-C563-8428D6222879}"/>
                </a:ext>
              </a:extLst>
            </p:cNvPr>
            <p:cNvSpPr/>
            <p:nvPr/>
          </p:nvSpPr>
          <p:spPr>
            <a:xfrm>
              <a:off x="4292755" y="869535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729;p40">
              <a:extLst>
                <a:ext uri="{FF2B5EF4-FFF2-40B4-BE49-F238E27FC236}">
                  <a16:creationId xmlns:a16="http://schemas.microsoft.com/office/drawing/2014/main" id="{EEB5B918-D2C6-6F4E-8088-C64477814656}"/>
                </a:ext>
              </a:extLst>
            </p:cNvPr>
            <p:cNvSpPr/>
            <p:nvPr/>
          </p:nvSpPr>
          <p:spPr>
            <a:xfrm>
              <a:off x="4261992" y="910217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730;p40">
              <a:extLst>
                <a:ext uri="{FF2B5EF4-FFF2-40B4-BE49-F238E27FC236}">
                  <a16:creationId xmlns:a16="http://schemas.microsoft.com/office/drawing/2014/main" id="{E1230496-E1CE-3C3F-DD50-8E23FC8938F7}"/>
                </a:ext>
              </a:extLst>
            </p:cNvPr>
            <p:cNvSpPr/>
            <p:nvPr/>
          </p:nvSpPr>
          <p:spPr>
            <a:xfrm>
              <a:off x="4098262" y="929006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731;p40">
              <a:extLst>
                <a:ext uri="{FF2B5EF4-FFF2-40B4-BE49-F238E27FC236}">
                  <a16:creationId xmlns:a16="http://schemas.microsoft.com/office/drawing/2014/main" id="{A008597A-2B45-80E3-FBB0-2FA7AA39C845}"/>
                </a:ext>
              </a:extLst>
            </p:cNvPr>
            <p:cNvSpPr/>
            <p:nvPr/>
          </p:nvSpPr>
          <p:spPr>
            <a:xfrm>
              <a:off x="4080409" y="986467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732;p40">
              <a:extLst>
                <a:ext uri="{FF2B5EF4-FFF2-40B4-BE49-F238E27FC236}">
                  <a16:creationId xmlns:a16="http://schemas.microsoft.com/office/drawing/2014/main" id="{7C801A06-36F2-F393-30C2-64F46BF25CF3}"/>
                </a:ext>
              </a:extLst>
            </p:cNvPr>
            <p:cNvSpPr/>
            <p:nvPr/>
          </p:nvSpPr>
          <p:spPr>
            <a:xfrm>
              <a:off x="4076632" y="849348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733;p40">
              <a:extLst>
                <a:ext uri="{FF2B5EF4-FFF2-40B4-BE49-F238E27FC236}">
                  <a16:creationId xmlns:a16="http://schemas.microsoft.com/office/drawing/2014/main" id="{396561FC-B27C-51BA-5AC9-18C89A216629}"/>
                </a:ext>
              </a:extLst>
            </p:cNvPr>
            <p:cNvSpPr/>
            <p:nvPr/>
          </p:nvSpPr>
          <p:spPr>
            <a:xfrm>
              <a:off x="4309447" y="999139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734;p40">
              <a:extLst>
                <a:ext uri="{FF2B5EF4-FFF2-40B4-BE49-F238E27FC236}">
                  <a16:creationId xmlns:a16="http://schemas.microsoft.com/office/drawing/2014/main" id="{952CFE54-E348-6DCF-BFB0-A4E8DEB3754B}"/>
                </a:ext>
              </a:extLst>
            </p:cNvPr>
            <p:cNvSpPr/>
            <p:nvPr/>
          </p:nvSpPr>
          <p:spPr>
            <a:xfrm>
              <a:off x="4309447" y="1159155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6" name="Google Shape;4561;p75">
            <a:extLst>
              <a:ext uri="{FF2B5EF4-FFF2-40B4-BE49-F238E27FC236}">
                <a16:creationId xmlns:a16="http://schemas.microsoft.com/office/drawing/2014/main" id="{ABFA0125-5B0A-30FC-9E8C-3C22479A7AB7}"/>
              </a:ext>
            </a:extLst>
          </p:cNvPr>
          <p:cNvGrpSpPr/>
          <p:nvPr/>
        </p:nvGrpSpPr>
        <p:grpSpPr>
          <a:xfrm>
            <a:off x="4420959" y="1394200"/>
            <a:ext cx="450374" cy="354854"/>
            <a:chOff x="6406988" y="3354367"/>
            <a:chExt cx="493128" cy="388541"/>
          </a:xfrm>
        </p:grpSpPr>
        <p:sp>
          <p:nvSpPr>
            <p:cNvPr id="1107" name="Google Shape;4562;p75">
              <a:extLst>
                <a:ext uri="{FF2B5EF4-FFF2-40B4-BE49-F238E27FC236}">
                  <a16:creationId xmlns:a16="http://schemas.microsoft.com/office/drawing/2014/main" id="{46638F34-97BD-BE77-E25D-C6956DA3D5F7}"/>
                </a:ext>
              </a:extLst>
            </p:cNvPr>
            <p:cNvSpPr/>
            <p:nvPr/>
          </p:nvSpPr>
          <p:spPr>
            <a:xfrm>
              <a:off x="6416578" y="3363989"/>
              <a:ext cx="473882" cy="369263"/>
            </a:xfrm>
            <a:custGeom>
              <a:avLst/>
              <a:gdLst/>
              <a:ahLst/>
              <a:cxnLst/>
              <a:rect l="l" t="t" r="r" b="b"/>
              <a:pathLst>
                <a:path w="14626" h="11397" extrusionOk="0">
                  <a:moveTo>
                    <a:pt x="1" y="1"/>
                  </a:moveTo>
                  <a:lnTo>
                    <a:pt x="1" y="11396"/>
                  </a:lnTo>
                  <a:lnTo>
                    <a:pt x="14626" y="11396"/>
                  </a:lnTo>
                  <a:lnTo>
                    <a:pt x="14626" y="1"/>
                  </a:lnTo>
                  <a:close/>
                </a:path>
              </a:pathLst>
            </a:custGeom>
            <a:solidFill>
              <a:srgbClr val="4450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4563;p75">
              <a:extLst>
                <a:ext uri="{FF2B5EF4-FFF2-40B4-BE49-F238E27FC236}">
                  <a16:creationId xmlns:a16="http://schemas.microsoft.com/office/drawing/2014/main" id="{1CF40140-1B8F-6A7F-6BDF-C0921B47B243}"/>
                </a:ext>
              </a:extLst>
            </p:cNvPr>
            <p:cNvSpPr/>
            <p:nvPr/>
          </p:nvSpPr>
          <p:spPr>
            <a:xfrm>
              <a:off x="6455102" y="3402481"/>
              <a:ext cx="396932" cy="292248"/>
            </a:xfrm>
            <a:custGeom>
              <a:avLst/>
              <a:gdLst/>
              <a:ahLst/>
              <a:cxnLst/>
              <a:rect l="l" t="t" r="r" b="b"/>
              <a:pathLst>
                <a:path w="12251" h="9020" extrusionOk="0">
                  <a:moveTo>
                    <a:pt x="1" y="0"/>
                  </a:moveTo>
                  <a:lnTo>
                    <a:pt x="1" y="9020"/>
                  </a:lnTo>
                  <a:lnTo>
                    <a:pt x="12250" y="9020"/>
                  </a:lnTo>
                  <a:lnTo>
                    <a:pt x="12250" y="0"/>
                  </a:lnTo>
                  <a:close/>
                </a:path>
              </a:pathLst>
            </a:custGeom>
            <a:solidFill>
              <a:srgbClr val="F7F7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4564;p75">
              <a:extLst>
                <a:ext uri="{FF2B5EF4-FFF2-40B4-BE49-F238E27FC236}">
                  <a16:creationId xmlns:a16="http://schemas.microsoft.com/office/drawing/2014/main" id="{D1F3CCAE-2575-626D-8FFF-FFCEE9E867CE}"/>
                </a:ext>
              </a:extLst>
            </p:cNvPr>
            <p:cNvSpPr/>
            <p:nvPr/>
          </p:nvSpPr>
          <p:spPr>
            <a:xfrm>
              <a:off x="6597014" y="3549836"/>
              <a:ext cx="273164" cy="183416"/>
            </a:xfrm>
            <a:custGeom>
              <a:avLst/>
              <a:gdLst/>
              <a:ahLst/>
              <a:cxnLst/>
              <a:rect l="l" t="t" r="r" b="b"/>
              <a:pathLst>
                <a:path w="8431" h="5661" extrusionOk="0">
                  <a:moveTo>
                    <a:pt x="2770" y="1"/>
                  </a:moveTo>
                  <a:lnTo>
                    <a:pt x="129" y="2642"/>
                  </a:lnTo>
                  <a:lnTo>
                    <a:pt x="0" y="4656"/>
                  </a:lnTo>
                  <a:lnTo>
                    <a:pt x="0" y="5659"/>
                  </a:lnTo>
                  <a:lnTo>
                    <a:pt x="8429" y="5659"/>
                  </a:lnTo>
                  <a:lnTo>
                    <a:pt x="3833" y="1063"/>
                  </a:lnTo>
                  <a:lnTo>
                    <a:pt x="2770" y="1"/>
                  </a:lnTo>
                  <a:close/>
                  <a:moveTo>
                    <a:pt x="8429" y="5659"/>
                  </a:moveTo>
                  <a:lnTo>
                    <a:pt x="8430" y="5660"/>
                  </a:lnTo>
                  <a:lnTo>
                    <a:pt x="8430" y="5659"/>
                  </a:lnTo>
                  <a:close/>
                </a:path>
              </a:pathLst>
            </a:custGeom>
            <a:solidFill>
              <a:srgbClr val="79C4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4565;p75">
              <a:extLst>
                <a:ext uri="{FF2B5EF4-FFF2-40B4-BE49-F238E27FC236}">
                  <a16:creationId xmlns:a16="http://schemas.microsoft.com/office/drawing/2014/main" id="{B96B0A2F-5703-EFD3-EE0F-D0FE2C1F0E92}"/>
                </a:ext>
              </a:extLst>
            </p:cNvPr>
            <p:cNvSpPr/>
            <p:nvPr/>
          </p:nvSpPr>
          <p:spPr>
            <a:xfrm>
              <a:off x="6416578" y="3501106"/>
              <a:ext cx="321991" cy="232178"/>
            </a:xfrm>
            <a:custGeom>
              <a:avLst/>
              <a:gdLst/>
              <a:ahLst/>
              <a:cxnLst/>
              <a:rect l="l" t="t" r="r" b="b"/>
              <a:pathLst>
                <a:path w="9938" h="7166" extrusionOk="0">
                  <a:moveTo>
                    <a:pt x="2771" y="0"/>
                  </a:moveTo>
                  <a:lnTo>
                    <a:pt x="1" y="2770"/>
                  </a:lnTo>
                  <a:lnTo>
                    <a:pt x="1" y="7166"/>
                  </a:lnTo>
                  <a:lnTo>
                    <a:pt x="9937" y="7166"/>
                  </a:lnTo>
                  <a:lnTo>
                    <a:pt x="5400" y="2628"/>
                  </a:lnTo>
                  <a:lnTo>
                    <a:pt x="3833" y="1062"/>
                  </a:lnTo>
                  <a:lnTo>
                    <a:pt x="2771" y="0"/>
                  </a:lnTo>
                  <a:close/>
                </a:path>
              </a:pathLst>
            </a:custGeom>
            <a:solidFill>
              <a:srgbClr val="07A8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4566;p75">
              <a:extLst>
                <a:ext uri="{FF2B5EF4-FFF2-40B4-BE49-F238E27FC236}">
                  <a16:creationId xmlns:a16="http://schemas.microsoft.com/office/drawing/2014/main" id="{09FB28F0-E7CB-FB6E-FECA-8FB80D41B1AE}"/>
                </a:ext>
              </a:extLst>
            </p:cNvPr>
            <p:cNvSpPr/>
            <p:nvPr/>
          </p:nvSpPr>
          <p:spPr>
            <a:xfrm>
              <a:off x="6660712" y="3444601"/>
              <a:ext cx="50609" cy="50544"/>
            </a:xfrm>
            <a:custGeom>
              <a:avLst/>
              <a:gdLst/>
              <a:ahLst/>
              <a:cxnLst/>
              <a:rect l="l" t="t" r="r" b="b"/>
              <a:pathLst>
                <a:path w="1562" h="1560" extrusionOk="0">
                  <a:moveTo>
                    <a:pt x="1" y="1"/>
                  </a:moveTo>
                  <a:lnTo>
                    <a:pt x="1" y="1560"/>
                  </a:lnTo>
                  <a:lnTo>
                    <a:pt x="1561" y="1560"/>
                  </a:lnTo>
                  <a:lnTo>
                    <a:pt x="1561" y="1"/>
                  </a:lnTo>
                  <a:close/>
                </a:path>
              </a:pathLst>
            </a:custGeom>
            <a:solidFill>
              <a:srgbClr val="8CCE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4567;p75">
              <a:extLst>
                <a:ext uri="{FF2B5EF4-FFF2-40B4-BE49-F238E27FC236}">
                  <a16:creationId xmlns:a16="http://schemas.microsoft.com/office/drawing/2014/main" id="{20707273-41A7-4DFF-5294-135901694627}"/>
                </a:ext>
              </a:extLst>
            </p:cNvPr>
            <p:cNvSpPr/>
            <p:nvPr/>
          </p:nvSpPr>
          <p:spPr>
            <a:xfrm>
              <a:off x="6406988" y="3354367"/>
              <a:ext cx="493128" cy="388541"/>
            </a:xfrm>
            <a:custGeom>
              <a:avLst/>
              <a:gdLst/>
              <a:ahLst/>
              <a:cxnLst/>
              <a:rect l="l" t="t" r="r" b="b"/>
              <a:pathLst>
                <a:path w="15220" h="11992" extrusionOk="0">
                  <a:moveTo>
                    <a:pt x="14626" y="596"/>
                  </a:moveTo>
                  <a:lnTo>
                    <a:pt x="14626" y="11398"/>
                  </a:lnTo>
                  <a:lnTo>
                    <a:pt x="595" y="11398"/>
                  </a:lnTo>
                  <a:lnTo>
                    <a:pt x="595" y="7418"/>
                  </a:lnTo>
                  <a:cubicBezTo>
                    <a:pt x="609" y="7407"/>
                    <a:pt x="623" y="7397"/>
                    <a:pt x="637" y="7383"/>
                  </a:cubicBezTo>
                  <a:lnTo>
                    <a:pt x="3071" y="4953"/>
                  </a:lnTo>
                  <a:lnTo>
                    <a:pt x="3924" y="5804"/>
                  </a:lnTo>
                  <a:cubicBezTo>
                    <a:pt x="3982" y="5862"/>
                    <a:pt x="4058" y="5891"/>
                    <a:pt x="4134" y="5891"/>
                  </a:cubicBezTo>
                  <a:cubicBezTo>
                    <a:pt x="4210" y="5891"/>
                    <a:pt x="4286" y="5862"/>
                    <a:pt x="4344" y="5804"/>
                  </a:cubicBezTo>
                  <a:cubicBezTo>
                    <a:pt x="4460" y="5688"/>
                    <a:pt x="4460" y="5501"/>
                    <a:pt x="4344" y="5385"/>
                  </a:cubicBezTo>
                  <a:lnTo>
                    <a:pt x="3281" y="4324"/>
                  </a:lnTo>
                  <a:cubicBezTo>
                    <a:pt x="3223" y="4266"/>
                    <a:pt x="3147" y="4237"/>
                    <a:pt x="3070" y="4237"/>
                  </a:cubicBezTo>
                  <a:cubicBezTo>
                    <a:pt x="2994" y="4237"/>
                    <a:pt x="2918" y="4266"/>
                    <a:pt x="2859" y="4324"/>
                  </a:cubicBezTo>
                  <a:lnTo>
                    <a:pt x="593" y="6586"/>
                  </a:lnTo>
                  <a:lnTo>
                    <a:pt x="593" y="596"/>
                  </a:lnTo>
                  <a:close/>
                  <a:moveTo>
                    <a:pt x="297" y="1"/>
                  </a:moveTo>
                  <a:cubicBezTo>
                    <a:pt x="133" y="1"/>
                    <a:pt x="0" y="134"/>
                    <a:pt x="0" y="298"/>
                  </a:cubicBezTo>
                  <a:lnTo>
                    <a:pt x="0" y="11693"/>
                  </a:lnTo>
                  <a:cubicBezTo>
                    <a:pt x="0" y="11858"/>
                    <a:pt x="133" y="11991"/>
                    <a:pt x="297" y="11991"/>
                  </a:cubicBezTo>
                  <a:lnTo>
                    <a:pt x="14922" y="11991"/>
                  </a:lnTo>
                  <a:cubicBezTo>
                    <a:pt x="15087" y="11991"/>
                    <a:pt x="15220" y="11858"/>
                    <a:pt x="15220" y="11693"/>
                  </a:cubicBezTo>
                  <a:lnTo>
                    <a:pt x="15220" y="297"/>
                  </a:lnTo>
                  <a:cubicBezTo>
                    <a:pt x="15220" y="134"/>
                    <a:pt x="15087" y="1"/>
                    <a:pt x="1492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4568;p75">
              <a:extLst>
                <a:ext uri="{FF2B5EF4-FFF2-40B4-BE49-F238E27FC236}">
                  <a16:creationId xmlns:a16="http://schemas.microsoft.com/office/drawing/2014/main" id="{E5AD167D-0FBB-4FF0-EC32-203634AA0A19}"/>
                </a:ext>
              </a:extLst>
            </p:cNvPr>
            <p:cNvSpPr/>
            <p:nvPr/>
          </p:nvSpPr>
          <p:spPr>
            <a:xfrm>
              <a:off x="6771876" y="3392825"/>
              <a:ext cx="89716" cy="89068"/>
            </a:xfrm>
            <a:custGeom>
              <a:avLst/>
              <a:gdLst/>
              <a:ahLst/>
              <a:cxnLst/>
              <a:rect l="l" t="t" r="r" b="b"/>
              <a:pathLst>
                <a:path w="2769" h="2749" extrusionOk="0">
                  <a:moveTo>
                    <a:pt x="327" y="0"/>
                  </a:moveTo>
                  <a:cubicBezTo>
                    <a:pt x="179" y="0"/>
                    <a:pt x="46" y="106"/>
                    <a:pt x="25" y="253"/>
                  </a:cubicBezTo>
                  <a:cubicBezTo>
                    <a:pt x="0" y="437"/>
                    <a:pt x="141" y="595"/>
                    <a:pt x="320" y="595"/>
                  </a:cubicBezTo>
                  <a:lnTo>
                    <a:pt x="2175" y="595"/>
                  </a:lnTo>
                  <a:lnTo>
                    <a:pt x="2175" y="2442"/>
                  </a:lnTo>
                  <a:cubicBezTo>
                    <a:pt x="2175" y="2590"/>
                    <a:pt x="2280" y="2723"/>
                    <a:pt x="2428" y="2745"/>
                  </a:cubicBezTo>
                  <a:cubicBezTo>
                    <a:pt x="2443" y="2747"/>
                    <a:pt x="2457" y="2748"/>
                    <a:pt x="2472" y="2748"/>
                  </a:cubicBezTo>
                  <a:cubicBezTo>
                    <a:pt x="2635" y="2748"/>
                    <a:pt x="2769" y="2615"/>
                    <a:pt x="2769" y="2451"/>
                  </a:cubicBezTo>
                  <a:lnTo>
                    <a:pt x="2769" y="298"/>
                  </a:lnTo>
                  <a:cubicBezTo>
                    <a:pt x="2769" y="134"/>
                    <a:pt x="2636" y="0"/>
                    <a:pt x="247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4569;p75">
              <a:extLst>
                <a:ext uri="{FF2B5EF4-FFF2-40B4-BE49-F238E27FC236}">
                  <a16:creationId xmlns:a16="http://schemas.microsoft.com/office/drawing/2014/main" id="{D1615A7F-EFF2-69BA-F285-5BA065845150}"/>
                </a:ext>
              </a:extLst>
            </p:cNvPr>
            <p:cNvSpPr/>
            <p:nvPr/>
          </p:nvSpPr>
          <p:spPr>
            <a:xfrm>
              <a:off x="6445446" y="3392825"/>
              <a:ext cx="88614" cy="88614"/>
            </a:xfrm>
            <a:custGeom>
              <a:avLst/>
              <a:gdLst/>
              <a:ahLst/>
              <a:cxnLst/>
              <a:rect l="l" t="t" r="r" b="b"/>
              <a:pathLst>
                <a:path w="2735" h="2735" extrusionOk="0">
                  <a:moveTo>
                    <a:pt x="299" y="0"/>
                  </a:moveTo>
                  <a:cubicBezTo>
                    <a:pt x="134" y="0"/>
                    <a:pt x="1" y="134"/>
                    <a:pt x="1" y="298"/>
                  </a:cubicBezTo>
                  <a:lnTo>
                    <a:pt x="1" y="2437"/>
                  </a:lnTo>
                  <a:cubicBezTo>
                    <a:pt x="1" y="2601"/>
                    <a:pt x="134" y="2735"/>
                    <a:pt x="299" y="2735"/>
                  </a:cubicBezTo>
                  <a:cubicBezTo>
                    <a:pt x="463" y="2735"/>
                    <a:pt x="595" y="2601"/>
                    <a:pt x="595" y="2437"/>
                  </a:cubicBezTo>
                  <a:lnTo>
                    <a:pt x="595" y="595"/>
                  </a:lnTo>
                  <a:lnTo>
                    <a:pt x="2437" y="595"/>
                  </a:lnTo>
                  <a:cubicBezTo>
                    <a:pt x="2601" y="595"/>
                    <a:pt x="2735" y="463"/>
                    <a:pt x="2735" y="298"/>
                  </a:cubicBezTo>
                  <a:cubicBezTo>
                    <a:pt x="2735" y="134"/>
                    <a:pt x="2601" y="0"/>
                    <a:pt x="24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4570;p75">
              <a:extLst>
                <a:ext uri="{FF2B5EF4-FFF2-40B4-BE49-F238E27FC236}">
                  <a16:creationId xmlns:a16="http://schemas.microsoft.com/office/drawing/2014/main" id="{D7458C45-998A-E0E5-DAD1-158ACECDA63F}"/>
                </a:ext>
              </a:extLst>
            </p:cNvPr>
            <p:cNvSpPr/>
            <p:nvPr/>
          </p:nvSpPr>
          <p:spPr>
            <a:xfrm>
              <a:off x="6445446" y="3615835"/>
              <a:ext cx="89327" cy="88582"/>
            </a:xfrm>
            <a:custGeom>
              <a:avLst/>
              <a:gdLst/>
              <a:ahLst/>
              <a:cxnLst/>
              <a:rect l="l" t="t" r="r" b="b"/>
              <a:pathLst>
                <a:path w="2757" h="2734" extrusionOk="0">
                  <a:moveTo>
                    <a:pt x="298" y="1"/>
                  </a:moveTo>
                  <a:cubicBezTo>
                    <a:pt x="134" y="1"/>
                    <a:pt x="1" y="134"/>
                    <a:pt x="1" y="298"/>
                  </a:cubicBezTo>
                  <a:lnTo>
                    <a:pt x="1" y="2436"/>
                  </a:lnTo>
                  <a:cubicBezTo>
                    <a:pt x="1" y="2601"/>
                    <a:pt x="134" y="2734"/>
                    <a:pt x="299" y="2734"/>
                  </a:cubicBezTo>
                  <a:lnTo>
                    <a:pt x="2427" y="2734"/>
                  </a:lnTo>
                  <a:cubicBezTo>
                    <a:pt x="2576" y="2734"/>
                    <a:pt x="2710" y="2629"/>
                    <a:pt x="2731" y="2481"/>
                  </a:cubicBezTo>
                  <a:cubicBezTo>
                    <a:pt x="2757" y="2297"/>
                    <a:pt x="2615" y="2139"/>
                    <a:pt x="2436" y="2139"/>
                  </a:cubicBezTo>
                  <a:lnTo>
                    <a:pt x="594" y="2139"/>
                  </a:lnTo>
                  <a:lnTo>
                    <a:pt x="594" y="307"/>
                  </a:lnTo>
                  <a:cubicBezTo>
                    <a:pt x="594" y="159"/>
                    <a:pt x="489" y="25"/>
                    <a:pt x="342" y="4"/>
                  </a:cubicBezTo>
                  <a:cubicBezTo>
                    <a:pt x="327" y="2"/>
                    <a:pt x="312" y="1"/>
                    <a:pt x="29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4571;p75">
              <a:extLst>
                <a:ext uri="{FF2B5EF4-FFF2-40B4-BE49-F238E27FC236}">
                  <a16:creationId xmlns:a16="http://schemas.microsoft.com/office/drawing/2014/main" id="{00E132E8-7F0D-78D5-ED57-172D0CFFCEE1}"/>
                </a:ext>
              </a:extLst>
            </p:cNvPr>
            <p:cNvSpPr/>
            <p:nvPr/>
          </p:nvSpPr>
          <p:spPr>
            <a:xfrm>
              <a:off x="6581397" y="3540893"/>
              <a:ext cx="280228" cy="163426"/>
            </a:xfrm>
            <a:custGeom>
              <a:avLst/>
              <a:gdLst/>
              <a:ahLst/>
              <a:cxnLst/>
              <a:rect l="l" t="t" r="r" b="b"/>
              <a:pathLst>
                <a:path w="8649" h="5044" extrusionOk="0">
                  <a:moveTo>
                    <a:pt x="3215" y="0"/>
                  </a:moveTo>
                  <a:cubicBezTo>
                    <a:pt x="3139" y="0"/>
                    <a:pt x="3063" y="29"/>
                    <a:pt x="3005" y="87"/>
                  </a:cubicBezTo>
                  <a:lnTo>
                    <a:pt x="1219" y="1873"/>
                  </a:lnTo>
                  <a:lnTo>
                    <a:pt x="536" y="1189"/>
                  </a:lnTo>
                  <a:cubicBezTo>
                    <a:pt x="478" y="1131"/>
                    <a:pt x="402" y="1102"/>
                    <a:pt x="326" y="1102"/>
                  </a:cubicBezTo>
                  <a:cubicBezTo>
                    <a:pt x="250" y="1102"/>
                    <a:pt x="174" y="1131"/>
                    <a:pt x="116" y="1189"/>
                  </a:cubicBezTo>
                  <a:cubicBezTo>
                    <a:pt x="0" y="1305"/>
                    <a:pt x="0" y="1494"/>
                    <a:pt x="116" y="1609"/>
                  </a:cubicBezTo>
                  <a:lnTo>
                    <a:pt x="1009" y="2501"/>
                  </a:lnTo>
                  <a:lnTo>
                    <a:pt x="2246" y="3738"/>
                  </a:lnTo>
                  <a:cubicBezTo>
                    <a:pt x="2304" y="3796"/>
                    <a:pt x="2379" y="3826"/>
                    <a:pt x="2456" y="3826"/>
                  </a:cubicBezTo>
                  <a:cubicBezTo>
                    <a:pt x="2532" y="3826"/>
                    <a:pt x="2607" y="3796"/>
                    <a:pt x="2667" y="3738"/>
                  </a:cubicBezTo>
                  <a:cubicBezTo>
                    <a:pt x="2783" y="3623"/>
                    <a:pt x="2783" y="3435"/>
                    <a:pt x="2667" y="3319"/>
                  </a:cubicBezTo>
                  <a:lnTo>
                    <a:pt x="1638" y="2291"/>
                  </a:lnTo>
                  <a:lnTo>
                    <a:pt x="3214" y="716"/>
                  </a:lnTo>
                  <a:lnTo>
                    <a:pt x="6949" y="4451"/>
                  </a:lnTo>
                  <a:lnTo>
                    <a:pt x="6216" y="4451"/>
                  </a:lnTo>
                  <a:cubicBezTo>
                    <a:pt x="6086" y="4451"/>
                    <a:pt x="5967" y="4531"/>
                    <a:pt x="5928" y="4653"/>
                  </a:cubicBezTo>
                  <a:cubicBezTo>
                    <a:pt x="5865" y="4857"/>
                    <a:pt x="6017" y="5044"/>
                    <a:pt x="6212" y="5044"/>
                  </a:cubicBezTo>
                  <a:lnTo>
                    <a:pt x="8354" y="5044"/>
                  </a:lnTo>
                  <a:cubicBezTo>
                    <a:pt x="8516" y="5044"/>
                    <a:pt x="8647" y="4914"/>
                    <a:pt x="8647" y="4752"/>
                  </a:cubicBezTo>
                  <a:lnTo>
                    <a:pt x="8647" y="2610"/>
                  </a:lnTo>
                  <a:cubicBezTo>
                    <a:pt x="8649" y="2446"/>
                    <a:pt x="8516" y="2314"/>
                    <a:pt x="8352" y="2314"/>
                  </a:cubicBezTo>
                  <a:cubicBezTo>
                    <a:pt x="8188" y="2314"/>
                    <a:pt x="8054" y="2446"/>
                    <a:pt x="8054" y="2611"/>
                  </a:cubicBezTo>
                  <a:lnTo>
                    <a:pt x="8054" y="4452"/>
                  </a:lnTo>
                  <a:lnTo>
                    <a:pt x="7790" y="4452"/>
                  </a:lnTo>
                  <a:lnTo>
                    <a:pt x="3425" y="87"/>
                  </a:lnTo>
                  <a:cubicBezTo>
                    <a:pt x="3367" y="29"/>
                    <a:pt x="3291" y="0"/>
                    <a:pt x="32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4572;p75">
              <a:extLst>
                <a:ext uri="{FF2B5EF4-FFF2-40B4-BE49-F238E27FC236}">
                  <a16:creationId xmlns:a16="http://schemas.microsoft.com/office/drawing/2014/main" id="{38891CBA-9238-F432-AA24-7D5B36BB5A45}"/>
                </a:ext>
              </a:extLst>
            </p:cNvPr>
            <p:cNvSpPr/>
            <p:nvPr/>
          </p:nvSpPr>
          <p:spPr>
            <a:xfrm>
              <a:off x="6559462" y="3554372"/>
              <a:ext cx="19278" cy="19278"/>
            </a:xfrm>
            <a:custGeom>
              <a:avLst/>
              <a:gdLst/>
              <a:ahLst/>
              <a:cxnLst/>
              <a:rect l="l" t="t" r="r" b="b"/>
              <a:pathLst>
                <a:path w="595" h="595" extrusionOk="0">
                  <a:moveTo>
                    <a:pt x="297" y="1"/>
                  </a:moveTo>
                  <a:cubicBezTo>
                    <a:pt x="218" y="1"/>
                    <a:pt x="142" y="32"/>
                    <a:pt x="86" y="88"/>
                  </a:cubicBezTo>
                  <a:cubicBezTo>
                    <a:pt x="31" y="144"/>
                    <a:pt x="0" y="220"/>
                    <a:pt x="0" y="298"/>
                  </a:cubicBezTo>
                  <a:cubicBezTo>
                    <a:pt x="0" y="376"/>
                    <a:pt x="31" y="452"/>
                    <a:pt x="86" y="508"/>
                  </a:cubicBezTo>
                  <a:cubicBezTo>
                    <a:pt x="142" y="563"/>
                    <a:pt x="218" y="594"/>
                    <a:pt x="297" y="594"/>
                  </a:cubicBezTo>
                  <a:cubicBezTo>
                    <a:pt x="375" y="594"/>
                    <a:pt x="452" y="563"/>
                    <a:pt x="508" y="508"/>
                  </a:cubicBezTo>
                  <a:cubicBezTo>
                    <a:pt x="563" y="452"/>
                    <a:pt x="595" y="376"/>
                    <a:pt x="595" y="298"/>
                  </a:cubicBezTo>
                  <a:cubicBezTo>
                    <a:pt x="595" y="220"/>
                    <a:pt x="563" y="144"/>
                    <a:pt x="508" y="88"/>
                  </a:cubicBezTo>
                  <a:cubicBezTo>
                    <a:pt x="452" y="32"/>
                    <a:pt x="376" y="1"/>
                    <a:pt x="29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4573;p75">
              <a:extLst>
                <a:ext uri="{FF2B5EF4-FFF2-40B4-BE49-F238E27FC236}">
                  <a16:creationId xmlns:a16="http://schemas.microsoft.com/office/drawing/2014/main" id="{FB30289E-D8CF-3868-5E6C-E68A8130E5B1}"/>
                </a:ext>
              </a:extLst>
            </p:cNvPr>
            <p:cNvSpPr/>
            <p:nvPr/>
          </p:nvSpPr>
          <p:spPr>
            <a:xfrm>
              <a:off x="6576699" y="3427720"/>
              <a:ext cx="219186" cy="115895"/>
            </a:xfrm>
            <a:custGeom>
              <a:avLst/>
              <a:gdLst/>
              <a:ahLst/>
              <a:cxnLst/>
              <a:rect l="l" t="t" r="r" b="b"/>
              <a:pathLst>
                <a:path w="6765" h="3577" extrusionOk="0">
                  <a:moveTo>
                    <a:pt x="3856" y="817"/>
                  </a:moveTo>
                  <a:lnTo>
                    <a:pt x="3856" y="1782"/>
                  </a:lnTo>
                  <a:lnTo>
                    <a:pt x="2892" y="1782"/>
                  </a:lnTo>
                  <a:lnTo>
                    <a:pt x="2892" y="817"/>
                  </a:lnTo>
                  <a:close/>
                  <a:moveTo>
                    <a:pt x="331" y="0"/>
                  </a:moveTo>
                  <a:cubicBezTo>
                    <a:pt x="182" y="0"/>
                    <a:pt x="49" y="106"/>
                    <a:pt x="28" y="253"/>
                  </a:cubicBezTo>
                  <a:cubicBezTo>
                    <a:pt x="1" y="437"/>
                    <a:pt x="143" y="595"/>
                    <a:pt x="322" y="595"/>
                  </a:cubicBezTo>
                  <a:lnTo>
                    <a:pt x="590" y="595"/>
                  </a:lnTo>
                  <a:lnTo>
                    <a:pt x="590" y="1401"/>
                  </a:lnTo>
                  <a:cubicBezTo>
                    <a:pt x="590" y="1510"/>
                    <a:pt x="679" y="1598"/>
                    <a:pt x="787" y="1598"/>
                  </a:cubicBezTo>
                  <a:lnTo>
                    <a:pt x="1528" y="1598"/>
                  </a:lnTo>
                  <a:lnTo>
                    <a:pt x="1226" y="1782"/>
                  </a:lnTo>
                  <a:cubicBezTo>
                    <a:pt x="1154" y="1827"/>
                    <a:pt x="1103" y="1900"/>
                    <a:pt x="1087" y="1984"/>
                  </a:cubicBezTo>
                  <a:lnTo>
                    <a:pt x="854" y="3221"/>
                  </a:lnTo>
                  <a:cubicBezTo>
                    <a:pt x="823" y="3383"/>
                    <a:pt x="928" y="3540"/>
                    <a:pt x="1089" y="3572"/>
                  </a:cubicBezTo>
                  <a:cubicBezTo>
                    <a:pt x="1107" y="3576"/>
                    <a:pt x="1127" y="3577"/>
                    <a:pt x="1145" y="3577"/>
                  </a:cubicBezTo>
                  <a:cubicBezTo>
                    <a:pt x="1285" y="3577"/>
                    <a:pt x="1411" y="3477"/>
                    <a:pt x="1437" y="3334"/>
                  </a:cubicBezTo>
                  <a:lnTo>
                    <a:pt x="1645" y="2227"/>
                  </a:lnTo>
                  <a:lnTo>
                    <a:pt x="2298" y="1828"/>
                  </a:lnTo>
                  <a:lnTo>
                    <a:pt x="2298" y="2180"/>
                  </a:lnTo>
                  <a:cubicBezTo>
                    <a:pt x="2298" y="2289"/>
                    <a:pt x="2387" y="2377"/>
                    <a:pt x="2496" y="2377"/>
                  </a:cubicBezTo>
                  <a:lnTo>
                    <a:pt x="4314" y="2377"/>
                  </a:lnTo>
                  <a:cubicBezTo>
                    <a:pt x="4370" y="2377"/>
                    <a:pt x="4414" y="2332"/>
                    <a:pt x="4414" y="2277"/>
                  </a:cubicBezTo>
                  <a:lnTo>
                    <a:pt x="4414" y="1828"/>
                  </a:lnTo>
                  <a:lnTo>
                    <a:pt x="5067" y="2227"/>
                  </a:lnTo>
                  <a:lnTo>
                    <a:pt x="5277" y="3334"/>
                  </a:lnTo>
                  <a:cubicBezTo>
                    <a:pt x="5304" y="3477"/>
                    <a:pt x="5428" y="3577"/>
                    <a:pt x="5567" y="3577"/>
                  </a:cubicBezTo>
                  <a:cubicBezTo>
                    <a:pt x="5586" y="3577"/>
                    <a:pt x="5604" y="3576"/>
                    <a:pt x="5624" y="3572"/>
                  </a:cubicBezTo>
                  <a:cubicBezTo>
                    <a:pt x="5785" y="3540"/>
                    <a:pt x="5890" y="3384"/>
                    <a:pt x="5860" y="3221"/>
                  </a:cubicBezTo>
                  <a:lnTo>
                    <a:pt x="5625" y="1984"/>
                  </a:lnTo>
                  <a:cubicBezTo>
                    <a:pt x="5609" y="1900"/>
                    <a:pt x="5560" y="1827"/>
                    <a:pt x="5487" y="1782"/>
                  </a:cubicBezTo>
                  <a:lnTo>
                    <a:pt x="5185" y="1598"/>
                  </a:lnTo>
                  <a:lnTo>
                    <a:pt x="6023" y="1598"/>
                  </a:lnTo>
                  <a:cubicBezTo>
                    <a:pt x="6078" y="1598"/>
                    <a:pt x="6123" y="1553"/>
                    <a:pt x="6123" y="1498"/>
                  </a:cubicBezTo>
                  <a:lnTo>
                    <a:pt x="6123" y="595"/>
                  </a:lnTo>
                  <a:lnTo>
                    <a:pt x="6404" y="595"/>
                  </a:lnTo>
                  <a:cubicBezTo>
                    <a:pt x="6508" y="595"/>
                    <a:pt x="6607" y="538"/>
                    <a:pt x="6654" y="445"/>
                  </a:cubicBezTo>
                  <a:cubicBezTo>
                    <a:pt x="6764" y="222"/>
                    <a:pt x="6603" y="0"/>
                    <a:pt x="6391" y="0"/>
                  </a:cubicBezTo>
                  <a:lnTo>
                    <a:pt x="5248" y="0"/>
                  </a:lnTo>
                  <a:cubicBezTo>
                    <a:pt x="5144" y="0"/>
                    <a:pt x="5045" y="55"/>
                    <a:pt x="4999" y="149"/>
                  </a:cubicBezTo>
                  <a:cubicBezTo>
                    <a:pt x="4888" y="373"/>
                    <a:pt x="5048" y="593"/>
                    <a:pt x="5260" y="593"/>
                  </a:cubicBezTo>
                  <a:lnTo>
                    <a:pt x="5528" y="593"/>
                  </a:lnTo>
                  <a:lnTo>
                    <a:pt x="5528" y="1002"/>
                  </a:lnTo>
                  <a:lnTo>
                    <a:pt x="4414" y="1002"/>
                  </a:lnTo>
                  <a:lnTo>
                    <a:pt x="4414" y="518"/>
                  </a:lnTo>
                  <a:cubicBezTo>
                    <a:pt x="4414" y="354"/>
                    <a:pt x="4282" y="222"/>
                    <a:pt x="4117" y="222"/>
                  </a:cubicBezTo>
                  <a:lnTo>
                    <a:pt x="2596" y="222"/>
                  </a:lnTo>
                  <a:cubicBezTo>
                    <a:pt x="2432" y="222"/>
                    <a:pt x="2298" y="354"/>
                    <a:pt x="2298" y="518"/>
                  </a:cubicBezTo>
                  <a:lnTo>
                    <a:pt x="2298" y="1002"/>
                  </a:lnTo>
                  <a:lnTo>
                    <a:pt x="1185" y="1002"/>
                  </a:lnTo>
                  <a:lnTo>
                    <a:pt x="1185" y="593"/>
                  </a:lnTo>
                  <a:lnTo>
                    <a:pt x="1444" y="593"/>
                  </a:lnTo>
                  <a:cubicBezTo>
                    <a:pt x="1593" y="593"/>
                    <a:pt x="1726" y="488"/>
                    <a:pt x="1747" y="340"/>
                  </a:cubicBezTo>
                  <a:cubicBezTo>
                    <a:pt x="1774" y="158"/>
                    <a:pt x="1632" y="0"/>
                    <a:pt x="145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4" name="Google Shape;11629;p90">
            <a:extLst>
              <a:ext uri="{FF2B5EF4-FFF2-40B4-BE49-F238E27FC236}">
                <a16:creationId xmlns:a16="http://schemas.microsoft.com/office/drawing/2014/main" id="{A6C825BE-F250-6D41-6B1D-1F62B6FC9E3F}"/>
              </a:ext>
            </a:extLst>
          </p:cNvPr>
          <p:cNvGrpSpPr/>
          <p:nvPr/>
        </p:nvGrpSpPr>
        <p:grpSpPr>
          <a:xfrm>
            <a:off x="2975505" y="3321750"/>
            <a:ext cx="248243" cy="345731"/>
            <a:chOff x="910401" y="1511703"/>
            <a:chExt cx="248243" cy="345731"/>
          </a:xfrm>
        </p:grpSpPr>
        <p:sp>
          <p:nvSpPr>
            <p:cNvPr id="1145" name="Google Shape;11630;p90">
              <a:extLst>
                <a:ext uri="{FF2B5EF4-FFF2-40B4-BE49-F238E27FC236}">
                  <a16:creationId xmlns:a16="http://schemas.microsoft.com/office/drawing/2014/main" id="{DA65EAEB-DB0D-FE68-B434-A2DC2DAD97E1}"/>
                </a:ext>
              </a:extLst>
            </p:cNvPr>
            <p:cNvSpPr/>
            <p:nvPr/>
          </p:nvSpPr>
          <p:spPr>
            <a:xfrm>
              <a:off x="915437" y="1538508"/>
              <a:ext cx="238172" cy="313891"/>
            </a:xfrm>
            <a:custGeom>
              <a:avLst/>
              <a:gdLst/>
              <a:ahLst/>
              <a:cxnLst/>
              <a:rect l="l" t="t" r="r" b="b"/>
              <a:pathLst>
                <a:path w="9081" h="11968" extrusionOk="0">
                  <a:moveTo>
                    <a:pt x="621" y="1"/>
                  </a:moveTo>
                  <a:cubicBezTo>
                    <a:pt x="275" y="1"/>
                    <a:pt x="1" y="275"/>
                    <a:pt x="1" y="616"/>
                  </a:cubicBezTo>
                  <a:lnTo>
                    <a:pt x="1" y="11347"/>
                  </a:lnTo>
                  <a:cubicBezTo>
                    <a:pt x="1" y="11688"/>
                    <a:pt x="275" y="11967"/>
                    <a:pt x="621" y="11967"/>
                  </a:cubicBezTo>
                  <a:lnTo>
                    <a:pt x="8460" y="11967"/>
                  </a:lnTo>
                  <a:cubicBezTo>
                    <a:pt x="8801" y="11967"/>
                    <a:pt x="9080" y="11688"/>
                    <a:pt x="9080" y="11347"/>
                  </a:cubicBezTo>
                  <a:lnTo>
                    <a:pt x="9080" y="616"/>
                  </a:lnTo>
                  <a:cubicBezTo>
                    <a:pt x="9080" y="275"/>
                    <a:pt x="8801" y="1"/>
                    <a:pt x="8460" y="1"/>
                  </a:cubicBezTo>
                  <a:close/>
                </a:path>
              </a:pathLst>
            </a:custGeom>
            <a:solidFill>
              <a:srgbClr val="D8E1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631;p90">
              <a:extLst>
                <a:ext uri="{FF2B5EF4-FFF2-40B4-BE49-F238E27FC236}">
                  <a16:creationId xmlns:a16="http://schemas.microsoft.com/office/drawing/2014/main" id="{38877EDA-BEC2-7D77-F3FD-B3D9FAD92D48}"/>
                </a:ext>
              </a:extLst>
            </p:cNvPr>
            <p:cNvSpPr/>
            <p:nvPr/>
          </p:nvSpPr>
          <p:spPr>
            <a:xfrm>
              <a:off x="937022" y="1560093"/>
              <a:ext cx="194870" cy="259862"/>
            </a:xfrm>
            <a:custGeom>
              <a:avLst/>
              <a:gdLst/>
              <a:ahLst/>
              <a:cxnLst/>
              <a:rect l="l" t="t" r="r" b="b"/>
              <a:pathLst>
                <a:path w="7430" h="9908" extrusionOk="0">
                  <a:moveTo>
                    <a:pt x="1" y="0"/>
                  </a:moveTo>
                  <a:lnTo>
                    <a:pt x="1" y="9908"/>
                  </a:lnTo>
                  <a:lnTo>
                    <a:pt x="7430" y="9908"/>
                  </a:lnTo>
                  <a:lnTo>
                    <a:pt x="7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632;p90">
              <a:extLst>
                <a:ext uri="{FF2B5EF4-FFF2-40B4-BE49-F238E27FC236}">
                  <a16:creationId xmlns:a16="http://schemas.microsoft.com/office/drawing/2014/main" id="{BCAFA448-117D-ACB8-595B-1CBAD792B043}"/>
                </a:ext>
              </a:extLst>
            </p:cNvPr>
            <p:cNvSpPr/>
            <p:nvPr/>
          </p:nvSpPr>
          <p:spPr>
            <a:xfrm>
              <a:off x="985726" y="1516765"/>
              <a:ext cx="97461" cy="43485"/>
            </a:xfrm>
            <a:custGeom>
              <a:avLst/>
              <a:gdLst/>
              <a:ahLst/>
              <a:cxnLst/>
              <a:rect l="l" t="t" r="r" b="b"/>
              <a:pathLst>
                <a:path w="3716" h="1658" extrusionOk="0">
                  <a:moveTo>
                    <a:pt x="1861" y="1"/>
                  </a:moveTo>
                  <a:cubicBezTo>
                    <a:pt x="1584" y="1"/>
                    <a:pt x="1307" y="139"/>
                    <a:pt x="1151" y="416"/>
                  </a:cubicBezTo>
                  <a:lnTo>
                    <a:pt x="415" y="416"/>
                  </a:lnTo>
                  <a:cubicBezTo>
                    <a:pt x="188" y="416"/>
                    <a:pt x="1" y="599"/>
                    <a:pt x="1" y="830"/>
                  </a:cubicBezTo>
                  <a:lnTo>
                    <a:pt x="1" y="1657"/>
                  </a:lnTo>
                  <a:lnTo>
                    <a:pt x="3715" y="1657"/>
                  </a:lnTo>
                  <a:lnTo>
                    <a:pt x="3715" y="830"/>
                  </a:lnTo>
                  <a:cubicBezTo>
                    <a:pt x="3715" y="599"/>
                    <a:pt x="3533" y="416"/>
                    <a:pt x="3306" y="416"/>
                  </a:cubicBezTo>
                  <a:lnTo>
                    <a:pt x="2570" y="416"/>
                  </a:lnTo>
                  <a:cubicBezTo>
                    <a:pt x="2414" y="139"/>
                    <a:pt x="2137" y="1"/>
                    <a:pt x="1861" y="1"/>
                  </a:cubicBezTo>
                  <a:close/>
                </a:path>
              </a:pathLst>
            </a:custGeom>
            <a:solidFill>
              <a:srgbClr val="D9E1E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633;p90">
              <a:extLst>
                <a:ext uri="{FF2B5EF4-FFF2-40B4-BE49-F238E27FC236}">
                  <a16:creationId xmlns:a16="http://schemas.microsoft.com/office/drawing/2014/main" id="{2AC22DC1-FAB4-FA88-F038-5D32F25CBCDF}"/>
                </a:ext>
              </a:extLst>
            </p:cNvPr>
            <p:cNvSpPr/>
            <p:nvPr/>
          </p:nvSpPr>
          <p:spPr>
            <a:xfrm>
              <a:off x="966816" y="1665580"/>
              <a:ext cx="27145" cy="27172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515" y="1"/>
                  </a:moveTo>
                  <a:cubicBezTo>
                    <a:pt x="231" y="1"/>
                    <a:pt x="0" y="232"/>
                    <a:pt x="0" y="521"/>
                  </a:cubicBezTo>
                  <a:cubicBezTo>
                    <a:pt x="0" y="804"/>
                    <a:pt x="231" y="1035"/>
                    <a:pt x="515" y="1035"/>
                  </a:cubicBezTo>
                  <a:cubicBezTo>
                    <a:pt x="804" y="1035"/>
                    <a:pt x="1035" y="804"/>
                    <a:pt x="1035" y="521"/>
                  </a:cubicBezTo>
                  <a:cubicBezTo>
                    <a:pt x="1035" y="232"/>
                    <a:pt x="804" y="1"/>
                    <a:pt x="515" y="1"/>
                  </a:cubicBezTo>
                  <a:close/>
                </a:path>
              </a:pathLst>
            </a:custGeom>
            <a:solidFill>
              <a:srgbClr val="C0C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634;p90">
              <a:extLst>
                <a:ext uri="{FF2B5EF4-FFF2-40B4-BE49-F238E27FC236}">
                  <a16:creationId xmlns:a16="http://schemas.microsoft.com/office/drawing/2014/main" id="{883E1DC5-FF9F-C322-663F-BE6318258516}"/>
                </a:ext>
              </a:extLst>
            </p:cNvPr>
            <p:cNvSpPr/>
            <p:nvPr/>
          </p:nvSpPr>
          <p:spPr>
            <a:xfrm>
              <a:off x="966816" y="1714311"/>
              <a:ext cx="27145" cy="27145"/>
            </a:xfrm>
            <a:custGeom>
              <a:avLst/>
              <a:gdLst/>
              <a:ahLst/>
              <a:cxnLst/>
              <a:rect l="l" t="t" r="r" b="b"/>
              <a:pathLst>
                <a:path w="1035" h="1035" extrusionOk="0">
                  <a:moveTo>
                    <a:pt x="515" y="0"/>
                  </a:moveTo>
                  <a:cubicBezTo>
                    <a:pt x="231" y="0"/>
                    <a:pt x="0" y="231"/>
                    <a:pt x="0" y="520"/>
                  </a:cubicBezTo>
                  <a:cubicBezTo>
                    <a:pt x="0" y="804"/>
                    <a:pt x="231" y="1035"/>
                    <a:pt x="515" y="1035"/>
                  </a:cubicBezTo>
                  <a:cubicBezTo>
                    <a:pt x="804" y="1035"/>
                    <a:pt x="1035" y="804"/>
                    <a:pt x="1035" y="520"/>
                  </a:cubicBezTo>
                  <a:cubicBezTo>
                    <a:pt x="1035" y="231"/>
                    <a:pt x="804" y="0"/>
                    <a:pt x="515" y="0"/>
                  </a:cubicBezTo>
                  <a:close/>
                </a:path>
              </a:pathLst>
            </a:custGeom>
            <a:solidFill>
              <a:srgbClr val="C0C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635;p90">
              <a:extLst>
                <a:ext uri="{FF2B5EF4-FFF2-40B4-BE49-F238E27FC236}">
                  <a16:creationId xmlns:a16="http://schemas.microsoft.com/office/drawing/2014/main" id="{28B0DD2F-CCB6-E2CD-8B38-47090305FC90}"/>
                </a:ext>
              </a:extLst>
            </p:cNvPr>
            <p:cNvSpPr/>
            <p:nvPr/>
          </p:nvSpPr>
          <p:spPr>
            <a:xfrm>
              <a:off x="966816" y="1763015"/>
              <a:ext cx="27145" cy="27172"/>
            </a:xfrm>
            <a:custGeom>
              <a:avLst/>
              <a:gdLst/>
              <a:ahLst/>
              <a:cxnLst/>
              <a:rect l="l" t="t" r="r" b="b"/>
              <a:pathLst>
                <a:path w="1035" h="1036" extrusionOk="0">
                  <a:moveTo>
                    <a:pt x="515" y="1"/>
                  </a:moveTo>
                  <a:cubicBezTo>
                    <a:pt x="231" y="1"/>
                    <a:pt x="0" y="232"/>
                    <a:pt x="0" y="515"/>
                  </a:cubicBezTo>
                  <a:cubicBezTo>
                    <a:pt x="0" y="804"/>
                    <a:pt x="231" y="1035"/>
                    <a:pt x="515" y="1035"/>
                  </a:cubicBezTo>
                  <a:cubicBezTo>
                    <a:pt x="804" y="1035"/>
                    <a:pt x="1035" y="804"/>
                    <a:pt x="1035" y="515"/>
                  </a:cubicBezTo>
                  <a:cubicBezTo>
                    <a:pt x="1035" y="232"/>
                    <a:pt x="804" y="1"/>
                    <a:pt x="515" y="1"/>
                  </a:cubicBezTo>
                  <a:close/>
                </a:path>
              </a:pathLst>
            </a:custGeom>
            <a:solidFill>
              <a:srgbClr val="C0C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636;p90">
              <a:extLst>
                <a:ext uri="{FF2B5EF4-FFF2-40B4-BE49-F238E27FC236}">
                  <a16:creationId xmlns:a16="http://schemas.microsoft.com/office/drawing/2014/main" id="{6CF94A80-7C60-F66C-BE4B-B28872DE8920}"/>
                </a:ext>
              </a:extLst>
            </p:cNvPr>
            <p:cNvSpPr/>
            <p:nvPr/>
          </p:nvSpPr>
          <p:spPr>
            <a:xfrm>
              <a:off x="964167" y="1581783"/>
              <a:ext cx="32443" cy="32470"/>
            </a:xfrm>
            <a:custGeom>
              <a:avLst/>
              <a:gdLst/>
              <a:ahLst/>
              <a:cxnLst/>
              <a:rect l="l" t="t" r="r" b="b"/>
              <a:pathLst>
                <a:path w="1237" h="1238" extrusionOk="0">
                  <a:moveTo>
                    <a:pt x="207" y="1"/>
                  </a:moveTo>
                  <a:cubicBezTo>
                    <a:pt x="91" y="1"/>
                    <a:pt x="0" y="92"/>
                    <a:pt x="0" y="208"/>
                  </a:cubicBezTo>
                  <a:lnTo>
                    <a:pt x="0" y="1031"/>
                  </a:lnTo>
                  <a:cubicBezTo>
                    <a:pt x="0" y="1146"/>
                    <a:pt x="91" y="1238"/>
                    <a:pt x="207" y="1238"/>
                  </a:cubicBezTo>
                  <a:lnTo>
                    <a:pt x="1030" y="1238"/>
                  </a:lnTo>
                  <a:cubicBezTo>
                    <a:pt x="1145" y="1238"/>
                    <a:pt x="1237" y="1146"/>
                    <a:pt x="1237" y="1031"/>
                  </a:cubicBezTo>
                  <a:lnTo>
                    <a:pt x="1237" y="208"/>
                  </a:lnTo>
                  <a:cubicBezTo>
                    <a:pt x="1237" y="92"/>
                    <a:pt x="1145" y="1"/>
                    <a:pt x="1030" y="1"/>
                  </a:cubicBezTo>
                  <a:close/>
                </a:path>
              </a:pathLst>
            </a:custGeom>
            <a:solidFill>
              <a:srgbClr val="C4D2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637;p90">
              <a:extLst>
                <a:ext uri="{FF2B5EF4-FFF2-40B4-BE49-F238E27FC236}">
                  <a16:creationId xmlns:a16="http://schemas.microsoft.com/office/drawing/2014/main" id="{8A576C19-97F8-74EC-DE68-9E43E5F526AD}"/>
                </a:ext>
              </a:extLst>
            </p:cNvPr>
            <p:cNvSpPr/>
            <p:nvPr/>
          </p:nvSpPr>
          <p:spPr>
            <a:xfrm>
              <a:off x="910401" y="1511703"/>
              <a:ext cx="248243" cy="345731"/>
            </a:xfrm>
            <a:custGeom>
              <a:avLst/>
              <a:gdLst/>
              <a:ahLst/>
              <a:cxnLst/>
              <a:rect l="l" t="t" r="r" b="b"/>
              <a:pathLst>
                <a:path w="9465" h="13182" extrusionOk="0">
                  <a:moveTo>
                    <a:pt x="4732" y="386"/>
                  </a:moveTo>
                  <a:cubicBezTo>
                    <a:pt x="4944" y="386"/>
                    <a:pt x="5156" y="491"/>
                    <a:pt x="5274" y="700"/>
                  </a:cubicBezTo>
                  <a:cubicBezTo>
                    <a:pt x="5312" y="763"/>
                    <a:pt x="5375" y="796"/>
                    <a:pt x="5442" y="801"/>
                  </a:cubicBezTo>
                  <a:lnTo>
                    <a:pt x="6174" y="801"/>
                  </a:lnTo>
                  <a:cubicBezTo>
                    <a:pt x="6299" y="801"/>
                    <a:pt x="6395" y="897"/>
                    <a:pt x="6395" y="1018"/>
                  </a:cubicBezTo>
                  <a:lnTo>
                    <a:pt x="6395" y="1653"/>
                  </a:lnTo>
                  <a:lnTo>
                    <a:pt x="3070" y="1653"/>
                  </a:lnTo>
                  <a:lnTo>
                    <a:pt x="3070" y="1023"/>
                  </a:lnTo>
                  <a:cubicBezTo>
                    <a:pt x="3065" y="902"/>
                    <a:pt x="3166" y="801"/>
                    <a:pt x="3287" y="801"/>
                  </a:cubicBezTo>
                  <a:lnTo>
                    <a:pt x="4023" y="801"/>
                  </a:lnTo>
                  <a:cubicBezTo>
                    <a:pt x="4090" y="796"/>
                    <a:pt x="4153" y="763"/>
                    <a:pt x="4186" y="700"/>
                  </a:cubicBezTo>
                  <a:cubicBezTo>
                    <a:pt x="4307" y="491"/>
                    <a:pt x="4520" y="386"/>
                    <a:pt x="4732" y="386"/>
                  </a:cubicBezTo>
                  <a:close/>
                  <a:moveTo>
                    <a:pt x="8652" y="1215"/>
                  </a:moveTo>
                  <a:cubicBezTo>
                    <a:pt x="8888" y="1215"/>
                    <a:pt x="9080" y="1403"/>
                    <a:pt x="9080" y="1638"/>
                  </a:cubicBezTo>
                  <a:lnTo>
                    <a:pt x="9080" y="12369"/>
                  </a:lnTo>
                  <a:cubicBezTo>
                    <a:pt x="9080" y="12604"/>
                    <a:pt x="8888" y="12792"/>
                    <a:pt x="8652" y="12792"/>
                  </a:cubicBezTo>
                  <a:lnTo>
                    <a:pt x="813" y="12792"/>
                  </a:lnTo>
                  <a:cubicBezTo>
                    <a:pt x="578" y="12792"/>
                    <a:pt x="385" y="12604"/>
                    <a:pt x="385" y="12369"/>
                  </a:cubicBezTo>
                  <a:lnTo>
                    <a:pt x="385" y="1638"/>
                  </a:lnTo>
                  <a:cubicBezTo>
                    <a:pt x="385" y="1407"/>
                    <a:pt x="578" y="1215"/>
                    <a:pt x="813" y="1215"/>
                  </a:cubicBezTo>
                  <a:lnTo>
                    <a:pt x="2680" y="1215"/>
                  </a:lnTo>
                  <a:lnTo>
                    <a:pt x="2680" y="1850"/>
                  </a:lnTo>
                  <a:cubicBezTo>
                    <a:pt x="2680" y="1956"/>
                    <a:pt x="2767" y="2043"/>
                    <a:pt x="2873" y="2043"/>
                  </a:cubicBezTo>
                  <a:lnTo>
                    <a:pt x="6587" y="2043"/>
                  </a:lnTo>
                  <a:cubicBezTo>
                    <a:pt x="6693" y="2043"/>
                    <a:pt x="6780" y="1956"/>
                    <a:pt x="6780" y="1850"/>
                  </a:cubicBezTo>
                  <a:lnTo>
                    <a:pt x="6780" y="1215"/>
                  </a:lnTo>
                  <a:close/>
                  <a:moveTo>
                    <a:pt x="4733" y="0"/>
                  </a:moveTo>
                  <a:cubicBezTo>
                    <a:pt x="4426" y="0"/>
                    <a:pt x="4119" y="137"/>
                    <a:pt x="3917" y="411"/>
                  </a:cubicBezTo>
                  <a:lnTo>
                    <a:pt x="3287" y="411"/>
                  </a:lnTo>
                  <a:cubicBezTo>
                    <a:pt x="3027" y="411"/>
                    <a:pt x="2796" y="580"/>
                    <a:pt x="2714" y="825"/>
                  </a:cubicBezTo>
                  <a:lnTo>
                    <a:pt x="813" y="825"/>
                  </a:lnTo>
                  <a:cubicBezTo>
                    <a:pt x="361" y="825"/>
                    <a:pt x="0" y="1191"/>
                    <a:pt x="0" y="1638"/>
                  </a:cubicBezTo>
                  <a:lnTo>
                    <a:pt x="0" y="12369"/>
                  </a:lnTo>
                  <a:cubicBezTo>
                    <a:pt x="0" y="12816"/>
                    <a:pt x="361" y="13177"/>
                    <a:pt x="813" y="13182"/>
                  </a:cubicBezTo>
                  <a:lnTo>
                    <a:pt x="8652" y="13182"/>
                  </a:lnTo>
                  <a:cubicBezTo>
                    <a:pt x="9099" y="13177"/>
                    <a:pt x="9465" y="12816"/>
                    <a:pt x="9465" y="12369"/>
                  </a:cubicBezTo>
                  <a:lnTo>
                    <a:pt x="9465" y="1638"/>
                  </a:lnTo>
                  <a:cubicBezTo>
                    <a:pt x="9465" y="1191"/>
                    <a:pt x="9104" y="825"/>
                    <a:pt x="8652" y="825"/>
                  </a:cubicBezTo>
                  <a:lnTo>
                    <a:pt x="6751" y="825"/>
                  </a:lnTo>
                  <a:cubicBezTo>
                    <a:pt x="6669" y="580"/>
                    <a:pt x="6438" y="411"/>
                    <a:pt x="6178" y="411"/>
                  </a:cubicBezTo>
                  <a:lnTo>
                    <a:pt x="5548" y="411"/>
                  </a:lnTo>
                  <a:cubicBezTo>
                    <a:pt x="5346" y="137"/>
                    <a:pt x="5039" y="0"/>
                    <a:pt x="473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638;p90">
              <a:extLst>
                <a:ext uri="{FF2B5EF4-FFF2-40B4-BE49-F238E27FC236}">
                  <a16:creationId xmlns:a16="http://schemas.microsoft.com/office/drawing/2014/main" id="{204083C5-88F8-B5EB-CB6C-E6DE57524461}"/>
                </a:ext>
              </a:extLst>
            </p:cNvPr>
            <p:cNvSpPr/>
            <p:nvPr/>
          </p:nvSpPr>
          <p:spPr>
            <a:xfrm>
              <a:off x="1027769" y="1533472"/>
              <a:ext cx="13507" cy="10098"/>
            </a:xfrm>
            <a:custGeom>
              <a:avLst/>
              <a:gdLst/>
              <a:ahLst/>
              <a:cxnLst/>
              <a:rect l="l" t="t" r="r" b="b"/>
              <a:pathLst>
                <a:path w="515" h="385" extrusionOk="0">
                  <a:moveTo>
                    <a:pt x="260" y="0"/>
                  </a:moveTo>
                  <a:cubicBezTo>
                    <a:pt x="0" y="0"/>
                    <a:pt x="0" y="385"/>
                    <a:pt x="260" y="385"/>
                  </a:cubicBezTo>
                  <a:cubicBezTo>
                    <a:pt x="515" y="385"/>
                    <a:pt x="515" y="0"/>
                    <a:pt x="26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639;p90">
              <a:extLst>
                <a:ext uri="{FF2B5EF4-FFF2-40B4-BE49-F238E27FC236}">
                  <a16:creationId xmlns:a16="http://schemas.microsoft.com/office/drawing/2014/main" id="{3D2BFF07-06A0-593A-4BA9-325F4CA3D49A}"/>
                </a:ext>
              </a:extLst>
            </p:cNvPr>
            <p:cNvSpPr/>
            <p:nvPr/>
          </p:nvSpPr>
          <p:spPr>
            <a:xfrm>
              <a:off x="931986" y="1555031"/>
              <a:ext cx="204968" cy="269986"/>
            </a:xfrm>
            <a:custGeom>
              <a:avLst/>
              <a:gdLst/>
              <a:ahLst/>
              <a:cxnLst/>
              <a:rect l="l" t="t" r="r" b="b"/>
              <a:pathLst>
                <a:path w="7815" h="10294" extrusionOk="0">
                  <a:moveTo>
                    <a:pt x="193" y="1"/>
                  </a:moveTo>
                  <a:cubicBezTo>
                    <a:pt x="87" y="1"/>
                    <a:pt x="0" y="87"/>
                    <a:pt x="0" y="198"/>
                  </a:cubicBezTo>
                  <a:lnTo>
                    <a:pt x="0" y="10101"/>
                  </a:lnTo>
                  <a:cubicBezTo>
                    <a:pt x="0" y="10207"/>
                    <a:pt x="87" y="10293"/>
                    <a:pt x="193" y="10293"/>
                  </a:cubicBezTo>
                  <a:lnTo>
                    <a:pt x="7622" y="10293"/>
                  </a:lnTo>
                  <a:cubicBezTo>
                    <a:pt x="7728" y="10293"/>
                    <a:pt x="7814" y="10207"/>
                    <a:pt x="7814" y="10101"/>
                  </a:cubicBezTo>
                  <a:lnTo>
                    <a:pt x="7814" y="198"/>
                  </a:lnTo>
                  <a:cubicBezTo>
                    <a:pt x="7814" y="87"/>
                    <a:pt x="7728" y="1"/>
                    <a:pt x="7622" y="1"/>
                  </a:cubicBezTo>
                  <a:lnTo>
                    <a:pt x="6592" y="1"/>
                  </a:lnTo>
                  <a:cubicBezTo>
                    <a:pt x="6332" y="1"/>
                    <a:pt x="6332" y="386"/>
                    <a:pt x="6592" y="386"/>
                  </a:cubicBezTo>
                  <a:lnTo>
                    <a:pt x="7429" y="386"/>
                  </a:lnTo>
                  <a:lnTo>
                    <a:pt x="7429" y="9908"/>
                  </a:lnTo>
                  <a:lnTo>
                    <a:pt x="390" y="9908"/>
                  </a:lnTo>
                  <a:lnTo>
                    <a:pt x="390" y="386"/>
                  </a:lnTo>
                  <a:lnTo>
                    <a:pt x="1227" y="386"/>
                  </a:lnTo>
                  <a:cubicBezTo>
                    <a:pt x="1482" y="386"/>
                    <a:pt x="1482" y="1"/>
                    <a:pt x="12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640;p90">
              <a:extLst>
                <a:ext uri="{FF2B5EF4-FFF2-40B4-BE49-F238E27FC236}">
                  <a16:creationId xmlns:a16="http://schemas.microsoft.com/office/drawing/2014/main" id="{9CDB3EEA-DC05-24F6-CEE5-84FB25AC079C}"/>
                </a:ext>
              </a:extLst>
            </p:cNvPr>
            <p:cNvSpPr/>
            <p:nvPr/>
          </p:nvSpPr>
          <p:spPr>
            <a:xfrm>
              <a:off x="959132" y="1663324"/>
              <a:ext cx="37112" cy="31788"/>
            </a:xfrm>
            <a:custGeom>
              <a:avLst/>
              <a:gdLst/>
              <a:ahLst/>
              <a:cxnLst/>
              <a:rect l="l" t="t" r="r" b="b"/>
              <a:pathLst>
                <a:path w="1415" h="1212" extrusionOk="0">
                  <a:moveTo>
                    <a:pt x="810" y="385"/>
                  </a:moveTo>
                  <a:cubicBezTo>
                    <a:pt x="923" y="385"/>
                    <a:pt x="1034" y="473"/>
                    <a:pt x="1034" y="607"/>
                  </a:cubicBezTo>
                  <a:cubicBezTo>
                    <a:pt x="1034" y="727"/>
                    <a:pt x="933" y="823"/>
                    <a:pt x="813" y="823"/>
                  </a:cubicBezTo>
                  <a:cubicBezTo>
                    <a:pt x="615" y="823"/>
                    <a:pt x="519" y="587"/>
                    <a:pt x="659" y="448"/>
                  </a:cubicBezTo>
                  <a:cubicBezTo>
                    <a:pt x="702" y="405"/>
                    <a:pt x="756" y="385"/>
                    <a:pt x="810" y="385"/>
                  </a:cubicBezTo>
                  <a:close/>
                  <a:moveTo>
                    <a:pt x="807" y="0"/>
                  </a:moveTo>
                  <a:cubicBezTo>
                    <a:pt x="272" y="0"/>
                    <a:pt x="1" y="651"/>
                    <a:pt x="380" y="1030"/>
                  </a:cubicBezTo>
                  <a:cubicBezTo>
                    <a:pt x="503" y="1155"/>
                    <a:pt x="656" y="1211"/>
                    <a:pt x="806" y="1211"/>
                  </a:cubicBezTo>
                  <a:cubicBezTo>
                    <a:pt x="1116" y="1211"/>
                    <a:pt x="1414" y="970"/>
                    <a:pt x="1414" y="607"/>
                  </a:cubicBezTo>
                  <a:cubicBezTo>
                    <a:pt x="1414" y="270"/>
                    <a:pt x="1145" y="0"/>
                    <a:pt x="813" y="0"/>
                  </a:cubicBezTo>
                  <a:cubicBezTo>
                    <a:pt x="811" y="0"/>
                    <a:pt x="809" y="0"/>
                    <a:pt x="80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641;p90">
              <a:extLst>
                <a:ext uri="{FF2B5EF4-FFF2-40B4-BE49-F238E27FC236}">
                  <a16:creationId xmlns:a16="http://schemas.microsoft.com/office/drawing/2014/main" id="{5E80C0C7-7546-0E6B-857A-B871CA70AA7D}"/>
                </a:ext>
              </a:extLst>
            </p:cNvPr>
            <p:cNvSpPr/>
            <p:nvPr/>
          </p:nvSpPr>
          <p:spPr>
            <a:xfrm>
              <a:off x="959132" y="1712029"/>
              <a:ext cx="37112" cy="31788"/>
            </a:xfrm>
            <a:custGeom>
              <a:avLst/>
              <a:gdLst/>
              <a:ahLst/>
              <a:cxnLst/>
              <a:rect l="l" t="t" r="r" b="b"/>
              <a:pathLst>
                <a:path w="1415" h="1212" extrusionOk="0">
                  <a:moveTo>
                    <a:pt x="812" y="387"/>
                  </a:moveTo>
                  <a:cubicBezTo>
                    <a:pt x="925" y="387"/>
                    <a:pt x="1034" y="474"/>
                    <a:pt x="1034" y="607"/>
                  </a:cubicBezTo>
                  <a:cubicBezTo>
                    <a:pt x="1034" y="727"/>
                    <a:pt x="933" y="823"/>
                    <a:pt x="813" y="828"/>
                  </a:cubicBezTo>
                  <a:cubicBezTo>
                    <a:pt x="615" y="828"/>
                    <a:pt x="519" y="588"/>
                    <a:pt x="659" y="453"/>
                  </a:cubicBezTo>
                  <a:cubicBezTo>
                    <a:pt x="703" y="407"/>
                    <a:pt x="758" y="387"/>
                    <a:pt x="812" y="387"/>
                  </a:cubicBezTo>
                  <a:close/>
                  <a:moveTo>
                    <a:pt x="807" y="1"/>
                  </a:moveTo>
                  <a:cubicBezTo>
                    <a:pt x="272" y="1"/>
                    <a:pt x="1" y="652"/>
                    <a:pt x="380" y="1030"/>
                  </a:cubicBezTo>
                  <a:cubicBezTo>
                    <a:pt x="503" y="1156"/>
                    <a:pt x="656" y="1212"/>
                    <a:pt x="806" y="1212"/>
                  </a:cubicBezTo>
                  <a:cubicBezTo>
                    <a:pt x="1116" y="1212"/>
                    <a:pt x="1414" y="971"/>
                    <a:pt x="1414" y="607"/>
                  </a:cubicBezTo>
                  <a:cubicBezTo>
                    <a:pt x="1414" y="270"/>
                    <a:pt x="114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642;p90">
              <a:extLst>
                <a:ext uri="{FF2B5EF4-FFF2-40B4-BE49-F238E27FC236}">
                  <a16:creationId xmlns:a16="http://schemas.microsoft.com/office/drawing/2014/main" id="{685D50C5-F99F-D470-3219-E8DBBA75942C}"/>
                </a:ext>
              </a:extLst>
            </p:cNvPr>
            <p:cNvSpPr/>
            <p:nvPr/>
          </p:nvSpPr>
          <p:spPr>
            <a:xfrm>
              <a:off x="959132" y="1760733"/>
              <a:ext cx="37112" cy="31788"/>
            </a:xfrm>
            <a:custGeom>
              <a:avLst/>
              <a:gdLst/>
              <a:ahLst/>
              <a:cxnLst/>
              <a:rect l="l" t="t" r="r" b="b"/>
              <a:pathLst>
                <a:path w="1415" h="1212" extrusionOk="0">
                  <a:moveTo>
                    <a:pt x="810" y="384"/>
                  </a:moveTo>
                  <a:cubicBezTo>
                    <a:pt x="923" y="384"/>
                    <a:pt x="1034" y="473"/>
                    <a:pt x="1034" y="607"/>
                  </a:cubicBezTo>
                  <a:cubicBezTo>
                    <a:pt x="1034" y="728"/>
                    <a:pt x="933" y="824"/>
                    <a:pt x="813" y="824"/>
                  </a:cubicBezTo>
                  <a:cubicBezTo>
                    <a:pt x="615" y="824"/>
                    <a:pt x="519" y="588"/>
                    <a:pt x="659" y="448"/>
                  </a:cubicBezTo>
                  <a:cubicBezTo>
                    <a:pt x="702" y="404"/>
                    <a:pt x="756" y="384"/>
                    <a:pt x="810" y="384"/>
                  </a:cubicBezTo>
                  <a:close/>
                  <a:moveTo>
                    <a:pt x="807" y="1"/>
                  </a:moveTo>
                  <a:cubicBezTo>
                    <a:pt x="272" y="1"/>
                    <a:pt x="1" y="647"/>
                    <a:pt x="380" y="1031"/>
                  </a:cubicBezTo>
                  <a:cubicBezTo>
                    <a:pt x="503" y="1156"/>
                    <a:pt x="656" y="1212"/>
                    <a:pt x="806" y="1212"/>
                  </a:cubicBezTo>
                  <a:cubicBezTo>
                    <a:pt x="1116" y="1212"/>
                    <a:pt x="1414" y="971"/>
                    <a:pt x="1414" y="607"/>
                  </a:cubicBezTo>
                  <a:cubicBezTo>
                    <a:pt x="1414" y="270"/>
                    <a:pt x="114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643;p90">
              <a:extLst>
                <a:ext uri="{FF2B5EF4-FFF2-40B4-BE49-F238E27FC236}">
                  <a16:creationId xmlns:a16="http://schemas.microsoft.com/office/drawing/2014/main" id="{1FBDEE27-7834-BBC2-8350-6ED531E3049A}"/>
                </a:ext>
              </a:extLst>
            </p:cNvPr>
            <p:cNvSpPr/>
            <p:nvPr/>
          </p:nvSpPr>
          <p:spPr>
            <a:xfrm>
              <a:off x="1006053" y="1663324"/>
              <a:ext cx="62238" cy="10124"/>
            </a:xfrm>
            <a:custGeom>
              <a:avLst/>
              <a:gdLst/>
              <a:ahLst/>
              <a:cxnLst/>
              <a:rect l="l" t="t" r="r" b="b"/>
              <a:pathLst>
                <a:path w="2373" h="386" extrusionOk="0">
                  <a:moveTo>
                    <a:pt x="260" y="0"/>
                  </a:moveTo>
                  <a:cubicBezTo>
                    <a:pt x="1" y="0"/>
                    <a:pt x="1" y="385"/>
                    <a:pt x="260" y="385"/>
                  </a:cubicBezTo>
                  <a:lnTo>
                    <a:pt x="2118" y="385"/>
                  </a:lnTo>
                  <a:cubicBezTo>
                    <a:pt x="2373" y="385"/>
                    <a:pt x="2373" y="0"/>
                    <a:pt x="211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644;p90">
              <a:extLst>
                <a:ext uri="{FF2B5EF4-FFF2-40B4-BE49-F238E27FC236}">
                  <a16:creationId xmlns:a16="http://schemas.microsoft.com/office/drawing/2014/main" id="{F76C6176-339C-0FD3-EF0D-BC5F1BB7FE39}"/>
                </a:ext>
              </a:extLst>
            </p:cNvPr>
            <p:cNvSpPr/>
            <p:nvPr/>
          </p:nvSpPr>
          <p:spPr>
            <a:xfrm>
              <a:off x="1006053" y="1684910"/>
              <a:ext cx="100110" cy="10229"/>
            </a:xfrm>
            <a:custGeom>
              <a:avLst/>
              <a:gdLst/>
              <a:ahLst/>
              <a:cxnLst/>
              <a:rect l="l" t="t" r="r" b="b"/>
              <a:pathLst>
                <a:path w="3817" h="390" extrusionOk="0">
                  <a:moveTo>
                    <a:pt x="260" y="0"/>
                  </a:moveTo>
                  <a:cubicBezTo>
                    <a:pt x="1" y="0"/>
                    <a:pt x="1" y="390"/>
                    <a:pt x="260" y="390"/>
                  </a:cubicBezTo>
                  <a:lnTo>
                    <a:pt x="3561" y="390"/>
                  </a:lnTo>
                  <a:cubicBezTo>
                    <a:pt x="3816" y="390"/>
                    <a:pt x="3816" y="0"/>
                    <a:pt x="356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45;p90">
              <a:extLst>
                <a:ext uri="{FF2B5EF4-FFF2-40B4-BE49-F238E27FC236}">
                  <a16:creationId xmlns:a16="http://schemas.microsoft.com/office/drawing/2014/main" id="{11BBDA3B-8A4C-52E6-02FD-D26441DB71B9}"/>
                </a:ext>
              </a:extLst>
            </p:cNvPr>
            <p:cNvSpPr/>
            <p:nvPr/>
          </p:nvSpPr>
          <p:spPr>
            <a:xfrm>
              <a:off x="1006053" y="1712029"/>
              <a:ext cx="62238" cy="10124"/>
            </a:xfrm>
            <a:custGeom>
              <a:avLst/>
              <a:gdLst/>
              <a:ahLst/>
              <a:cxnLst/>
              <a:rect l="l" t="t" r="r" b="b"/>
              <a:pathLst>
                <a:path w="2373" h="386" extrusionOk="0">
                  <a:moveTo>
                    <a:pt x="260" y="1"/>
                  </a:moveTo>
                  <a:cubicBezTo>
                    <a:pt x="1" y="1"/>
                    <a:pt x="1" y="386"/>
                    <a:pt x="260" y="386"/>
                  </a:cubicBezTo>
                  <a:lnTo>
                    <a:pt x="2118" y="386"/>
                  </a:lnTo>
                  <a:cubicBezTo>
                    <a:pt x="2373" y="386"/>
                    <a:pt x="2373" y="1"/>
                    <a:pt x="211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46;p90">
              <a:extLst>
                <a:ext uri="{FF2B5EF4-FFF2-40B4-BE49-F238E27FC236}">
                  <a16:creationId xmlns:a16="http://schemas.microsoft.com/office/drawing/2014/main" id="{79BC8C61-2439-C912-78C4-AE96DBE7CADD}"/>
                </a:ext>
              </a:extLst>
            </p:cNvPr>
            <p:cNvSpPr/>
            <p:nvPr/>
          </p:nvSpPr>
          <p:spPr>
            <a:xfrm>
              <a:off x="1006053" y="1733745"/>
              <a:ext cx="100110" cy="10124"/>
            </a:xfrm>
            <a:custGeom>
              <a:avLst/>
              <a:gdLst/>
              <a:ahLst/>
              <a:cxnLst/>
              <a:rect l="l" t="t" r="r" b="b"/>
              <a:pathLst>
                <a:path w="3817" h="386" extrusionOk="0">
                  <a:moveTo>
                    <a:pt x="260" y="0"/>
                  </a:moveTo>
                  <a:cubicBezTo>
                    <a:pt x="1" y="0"/>
                    <a:pt x="1" y="385"/>
                    <a:pt x="260" y="385"/>
                  </a:cubicBezTo>
                  <a:lnTo>
                    <a:pt x="3561" y="385"/>
                  </a:lnTo>
                  <a:cubicBezTo>
                    <a:pt x="3816" y="385"/>
                    <a:pt x="3816" y="0"/>
                    <a:pt x="356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47;p90">
              <a:extLst>
                <a:ext uri="{FF2B5EF4-FFF2-40B4-BE49-F238E27FC236}">
                  <a16:creationId xmlns:a16="http://schemas.microsoft.com/office/drawing/2014/main" id="{2BE451E7-8897-0675-3B17-E724A26842CA}"/>
                </a:ext>
              </a:extLst>
            </p:cNvPr>
            <p:cNvSpPr/>
            <p:nvPr/>
          </p:nvSpPr>
          <p:spPr>
            <a:xfrm>
              <a:off x="1006053" y="1760733"/>
              <a:ext cx="62238" cy="10124"/>
            </a:xfrm>
            <a:custGeom>
              <a:avLst/>
              <a:gdLst/>
              <a:ahLst/>
              <a:cxnLst/>
              <a:rect l="l" t="t" r="r" b="b"/>
              <a:pathLst>
                <a:path w="2373" h="386" extrusionOk="0">
                  <a:moveTo>
                    <a:pt x="260" y="1"/>
                  </a:moveTo>
                  <a:cubicBezTo>
                    <a:pt x="1" y="1"/>
                    <a:pt x="1" y="386"/>
                    <a:pt x="260" y="386"/>
                  </a:cubicBezTo>
                  <a:lnTo>
                    <a:pt x="2118" y="386"/>
                  </a:lnTo>
                  <a:cubicBezTo>
                    <a:pt x="2373" y="386"/>
                    <a:pt x="2373" y="1"/>
                    <a:pt x="211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48;p90">
              <a:extLst>
                <a:ext uri="{FF2B5EF4-FFF2-40B4-BE49-F238E27FC236}">
                  <a16:creationId xmlns:a16="http://schemas.microsoft.com/office/drawing/2014/main" id="{3232C774-A5BA-29B2-D927-5656EC523531}"/>
                </a:ext>
              </a:extLst>
            </p:cNvPr>
            <p:cNvSpPr/>
            <p:nvPr/>
          </p:nvSpPr>
          <p:spPr>
            <a:xfrm>
              <a:off x="1006053" y="1782319"/>
              <a:ext cx="100110" cy="10255"/>
            </a:xfrm>
            <a:custGeom>
              <a:avLst/>
              <a:gdLst/>
              <a:ahLst/>
              <a:cxnLst/>
              <a:rect l="l" t="t" r="r" b="b"/>
              <a:pathLst>
                <a:path w="3817" h="391" extrusionOk="0">
                  <a:moveTo>
                    <a:pt x="260" y="1"/>
                  </a:moveTo>
                  <a:cubicBezTo>
                    <a:pt x="1" y="1"/>
                    <a:pt x="1" y="386"/>
                    <a:pt x="260" y="391"/>
                  </a:cubicBezTo>
                  <a:lnTo>
                    <a:pt x="3561" y="391"/>
                  </a:lnTo>
                  <a:cubicBezTo>
                    <a:pt x="3816" y="391"/>
                    <a:pt x="3816" y="1"/>
                    <a:pt x="356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9;p90">
              <a:extLst>
                <a:ext uri="{FF2B5EF4-FFF2-40B4-BE49-F238E27FC236}">
                  <a16:creationId xmlns:a16="http://schemas.microsoft.com/office/drawing/2014/main" id="{D96106B3-51F4-B97B-3945-778FBFC86CE2}"/>
                </a:ext>
              </a:extLst>
            </p:cNvPr>
            <p:cNvSpPr/>
            <p:nvPr/>
          </p:nvSpPr>
          <p:spPr>
            <a:xfrm>
              <a:off x="1006053" y="1582176"/>
              <a:ext cx="100110" cy="10124"/>
            </a:xfrm>
            <a:custGeom>
              <a:avLst/>
              <a:gdLst/>
              <a:ahLst/>
              <a:cxnLst/>
              <a:rect l="l" t="t" r="r" b="b"/>
              <a:pathLst>
                <a:path w="3817" h="386" extrusionOk="0">
                  <a:moveTo>
                    <a:pt x="260" y="0"/>
                  </a:moveTo>
                  <a:cubicBezTo>
                    <a:pt x="1" y="0"/>
                    <a:pt x="1" y="385"/>
                    <a:pt x="260" y="385"/>
                  </a:cubicBezTo>
                  <a:lnTo>
                    <a:pt x="3561" y="385"/>
                  </a:lnTo>
                  <a:cubicBezTo>
                    <a:pt x="3816" y="385"/>
                    <a:pt x="3816" y="0"/>
                    <a:pt x="356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0;p90">
              <a:extLst>
                <a:ext uri="{FF2B5EF4-FFF2-40B4-BE49-F238E27FC236}">
                  <a16:creationId xmlns:a16="http://schemas.microsoft.com/office/drawing/2014/main" id="{EB5940C5-5300-A3F9-4647-BAAEC13C76A0}"/>
                </a:ext>
              </a:extLst>
            </p:cNvPr>
            <p:cNvSpPr/>
            <p:nvPr/>
          </p:nvSpPr>
          <p:spPr>
            <a:xfrm>
              <a:off x="962777" y="1630881"/>
              <a:ext cx="143386" cy="10124"/>
            </a:xfrm>
            <a:custGeom>
              <a:avLst/>
              <a:gdLst/>
              <a:ahLst/>
              <a:cxnLst/>
              <a:rect l="l" t="t" r="r" b="b"/>
              <a:pathLst>
                <a:path w="5467" h="386" extrusionOk="0">
                  <a:moveTo>
                    <a:pt x="260" y="1"/>
                  </a:moveTo>
                  <a:cubicBezTo>
                    <a:pt x="0" y="1"/>
                    <a:pt x="0" y="386"/>
                    <a:pt x="260" y="386"/>
                  </a:cubicBezTo>
                  <a:lnTo>
                    <a:pt x="5211" y="386"/>
                  </a:lnTo>
                  <a:cubicBezTo>
                    <a:pt x="5466" y="386"/>
                    <a:pt x="5466" y="1"/>
                    <a:pt x="521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51;p90">
              <a:extLst>
                <a:ext uri="{FF2B5EF4-FFF2-40B4-BE49-F238E27FC236}">
                  <a16:creationId xmlns:a16="http://schemas.microsoft.com/office/drawing/2014/main" id="{92B70A60-4092-1A3F-E0C5-10D815C01BA7}"/>
                </a:ext>
              </a:extLst>
            </p:cNvPr>
            <p:cNvSpPr/>
            <p:nvPr/>
          </p:nvSpPr>
          <p:spPr>
            <a:xfrm>
              <a:off x="1006053" y="1603762"/>
              <a:ext cx="29821" cy="10124"/>
            </a:xfrm>
            <a:custGeom>
              <a:avLst/>
              <a:gdLst/>
              <a:ahLst/>
              <a:cxnLst/>
              <a:rect l="l" t="t" r="r" b="b"/>
              <a:pathLst>
                <a:path w="1137" h="386" extrusionOk="0">
                  <a:moveTo>
                    <a:pt x="260" y="0"/>
                  </a:moveTo>
                  <a:cubicBezTo>
                    <a:pt x="1" y="0"/>
                    <a:pt x="1" y="385"/>
                    <a:pt x="260" y="385"/>
                  </a:cubicBezTo>
                  <a:lnTo>
                    <a:pt x="876" y="385"/>
                  </a:lnTo>
                  <a:cubicBezTo>
                    <a:pt x="1136" y="385"/>
                    <a:pt x="1136" y="0"/>
                    <a:pt x="8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52;p90">
              <a:extLst>
                <a:ext uri="{FF2B5EF4-FFF2-40B4-BE49-F238E27FC236}">
                  <a16:creationId xmlns:a16="http://schemas.microsoft.com/office/drawing/2014/main" id="{8E901CC9-3DC8-CB2C-CCEE-7ED8F201DFE4}"/>
                </a:ext>
              </a:extLst>
            </p:cNvPr>
            <p:cNvSpPr/>
            <p:nvPr/>
          </p:nvSpPr>
          <p:spPr>
            <a:xfrm>
              <a:off x="1044030" y="1603762"/>
              <a:ext cx="29690" cy="10124"/>
            </a:xfrm>
            <a:custGeom>
              <a:avLst/>
              <a:gdLst/>
              <a:ahLst/>
              <a:cxnLst/>
              <a:rect l="l" t="t" r="r" b="b"/>
              <a:pathLst>
                <a:path w="1132" h="386" extrusionOk="0">
                  <a:moveTo>
                    <a:pt x="256" y="0"/>
                  </a:moveTo>
                  <a:cubicBezTo>
                    <a:pt x="1" y="0"/>
                    <a:pt x="1" y="385"/>
                    <a:pt x="256" y="385"/>
                  </a:cubicBezTo>
                  <a:lnTo>
                    <a:pt x="877" y="385"/>
                  </a:lnTo>
                  <a:cubicBezTo>
                    <a:pt x="1132" y="385"/>
                    <a:pt x="1132" y="0"/>
                    <a:pt x="87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53;p90">
              <a:extLst>
                <a:ext uri="{FF2B5EF4-FFF2-40B4-BE49-F238E27FC236}">
                  <a16:creationId xmlns:a16="http://schemas.microsoft.com/office/drawing/2014/main" id="{3B5E8063-B0EF-3E2C-2188-B15B1841B809}"/>
                </a:ext>
              </a:extLst>
            </p:cNvPr>
            <p:cNvSpPr/>
            <p:nvPr/>
          </p:nvSpPr>
          <p:spPr>
            <a:xfrm>
              <a:off x="964535" y="1582176"/>
              <a:ext cx="31709" cy="31709"/>
            </a:xfrm>
            <a:custGeom>
              <a:avLst/>
              <a:gdLst/>
              <a:ahLst/>
              <a:cxnLst/>
              <a:rect l="l" t="t" r="r" b="b"/>
              <a:pathLst>
                <a:path w="1209" h="1209" extrusionOk="0">
                  <a:moveTo>
                    <a:pt x="823" y="385"/>
                  </a:moveTo>
                  <a:lnTo>
                    <a:pt x="823" y="823"/>
                  </a:lnTo>
                  <a:lnTo>
                    <a:pt x="385" y="823"/>
                  </a:lnTo>
                  <a:lnTo>
                    <a:pt x="385" y="385"/>
                  </a:lnTo>
                  <a:close/>
                  <a:moveTo>
                    <a:pt x="193" y="0"/>
                  </a:moveTo>
                  <a:cubicBezTo>
                    <a:pt x="87" y="0"/>
                    <a:pt x="0" y="82"/>
                    <a:pt x="0" y="193"/>
                  </a:cubicBezTo>
                  <a:lnTo>
                    <a:pt x="0" y="1016"/>
                  </a:lnTo>
                  <a:cubicBezTo>
                    <a:pt x="0" y="1121"/>
                    <a:pt x="87" y="1208"/>
                    <a:pt x="193" y="1208"/>
                  </a:cubicBezTo>
                  <a:lnTo>
                    <a:pt x="1016" y="1208"/>
                  </a:lnTo>
                  <a:cubicBezTo>
                    <a:pt x="1122" y="1208"/>
                    <a:pt x="1208" y="1121"/>
                    <a:pt x="1208" y="1016"/>
                  </a:cubicBezTo>
                  <a:lnTo>
                    <a:pt x="1208" y="193"/>
                  </a:lnTo>
                  <a:cubicBezTo>
                    <a:pt x="1208" y="82"/>
                    <a:pt x="1122" y="0"/>
                    <a:pt x="101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9" name="Google Shape;16682;p92">
            <a:extLst>
              <a:ext uri="{FF2B5EF4-FFF2-40B4-BE49-F238E27FC236}">
                <a16:creationId xmlns:a16="http://schemas.microsoft.com/office/drawing/2014/main" id="{8015CD57-48B1-1FAF-5CD3-2A69374F3E5A}"/>
              </a:ext>
            </a:extLst>
          </p:cNvPr>
          <p:cNvGrpSpPr/>
          <p:nvPr/>
        </p:nvGrpSpPr>
        <p:grpSpPr>
          <a:xfrm>
            <a:off x="1732422" y="1385807"/>
            <a:ext cx="280655" cy="365551"/>
            <a:chOff x="1347157" y="2421723"/>
            <a:chExt cx="280655" cy="365551"/>
          </a:xfrm>
        </p:grpSpPr>
        <p:sp>
          <p:nvSpPr>
            <p:cNvPr id="1170" name="Google Shape;16683;p92">
              <a:extLst>
                <a:ext uri="{FF2B5EF4-FFF2-40B4-BE49-F238E27FC236}">
                  <a16:creationId xmlns:a16="http://schemas.microsoft.com/office/drawing/2014/main" id="{5C0C6CD0-4547-1D9C-07C5-FFF9BD1CFC2D}"/>
                </a:ext>
              </a:extLst>
            </p:cNvPr>
            <p:cNvSpPr/>
            <p:nvPr/>
          </p:nvSpPr>
          <p:spPr>
            <a:xfrm>
              <a:off x="1348546" y="2427357"/>
              <a:ext cx="273607" cy="354520"/>
            </a:xfrm>
            <a:custGeom>
              <a:avLst/>
              <a:gdLst/>
              <a:ahLst/>
              <a:cxnLst/>
              <a:rect l="l" t="t" r="r" b="b"/>
              <a:pathLst>
                <a:path w="10442" h="13530" extrusionOk="0">
                  <a:moveTo>
                    <a:pt x="5529" y="0"/>
                  </a:moveTo>
                  <a:cubicBezTo>
                    <a:pt x="4771" y="0"/>
                    <a:pt x="4010" y="189"/>
                    <a:pt x="3318" y="574"/>
                  </a:cubicBezTo>
                  <a:cubicBezTo>
                    <a:pt x="1638" y="1515"/>
                    <a:pt x="725" y="3411"/>
                    <a:pt x="1047" y="5307"/>
                  </a:cubicBezTo>
                  <a:lnTo>
                    <a:pt x="207" y="7793"/>
                  </a:lnTo>
                  <a:cubicBezTo>
                    <a:pt x="1" y="8398"/>
                    <a:pt x="423" y="9051"/>
                    <a:pt x="1061" y="9080"/>
                  </a:cubicBezTo>
                  <a:lnTo>
                    <a:pt x="1426" y="9080"/>
                  </a:lnTo>
                  <a:cubicBezTo>
                    <a:pt x="1532" y="9080"/>
                    <a:pt x="1618" y="9166"/>
                    <a:pt x="1618" y="9272"/>
                  </a:cubicBezTo>
                  <a:lnTo>
                    <a:pt x="1618" y="11005"/>
                  </a:lnTo>
                  <a:cubicBezTo>
                    <a:pt x="1618" y="11513"/>
                    <a:pt x="2031" y="11926"/>
                    <a:pt x="2540" y="11926"/>
                  </a:cubicBezTo>
                  <a:lnTo>
                    <a:pt x="3860" y="11705"/>
                  </a:lnTo>
                  <a:cubicBezTo>
                    <a:pt x="3871" y="11704"/>
                    <a:pt x="3882" y="11703"/>
                    <a:pt x="3893" y="11703"/>
                  </a:cubicBezTo>
                  <a:cubicBezTo>
                    <a:pt x="3999" y="11703"/>
                    <a:pt x="4086" y="11784"/>
                    <a:pt x="4086" y="11893"/>
                  </a:cubicBezTo>
                  <a:lnTo>
                    <a:pt x="4086" y="13241"/>
                  </a:lnTo>
                  <a:cubicBezTo>
                    <a:pt x="4086" y="13400"/>
                    <a:pt x="4210" y="13529"/>
                    <a:pt x="4369" y="13529"/>
                  </a:cubicBezTo>
                  <a:lnTo>
                    <a:pt x="8588" y="13529"/>
                  </a:lnTo>
                  <a:cubicBezTo>
                    <a:pt x="8747" y="13529"/>
                    <a:pt x="8876" y="13400"/>
                    <a:pt x="8876" y="13241"/>
                  </a:cubicBezTo>
                  <a:lnTo>
                    <a:pt x="8876" y="8763"/>
                  </a:lnTo>
                  <a:cubicBezTo>
                    <a:pt x="8876" y="8470"/>
                    <a:pt x="8915" y="8177"/>
                    <a:pt x="8996" y="7899"/>
                  </a:cubicBezTo>
                  <a:cubicBezTo>
                    <a:pt x="9073" y="7616"/>
                    <a:pt x="9193" y="7352"/>
                    <a:pt x="9352" y="7102"/>
                  </a:cubicBezTo>
                  <a:cubicBezTo>
                    <a:pt x="9587" y="6737"/>
                    <a:pt x="9764" y="6339"/>
                    <a:pt x="9889" y="5921"/>
                  </a:cubicBezTo>
                  <a:lnTo>
                    <a:pt x="9884" y="5921"/>
                  </a:lnTo>
                  <a:cubicBezTo>
                    <a:pt x="10441" y="4145"/>
                    <a:pt x="9860" y="2201"/>
                    <a:pt x="8411" y="1025"/>
                  </a:cubicBezTo>
                  <a:cubicBezTo>
                    <a:pt x="7579" y="348"/>
                    <a:pt x="6557" y="0"/>
                    <a:pt x="5529" y="0"/>
                  </a:cubicBezTo>
                  <a:close/>
                </a:path>
              </a:pathLst>
            </a:custGeom>
            <a:solidFill>
              <a:srgbClr val="E2E8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6684;p92">
              <a:extLst>
                <a:ext uri="{FF2B5EF4-FFF2-40B4-BE49-F238E27FC236}">
                  <a16:creationId xmlns:a16="http://schemas.microsoft.com/office/drawing/2014/main" id="{3F5F7377-DC32-52EA-76C5-219E04F258A9}"/>
                </a:ext>
              </a:extLst>
            </p:cNvPr>
            <p:cNvSpPr/>
            <p:nvPr/>
          </p:nvSpPr>
          <p:spPr>
            <a:xfrm>
              <a:off x="1475969" y="2654428"/>
              <a:ext cx="35740" cy="22220"/>
            </a:xfrm>
            <a:custGeom>
              <a:avLst/>
              <a:gdLst/>
              <a:ahLst/>
              <a:cxnLst/>
              <a:rect l="l" t="t" r="r" b="b"/>
              <a:pathLst>
                <a:path w="1364" h="848" extrusionOk="0">
                  <a:moveTo>
                    <a:pt x="0" y="1"/>
                  </a:moveTo>
                  <a:lnTo>
                    <a:pt x="0" y="169"/>
                  </a:lnTo>
                  <a:cubicBezTo>
                    <a:pt x="0" y="562"/>
                    <a:pt x="326" y="847"/>
                    <a:pt x="682" y="847"/>
                  </a:cubicBezTo>
                  <a:cubicBezTo>
                    <a:pt x="796" y="847"/>
                    <a:pt x="912" y="818"/>
                    <a:pt x="1023" y="754"/>
                  </a:cubicBezTo>
                  <a:lnTo>
                    <a:pt x="1028" y="750"/>
                  </a:lnTo>
                  <a:cubicBezTo>
                    <a:pt x="1234" y="630"/>
                    <a:pt x="1364" y="409"/>
                    <a:pt x="1364" y="169"/>
                  </a:cubicBezTo>
                  <a:lnTo>
                    <a:pt x="1364" y="1"/>
                  </a:lnTo>
                  <a:close/>
                </a:path>
              </a:pathLst>
            </a:custGeom>
            <a:solidFill>
              <a:srgbClr val="4D62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6685;p92">
              <a:extLst>
                <a:ext uri="{FF2B5EF4-FFF2-40B4-BE49-F238E27FC236}">
                  <a16:creationId xmlns:a16="http://schemas.microsoft.com/office/drawing/2014/main" id="{5D8DA6BA-BDC5-6404-6E1E-CEADF19C8934}"/>
                </a:ext>
              </a:extLst>
            </p:cNvPr>
            <p:cNvSpPr/>
            <p:nvPr/>
          </p:nvSpPr>
          <p:spPr>
            <a:xfrm>
              <a:off x="1494205" y="2654428"/>
              <a:ext cx="17503" cy="19652"/>
            </a:xfrm>
            <a:custGeom>
              <a:avLst/>
              <a:gdLst/>
              <a:ahLst/>
              <a:cxnLst/>
              <a:rect l="l" t="t" r="r" b="b"/>
              <a:pathLst>
                <a:path w="668" h="750" extrusionOk="0">
                  <a:moveTo>
                    <a:pt x="0" y="1"/>
                  </a:moveTo>
                  <a:lnTo>
                    <a:pt x="0" y="169"/>
                  </a:lnTo>
                  <a:cubicBezTo>
                    <a:pt x="0" y="404"/>
                    <a:pt x="125" y="630"/>
                    <a:pt x="332" y="750"/>
                  </a:cubicBezTo>
                  <a:cubicBezTo>
                    <a:pt x="538" y="630"/>
                    <a:pt x="668" y="409"/>
                    <a:pt x="668" y="169"/>
                  </a:cubicBezTo>
                  <a:lnTo>
                    <a:pt x="668" y="1"/>
                  </a:lnTo>
                  <a:close/>
                </a:path>
              </a:pathLst>
            </a:custGeom>
            <a:solidFill>
              <a:srgbClr val="8C9E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6686;p92">
              <a:extLst>
                <a:ext uri="{FF2B5EF4-FFF2-40B4-BE49-F238E27FC236}">
                  <a16:creationId xmlns:a16="http://schemas.microsoft.com/office/drawing/2014/main" id="{F522A74A-CBC6-E912-C45C-5C580B9D8092}"/>
                </a:ext>
              </a:extLst>
            </p:cNvPr>
            <p:cNvSpPr/>
            <p:nvPr/>
          </p:nvSpPr>
          <p:spPr>
            <a:xfrm>
              <a:off x="1432708" y="2488514"/>
              <a:ext cx="121265" cy="167722"/>
            </a:xfrm>
            <a:custGeom>
              <a:avLst/>
              <a:gdLst/>
              <a:ahLst/>
              <a:cxnLst/>
              <a:rect l="l" t="t" r="r" b="b"/>
              <a:pathLst>
                <a:path w="4628" h="6401" extrusionOk="0">
                  <a:moveTo>
                    <a:pt x="2328" y="1"/>
                  </a:moveTo>
                  <a:cubicBezTo>
                    <a:pt x="1453" y="1"/>
                    <a:pt x="660" y="533"/>
                    <a:pt x="331" y="1350"/>
                  </a:cubicBezTo>
                  <a:cubicBezTo>
                    <a:pt x="0" y="2190"/>
                    <a:pt x="221" y="3146"/>
                    <a:pt x="888" y="3750"/>
                  </a:cubicBezTo>
                  <a:cubicBezTo>
                    <a:pt x="1147" y="3990"/>
                    <a:pt x="1296" y="4331"/>
                    <a:pt x="1296" y="4691"/>
                  </a:cubicBezTo>
                  <a:lnTo>
                    <a:pt x="1296" y="6035"/>
                  </a:lnTo>
                  <a:cubicBezTo>
                    <a:pt x="1296" y="6131"/>
                    <a:pt x="1334" y="6227"/>
                    <a:pt x="1402" y="6294"/>
                  </a:cubicBezTo>
                  <a:cubicBezTo>
                    <a:pt x="1416" y="6304"/>
                    <a:pt x="1430" y="6318"/>
                    <a:pt x="1445" y="6328"/>
                  </a:cubicBezTo>
                  <a:cubicBezTo>
                    <a:pt x="1454" y="6338"/>
                    <a:pt x="1464" y="6342"/>
                    <a:pt x="1474" y="6347"/>
                  </a:cubicBezTo>
                  <a:cubicBezTo>
                    <a:pt x="1531" y="6386"/>
                    <a:pt x="1598" y="6400"/>
                    <a:pt x="1666" y="6400"/>
                  </a:cubicBezTo>
                  <a:lnTo>
                    <a:pt x="3000" y="6400"/>
                  </a:lnTo>
                  <a:cubicBezTo>
                    <a:pt x="3067" y="6400"/>
                    <a:pt x="3135" y="6386"/>
                    <a:pt x="3192" y="6347"/>
                  </a:cubicBezTo>
                  <a:cubicBezTo>
                    <a:pt x="3202" y="6342"/>
                    <a:pt x="3211" y="6338"/>
                    <a:pt x="3221" y="6328"/>
                  </a:cubicBezTo>
                  <a:cubicBezTo>
                    <a:pt x="3235" y="6318"/>
                    <a:pt x="3245" y="6304"/>
                    <a:pt x="3259" y="6294"/>
                  </a:cubicBezTo>
                  <a:cubicBezTo>
                    <a:pt x="3331" y="6227"/>
                    <a:pt x="3370" y="6131"/>
                    <a:pt x="3370" y="6035"/>
                  </a:cubicBezTo>
                  <a:lnTo>
                    <a:pt x="3370" y="4686"/>
                  </a:lnTo>
                  <a:cubicBezTo>
                    <a:pt x="3370" y="4322"/>
                    <a:pt x="3523" y="3981"/>
                    <a:pt x="3792" y="3736"/>
                  </a:cubicBezTo>
                  <a:cubicBezTo>
                    <a:pt x="4397" y="3179"/>
                    <a:pt x="4627" y="2334"/>
                    <a:pt x="4402" y="1547"/>
                  </a:cubicBezTo>
                  <a:cubicBezTo>
                    <a:pt x="4171" y="765"/>
                    <a:pt x="3514" y="174"/>
                    <a:pt x="2712" y="35"/>
                  </a:cubicBezTo>
                  <a:lnTo>
                    <a:pt x="2664" y="25"/>
                  </a:lnTo>
                  <a:cubicBezTo>
                    <a:pt x="2573" y="11"/>
                    <a:pt x="2482" y="1"/>
                    <a:pt x="2386" y="1"/>
                  </a:cubicBezTo>
                  <a:cubicBezTo>
                    <a:pt x="2366" y="1"/>
                    <a:pt x="2347" y="1"/>
                    <a:pt x="2328" y="1"/>
                  </a:cubicBezTo>
                  <a:close/>
                </a:path>
              </a:pathLst>
            </a:custGeom>
            <a:solidFill>
              <a:srgbClr val="BFC7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6687;p92">
              <a:extLst>
                <a:ext uri="{FF2B5EF4-FFF2-40B4-BE49-F238E27FC236}">
                  <a16:creationId xmlns:a16="http://schemas.microsoft.com/office/drawing/2014/main" id="{70DADFA6-1E85-AACE-D2CA-A2DA544FCB75}"/>
                </a:ext>
              </a:extLst>
            </p:cNvPr>
            <p:cNvSpPr/>
            <p:nvPr/>
          </p:nvSpPr>
          <p:spPr>
            <a:xfrm>
              <a:off x="1440988" y="2489404"/>
              <a:ext cx="112985" cy="166831"/>
            </a:xfrm>
            <a:custGeom>
              <a:avLst/>
              <a:gdLst/>
              <a:ahLst/>
              <a:cxnLst/>
              <a:rect l="l" t="t" r="r" b="b"/>
              <a:pathLst>
                <a:path w="4312" h="6367" extrusionOk="0">
                  <a:moveTo>
                    <a:pt x="2391" y="1"/>
                  </a:moveTo>
                  <a:cubicBezTo>
                    <a:pt x="630" y="313"/>
                    <a:pt x="1" y="2511"/>
                    <a:pt x="1326" y="3716"/>
                  </a:cubicBezTo>
                  <a:cubicBezTo>
                    <a:pt x="1590" y="3956"/>
                    <a:pt x="1739" y="4297"/>
                    <a:pt x="1734" y="4657"/>
                  </a:cubicBezTo>
                  <a:lnTo>
                    <a:pt x="1734" y="6001"/>
                  </a:lnTo>
                  <a:cubicBezTo>
                    <a:pt x="1734" y="6203"/>
                    <a:pt x="1902" y="6366"/>
                    <a:pt x="2103" y="6366"/>
                  </a:cubicBezTo>
                  <a:lnTo>
                    <a:pt x="2684" y="6366"/>
                  </a:lnTo>
                  <a:cubicBezTo>
                    <a:pt x="2886" y="6366"/>
                    <a:pt x="3054" y="6203"/>
                    <a:pt x="3054" y="6001"/>
                  </a:cubicBezTo>
                  <a:lnTo>
                    <a:pt x="3054" y="4652"/>
                  </a:lnTo>
                  <a:cubicBezTo>
                    <a:pt x="3054" y="4288"/>
                    <a:pt x="3207" y="3947"/>
                    <a:pt x="3476" y="3702"/>
                  </a:cubicBezTo>
                  <a:cubicBezTo>
                    <a:pt x="4076" y="3145"/>
                    <a:pt x="4311" y="2300"/>
                    <a:pt x="4081" y="1513"/>
                  </a:cubicBezTo>
                  <a:cubicBezTo>
                    <a:pt x="3851" y="731"/>
                    <a:pt x="3198" y="140"/>
                    <a:pt x="2391" y="1"/>
                  </a:cubicBezTo>
                  <a:close/>
                </a:path>
              </a:pathLst>
            </a:custGeom>
            <a:solidFill>
              <a:srgbClr val="CFD6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6688;p92">
              <a:extLst>
                <a:ext uri="{FF2B5EF4-FFF2-40B4-BE49-F238E27FC236}">
                  <a16:creationId xmlns:a16="http://schemas.microsoft.com/office/drawing/2014/main" id="{A8C75CAA-E0E7-9520-C4EF-24E8208A19D7}"/>
                </a:ext>
              </a:extLst>
            </p:cNvPr>
            <p:cNvSpPr/>
            <p:nvPr/>
          </p:nvSpPr>
          <p:spPr>
            <a:xfrm>
              <a:off x="1466667" y="2613421"/>
              <a:ext cx="54344" cy="21538"/>
            </a:xfrm>
            <a:custGeom>
              <a:avLst/>
              <a:gdLst/>
              <a:ahLst/>
              <a:cxnLst/>
              <a:rect l="l" t="t" r="r" b="b"/>
              <a:pathLst>
                <a:path w="2074" h="822" extrusionOk="0">
                  <a:moveTo>
                    <a:pt x="0" y="1"/>
                  </a:moveTo>
                  <a:lnTo>
                    <a:pt x="0" y="822"/>
                  </a:lnTo>
                  <a:lnTo>
                    <a:pt x="2074" y="822"/>
                  </a:lnTo>
                  <a:lnTo>
                    <a:pt x="2074" y="1"/>
                  </a:lnTo>
                  <a:close/>
                </a:path>
              </a:pathLst>
            </a:custGeom>
            <a:solidFill>
              <a:srgbClr val="C7D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6689;p92">
              <a:extLst>
                <a:ext uri="{FF2B5EF4-FFF2-40B4-BE49-F238E27FC236}">
                  <a16:creationId xmlns:a16="http://schemas.microsoft.com/office/drawing/2014/main" id="{7A7EE227-CB77-D6D5-E2E3-973887095B50}"/>
                </a:ext>
              </a:extLst>
            </p:cNvPr>
            <p:cNvSpPr/>
            <p:nvPr/>
          </p:nvSpPr>
          <p:spPr>
            <a:xfrm>
              <a:off x="1466667" y="2634933"/>
              <a:ext cx="54344" cy="21303"/>
            </a:xfrm>
            <a:custGeom>
              <a:avLst/>
              <a:gdLst/>
              <a:ahLst/>
              <a:cxnLst/>
              <a:rect l="l" t="t" r="r" b="b"/>
              <a:pathLst>
                <a:path w="2074" h="813" extrusionOk="0">
                  <a:moveTo>
                    <a:pt x="0" y="1"/>
                  </a:moveTo>
                  <a:lnTo>
                    <a:pt x="0" y="447"/>
                  </a:lnTo>
                  <a:cubicBezTo>
                    <a:pt x="0" y="543"/>
                    <a:pt x="38" y="639"/>
                    <a:pt x="106" y="706"/>
                  </a:cubicBezTo>
                  <a:cubicBezTo>
                    <a:pt x="120" y="721"/>
                    <a:pt x="134" y="730"/>
                    <a:pt x="149" y="740"/>
                  </a:cubicBezTo>
                  <a:cubicBezTo>
                    <a:pt x="158" y="750"/>
                    <a:pt x="168" y="754"/>
                    <a:pt x="178" y="759"/>
                  </a:cubicBezTo>
                  <a:cubicBezTo>
                    <a:pt x="235" y="798"/>
                    <a:pt x="302" y="812"/>
                    <a:pt x="370" y="812"/>
                  </a:cubicBezTo>
                  <a:lnTo>
                    <a:pt x="1704" y="812"/>
                  </a:lnTo>
                  <a:cubicBezTo>
                    <a:pt x="1771" y="812"/>
                    <a:pt x="1839" y="798"/>
                    <a:pt x="1896" y="759"/>
                  </a:cubicBezTo>
                  <a:cubicBezTo>
                    <a:pt x="1906" y="754"/>
                    <a:pt x="1915" y="750"/>
                    <a:pt x="1925" y="740"/>
                  </a:cubicBezTo>
                  <a:cubicBezTo>
                    <a:pt x="1939" y="730"/>
                    <a:pt x="1954" y="721"/>
                    <a:pt x="1963" y="706"/>
                  </a:cubicBezTo>
                  <a:cubicBezTo>
                    <a:pt x="2035" y="639"/>
                    <a:pt x="2074" y="543"/>
                    <a:pt x="2074" y="447"/>
                  </a:cubicBezTo>
                  <a:lnTo>
                    <a:pt x="2074" y="1"/>
                  </a:lnTo>
                  <a:close/>
                </a:path>
              </a:pathLst>
            </a:custGeom>
            <a:solidFill>
              <a:srgbClr val="8C9E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6690;p92">
              <a:extLst>
                <a:ext uri="{FF2B5EF4-FFF2-40B4-BE49-F238E27FC236}">
                  <a16:creationId xmlns:a16="http://schemas.microsoft.com/office/drawing/2014/main" id="{AC11A223-0C71-ACBF-3E84-76976693D85D}"/>
                </a:ext>
              </a:extLst>
            </p:cNvPr>
            <p:cNvSpPr/>
            <p:nvPr/>
          </p:nvSpPr>
          <p:spPr>
            <a:xfrm>
              <a:off x="1486397" y="2613421"/>
              <a:ext cx="34614" cy="21538"/>
            </a:xfrm>
            <a:custGeom>
              <a:avLst/>
              <a:gdLst/>
              <a:ahLst/>
              <a:cxnLst/>
              <a:rect l="l" t="t" r="r" b="b"/>
              <a:pathLst>
                <a:path w="1321" h="822" extrusionOk="0">
                  <a:moveTo>
                    <a:pt x="1" y="1"/>
                  </a:moveTo>
                  <a:lnTo>
                    <a:pt x="1" y="822"/>
                  </a:lnTo>
                  <a:lnTo>
                    <a:pt x="1321" y="822"/>
                  </a:lnTo>
                  <a:lnTo>
                    <a:pt x="1321" y="1"/>
                  </a:lnTo>
                  <a:close/>
                </a:path>
              </a:pathLst>
            </a:custGeom>
            <a:solidFill>
              <a:srgbClr val="D9E0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6691;p92">
              <a:extLst>
                <a:ext uri="{FF2B5EF4-FFF2-40B4-BE49-F238E27FC236}">
                  <a16:creationId xmlns:a16="http://schemas.microsoft.com/office/drawing/2014/main" id="{ABE24338-6A96-F311-3E42-52D8665E4F72}"/>
                </a:ext>
              </a:extLst>
            </p:cNvPr>
            <p:cNvSpPr/>
            <p:nvPr/>
          </p:nvSpPr>
          <p:spPr>
            <a:xfrm>
              <a:off x="1486397" y="2634933"/>
              <a:ext cx="34614" cy="21303"/>
            </a:xfrm>
            <a:custGeom>
              <a:avLst/>
              <a:gdLst/>
              <a:ahLst/>
              <a:cxnLst/>
              <a:rect l="l" t="t" r="r" b="b"/>
              <a:pathLst>
                <a:path w="1321" h="813" extrusionOk="0">
                  <a:moveTo>
                    <a:pt x="1" y="1"/>
                  </a:moveTo>
                  <a:lnTo>
                    <a:pt x="1" y="447"/>
                  </a:lnTo>
                  <a:cubicBezTo>
                    <a:pt x="1" y="649"/>
                    <a:pt x="169" y="812"/>
                    <a:pt x="370" y="812"/>
                  </a:cubicBezTo>
                  <a:lnTo>
                    <a:pt x="951" y="812"/>
                  </a:lnTo>
                  <a:cubicBezTo>
                    <a:pt x="1018" y="812"/>
                    <a:pt x="1086" y="798"/>
                    <a:pt x="1143" y="759"/>
                  </a:cubicBezTo>
                  <a:cubicBezTo>
                    <a:pt x="1153" y="754"/>
                    <a:pt x="1162" y="750"/>
                    <a:pt x="1172" y="740"/>
                  </a:cubicBezTo>
                  <a:cubicBezTo>
                    <a:pt x="1186" y="730"/>
                    <a:pt x="1201" y="721"/>
                    <a:pt x="1210" y="706"/>
                  </a:cubicBezTo>
                  <a:cubicBezTo>
                    <a:pt x="1282" y="639"/>
                    <a:pt x="1321" y="543"/>
                    <a:pt x="1321" y="447"/>
                  </a:cubicBezTo>
                  <a:lnTo>
                    <a:pt x="1321" y="1"/>
                  </a:lnTo>
                  <a:close/>
                </a:path>
              </a:pathLst>
            </a:custGeom>
            <a:solidFill>
              <a:srgbClr val="C7D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6692;p92">
              <a:extLst>
                <a:ext uri="{FF2B5EF4-FFF2-40B4-BE49-F238E27FC236}">
                  <a16:creationId xmlns:a16="http://schemas.microsoft.com/office/drawing/2014/main" id="{5FFBAE07-AD3E-83D7-C770-14BC56D55DAD}"/>
                </a:ext>
              </a:extLst>
            </p:cNvPr>
            <p:cNvSpPr/>
            <p:nvPr/>
          </p:nvSpPr>
          <p:spPr>
            <a:xfrm>
              <a:off x="1372076" y="2659852"/>
              <a:ext cx="138009" cy="127423"/>
            </a:xfrm>
            <a:custGeom>
              <a:avLst/>
              <a:gdLst/>
              <a:ahLst/>
              <a:cxnLst/>
              <a:rect l="l" t="t" r="r" b="b"/>
              <a:pathLst>
                <a:path w="5267" h="4863" extrusionOk="0">
                  <a:moveTo>
                    <a:pt x="279" y="0"/>
                  </a:moveTo>
                  <a:cubicBezTo>
                    <a:pt x="0" y="0"/>
                    <a:pt x="0" y="413"/>
                    <a:pt x="279" y="413"/>
                  </a:cubicBezTo>
                  <a:lnTo>
                    <a:pt x="519" y="413"/>
                  </a:lnTo>
                  <a:lnTo>
                    <a:pt x="519" y="2132"/>
                  </a:lnTo>
                  <a:cubicBezTo>
                    <a:pt x="519" y="2751"/>
                    <a:pt x="1023" y="3260"/>
                    <a:pt x="1647" y="3260"/>
                  </a:cubicBezTo>
                  <a:cubicBezTo>
                    <a:pt x="1648" y="3260"/>
                    <a:pt x="1649" y="3260"/>
                    <a:pt x="1650" y="3260"/>
                  </a:cubicBezTo>
                  <a:cubicBezTo>
                    <a:pt x="1677" y="3260"/>
                    <a:pt x="1664" y="3255"/>
                    <a:pt x="2981" y="3039"/>
                  </a:cubicBezTo>
                  <a:lnTo>
                    <a:pt x="2981" y="4368"/>
                  </a:lnTo>
                  <a:cubicBezTo>
                    <a:pt x="2981" y="4642"/>
                    <a:pt x="3202" y="4858"/>
                    <a:pt x="3476" y="4863"/>
                  </a:cubicBezTo>
                  <a:lnTo>
                    <a:pt x="4988" y="4863"/>
                  </a:lnTo>
                  <a:cubicBezTo>
                    <a:pt x="5266" y="4858"/>
                    <a:pt x="5266" y="4445"/>
                    <a:pt x="4988" y="4445"/>
                  </a:cubicBezTo>
                  <a:lnTo>
                    <a:pt x="3471" y="4445"/>
                  </a:lnTo>
                  <a:cubicBezTo>
                    <a:pt x="3428" y="4445"/>
                    <a:pt x="3394" y="4412"/>
                    <a:pt x="3394" y="4368"/>
                  </a:cubicBezTo>
                  <a:lnTo>
                    <a:pt x="3394" y="2794"/>
                  </a:lnTo>
                  <a:cubicBezTo>
                    <a:pt x="3394" y="2676"/>
                    <a:pt x="3298" y="2585"/>
                    <a:pt x="3186" y="2585"/>
                  </a:cubicBezTo>
                  <a:cubicBezTo>
                    <a:pt x="3175" y="2585"/>
                    <a:pt x="3165" y="2586"/>
                    <a:pt x="3154" y="2588"/>
                  </a:cubicBezTo>
                  <a:lnTo>
                    <a:pt x="1628" y="2847"/>
                  </a:lnTo>
                  <a:cubicBezTo>
                    <a:pt x="1239" y="2837"/>
                    <a:pt x="932" y="2520"/>
                    <a:pt x="932" y="2132"/>
                  </a:cubicBezTo>
                  <a:lnTo>
                    <a:pt x="932" y="207"/>
                  </a:lnTo>
                  <a:cubicBezTo>
                    <a:pt x="932" y="91"/>
                    <a:pt x="836" y="0"/>
                    <a:pt x="72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6693;p92">
              <a:extLst>
                <a:ext uri="{FF2B5EF4-FFF2-40B4-BE49-F238E27FC236}">
                  <a16:creationId xmlns:a16="http://schemas.microsoft.com/office/drawing/2014/main" id="{65A8D6D7-B93A-1924-071F-DA57AF52DEF0}"/>
                </a:ext>
              </a:extLst>
            </p:cNvPr>
            <p:cNvSpPr/>
            <p:nvPr/>
          </p:nvSpPr>
          <p:spPr>
            <a:xfrm>
              <a:off x="1347157" y="2442004"/>
              <a:ext cx="88040" cy="221306"/>
            </a:xfrm>
            <a:custGeom>
              <a:avLst/>
              <a:gdLst/>
              <a:ahLst/>
              <a:cxnLst/>
              <a:rect l="l" t="t" r="r" b="b"/>
              <a:pathLst>
                <a:path w="3360" h="8446" extrusionOk="0">
                  <a:moveTo>
                    <a:pt x="3055" y="0"/>
                  </a:moveTo>
                  <a:cubicBezTo>
                    <a:pt x="3018" y="0"/>
                    <a:pt x="2978" y="12"/>
                    <a:pt x="2939" y="39"/>
                  </a:cubicBezTo>
                  <a:cubicBezTo>
                    <a:pt x="1619" y="922"/>
                    <a:pt x="831" y="2405"/>
                    <a:pt x="831" y="3994"/>
                  </a:cubicBezTo>
                  <a:cubicBezTo>
                    <a:pt x="831" y="4244"/>
                    <a:pt x="850" y="4488"/>
                    <a:pt x="889" y="4733"/>
                  </a:cubicBezTo>
                  <a:cubicBezTo>
                    <a:pt x="68" y="7225"/>
                    <a:pt x="1" y="7210"/>
                    <a:pt x="1" y="7551"/>
                  </a:cubicBezTo>
                  <a:cubicBezTo>
                    <a:pt x="1" y="7858"/>
                    <a:pt x="121" y="8156"/>
                    <a:pt x="332" y="8377"/>
                  </a:cubicBezTo>
                  <a:cubicBezTo>
                    <a:pt x="378" y="8425"/>
                    <a:pt x="430" y="8445"/>
                    <a:pt x="480" y="8445"/>
                  </a:cubicBezTo>
                  <a:cubicBezTo>
                    <a:pt x="639" y="8445"/>
                    <a:pt x="776" y="8242"/>
                    <a:pt x="630" y="8089"/>
                  </a:cubicBezTo>
                  <a:cubicBezTo>
                    <a:pt x="428" y="7882"/>
                    <a:pt x="361" y="7575"/>
                    <a:pt x="457" y="7301"/>
                  </a:cubicBezTo>
                  <a:lnTo>
                    <a:pt x="1297" y="4815"/>
                  </a:lnTo>
                  <a:cubicBezTo>
                    <a:pt x="1306" y="4781"/>
                    <a:pt x="1311" y="4748"/>
                    <a:pt x="1306" y="4714"/>
                  </a:cubicBezTo>
                  <a:cubicBezTo>
                    <a:pt x="1263" y="4474"/>
                    <a:pt x="1244" y="4234"/>
                    <a:pt x="1244" y="3994"/>
                  </a:cubicBezTo>
                  <a:cubicBezTo>
                    <a:pt x="1244" y="2544"/>
                    <a:pt x="1964" y="1191"/>
                    <a:pt x="3169" y="384"/>
                  </a:cubicBezTo>
                  <a:cubicBezTo>
                    <a:pt x="3359" y="258"/>
                    <a:pt x="3232" y="0"/>
                    <a:pt x="305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6694;p92">
              <a:extLst>
                <a:ext uri="{FF2B5EF4-FFF2-40B4-BE49-F238E27FC236}">
                  <a16:creationId xmlns:a16="http://schemas.microsoft.com/office/drawing/2014/main" id="{BDD54B81-B119-F5E6-E9CD-9484869DAE93}"/>
                </a:ext>
              </a:extLst>
            </p:cNvPr>
            <p:cNvSpPr/>
            <p:nvPr/>
          </p:nvSpPr>
          <p:spPr>
            <a:xfrm>
              <a:off x="1438289" y="2421723"/>
              <a:ext cx="189523" cy="168901"/>
            </a:xfrm>
            <a:custGeom>
              <a:avLst/>
              <a:gdLst/>
              <a:ahLst/>
              <a:cxnLst/>
              <a:rect l="l" t="t" r="r" b="b"/>
              <a:pathLst>
                <a:path w="7233" h="6446" extrusionOk="0">
                  <a:moveTo>
                    <a:pt x="2116" y="1"/>
                  </a:moveTo>
                  <a:cubicBezTo>
                    <a:pt x="1476" y="1"/>
                    <a:pt x="830" y="130"/>
                    <a:pt x="219" y="395"/>
                  </a:cubicBezTo>
                  <a:cubicBezTo>
                    <a:pt x="1" y="492"/>
                    <a:pt x="98" y="794"/>
                    <a:pt x="297" y="794"/>
                  </a:cubicBezTo>
                  <a:cubicBezTo>
                    <a:pt x="325" y="794"/>
                    <a:pt x="355" y="788"/>
                    <a:pt x="387" y="774"/>
                  </a:cubicBezTo>
                  <a:cubicBezTo>
                    <a:pt x="939" y="534"/>
                    <a:pt x="1539" y="414"/>
                    <a:pt x="2144" y="414"/>
                  </a:cubicBezTo>
                  <a:cubicBezTo>
                    <a:pt x="5034" y="433"/>
                    <a:pt x="7184" y="3198"/>
                    <a:pt x="6234" y="6175"/>
                  </a:cubicBezTo>
                  <a:cubicBezTo>
                    <a:pt x="6184" y="6336"/>
                    <a:pt x="6312" y="6446"/>
                    <a:pt x="6439" y="6446"/>
                  </a:cubicBezTo>
                  <a:cubicBezTo>
                    <a:pt x="6519" y="6446"/>
                    <a:pt x="6599" y="6402"/>
                    <a:pt x="6632" y="6299"/>
                  </a:cubicBezTo>
                  <a:cubicBezTo>
                    <a:pt x="7232" y="4413"/>
                    <a:pt x="6695" y="2574"/>
                    <a:pt x="5461" y="1365"/>
                  </a:cubicBezTo>
                  <a:cubicBezTo>
                    <a:pt x="4547" y="473"/>
                    <a:pt x="3341" y="1"/>
                    <a:pt x="211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6695;p92">
              <a:extLst>
                <a:ext uri="{FF2B5EF4-FFF2-40B4-BE49-F238E27FC236}">
                  <a16:creationId xmlns:a16="http://schemas.microsoft.com/office/drawing/2014/main" id="{652C57F1-2CB8-C5FE-BCC7-D2366B518FB8}"/>
                </a:ext>
              </a:extLst>
            </p:cNvPr>
            <p:cNvSpPr/>
            <p:nvPr/>
          </p:nvSpPr>
          <p:spPr>
            <a:xfrm>
              <a:off x="1517211" y="2599743"/>
              <a:ext cx="87438" cy="187531"/>
            </a:xfrm>
            <a:custGeom>
              <a:avLst/>
              <a:gdLst/>
              <a:ahLst/>
              <a:cxnLst/>
              <a:rect l="l" t="t" r="r" b="b"/>
              <a:pathLst>
                <a:path w="3337" h="7157" extrusionOk="0">
                  <a:moveTo>
                    <a:pt x="3102" y="0"/>
                  </a:moveTo>
                  <a:cubicBezTo>
                    <a:pt x="3027" y="0"/>
                    <a:pt x="2955" y="40"/>
                    <a:pt x="2915" y="110"/>
                  </a:cubicBezTo>
                  <a:cubicBezTo>
                    <a:pt x="2723" y="475"/>
                    <a:pt x="2233" y="1080"/>
                    <a:pt x="2233" y="2184"/>
                  </a:cubicBezTo>
                  <a:lnTo>
                    <a:pt x="2233" y="6662"/>
                  </a:lnTo>
                  <a:cubicBezTo>
                    <a:pt x="2233" y="6706"/>
                    <a:pt x="2195" y="6739"/>
                    <a:pt x="2151" y="6739"/>
                  </a:cubicBezTo>
                  <a:lnTo>
                    <a:pt x="274" y="6739"/>
                  </a:lnTo>
                  <a:cubicBezTo>
                    <a:pt x="1" y="6739"/>
                    <a:pt x="1" y="7157"/>
                    <a:pt x="274" y="7157"/>
                  </a:cubicBezTo>
                  <a:lnTo>
                    <a:pt x="2151" y="7157"/>
                  </a:lnTo>
                  <a:cubicBezTo>
                    <a:pt x="2425" y="7152"/>
                    <a:pt x="2646" y="6936"/>
                    <a:pt x="2646" y="6662"/>
                  </a:cubicBezTo>
                  <a:lnTo>
                    <a:pt x="2646" y="2184"/>
                  </a:lnTo>
                  <a:cubicBezTo>
                    <a:pt x="2646" y="1205"/>
                    <a:pt x="3073" y="701"/>
                    <a:pt x="3284" y="307"/>
                  </a:cubicBezTo>
                  <a:cubicBezTo>
                    <a:pt x="3337" y="206"/>
                    <a:pt x="3299" y="77"/>
                    <a:pt x="3198" y="24"/>
                  </a:cubicBezTo>
                  <a:cubicBezTo>
                    <a:pt x="3167" y="8"/>
                    <a:pt x="3134" y="0"/>
                    <a:pt x="310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6696;p92">
              <a:extLst>
                <a:ext uri="{FF2B5EF4-FFF2-40B4-BE49-F238E27FC236}">
                  <a16:creationId xmlns:a16="http://schemas.microsoft.com/office/drawing/2014/main" id="{033E49EB-1003-FBEA-7135-2AEA47DDDECE}"/>
                </a:ext>
              </a:extLst>
            </p:cNvPr>
            <p:cNvSpPr/>
            <p:nvPr/>
          </p:nvSpPr>
          <p:spPr>
            <a:xfrm>
              <a:off x="1406899" y="2577392"/>
              <a:ext cx="28744" cy="18578"/>
            </a:xfrm>
            <a:custGeom>
              <a:avLst/>
              <a:gdLst/>
              <a:ahLst/>
              <a:cxnLst/>
              <a:rect l="l" t="t" r="r" b="b"/>
              <a:pathLst>
                <a:path w="1097" h="709" extrusionOk="0">
                  <a:moveTo>
                    <a:pt x="795" y="0"/>
                  </a:moveTo>
                  <a:cubicBezTo>
                    <a:pt x="761" y="0"/>
                    <a:pt x="724" y="10"/>
                    <a:pt x="687" y="32"/>
                  </a:cubicBezTo>
                  <a:lnTo>
                    <a:pt x="183" y="320"/>
                  </a:lnTo>
                  <a:cubicBezTo>
                    <a:pt x="1" y="426"/>
                    <a:pt x="73" y="709"/>
                    <a:pt x="289" y="709"/>
                  </a:cubicBezTo>
                  <a:cubicBezTo>
                    <a:pt x="323" y="709"/>
                    <a:pt x="356" y="699"/>
                    <a:pt x="390" y="680"/>
                  </a:cubicBezTo>
                  <a:lnTo>
                    <a:pt x="894" y="392"/>
                  </a:lnTo>
                  <a:cubicBezTo>
                    <a:pt x="1096" y="275"/>
                    <a:pt x="978" y="0"/>
                    <a:pt x="79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6697;p92">
              <a:extLst>
                <a:ext uri="{FF2B5EF4-FFF2-40B4-BE49-F238E27FC236}">
                  <a16:creationId xmlns:a16="http://schemas.microsoft.com/office/drawing/2014/main" id="{E2175AE3-B116-ED8E-FA8C-184CA8F26741}"/>
                </a:ext>
              </a:extLst>
            </p:cNvPr>
            <p:cNvSpPr/>
            <p:nvPr/>
          </p:nvSpPr>
          <p:spPr>
            <a:xfrm>
              <a:off x="1549912" y="2578650"/>
              <a:ext cx="28587" cy="18578"/>
            </a:xfrm>
            <a:custGeom>
              <a:avLst/>
              <a:gdLst/>
              <a:ahLst/>
              <a:cxnLst/>
              <a:rect l="l" t="t" r="r" b="b"/>
              <a:pathLst>
                <a:path w="1091" h="709" extrusionOk="0">
                  <a:moveTo>
                    <a:pt x="300" y="0"/>
                  </a:moveTo>
                  <a:cubicBezTo>
                    <a:pt x="115" y="0"/>
                    <a:pt x="0" y="275"/>
                    <a:pt x="202" y="392"/>
                  </a:cubicBezTo>
                  <a:cubicBezTo>
                    <a:pt x="702" y="670"/>
                    <a:pt x="711" y="709"/>
                    <a:pt x="807" y="709"/>
                  </a:cubicBezTo>
                  <a:cubicBezTo>
                    <a:pt x="1019" y="709"/>
                    <a:pt x="1091" y="430"/>
                    <a:pt x="913" y="325"/>
                  </a:cubicBezTo>
                  <a:lnTo>
                    <a:pt x="409" y="32"/>
                  </a:lnTo>
                  <a:cubicBezTo>
                    <a:pt x="371" y="10"/>
                    <a:pt x="334" y="0"/>
                    <a:pt x="30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6698;p92">
              <a:extLst>
                <a:ext uri="{FF2B5EF4-FFF2-40B4-BE49-F238E27FC236}">
                  <a16:creationId xmlns:a16="http://schemas.microsoft.com/office/drawing/2014/main" id="{C4D2D7B7-E879-D558-7A15-9C98583EDFF2}"/>
                </a:ext>
              </a:extLst>
            </p:cNvPr>
            <p:cNvSpPr/>
            <p:nvPr/>
          </p:nvSpPr>
          <p:spPr>
            <a:xfrm>
              <a:off x="1427022" y="2483116"/>
              <a:ext cx="133738" cy="199008"/>
            </a:xfrm>
            <a:custGeom>
              <a:avLst/>
              <a:gdLst/>
              <a:ahLst/>
              <a:cxnLst/>
              <a:rect l="l" t="t" r="r" b="b"/>
              <a:pathLst>
                <a:path w="5104" h="7595" extrusionOk="0">
                  <a:moveTo>
                    <a:pt x="1787" y="1883"/>
                  </a:moveTo>
                  <a:cubicBezTo>
                    <a:pt x="1880" y="1883"/>
                    <a:pt x="1974" y="1940"/>
                    <a:pt x="1974" y="2055"/>
                  </a:cubicBezTo>
                  <a:lnTo>
                    <a:pt x="1974" y="2228"/>
                  </a:lnTo>
                  <a:lnTo>
                    <a:pt x="1772" y="2228"/>
                  </a:lnTo>
                  <a:cubicBezTo>
                    <a:pt x="1676" y="2223"/>
                    <a:pt x="1599" y="2151"/>
                    <a:pt x="1599" y="2055"/>
                  </a:cubicBezTo>
                  <a:cubicBezTo>
                    <a:pt x="1599" y="1940"/>
                    <a:pt x="1693" y="1883"/>
                    <a:pt x="1787" y="1883"/>
                  </a:cubicBezTo>
                  <a:close/>
                  <a:moveTo>
                    <a:pt x="3313" y="1883"/>
                  </a:moveTo>
                  <a:cubicBezTo>
                    <a:pt x="3407" y="1883"/>
                    <a:pt x="3500" y="1940"/>
                    <a:pt x="3500" y="2055"/>
                  </a:cubicBezTo>
                  <a:cubicBezTo>
                    <a:pt x="3500" y="2151"/>
                    <a:pt x="3424" y="2223"/>
                    <a:pt x="3328" y="2228"/>
                  </a:cubicBezTo>
                  <a:lnTo>
                    <a:pt x="3126" y="2228"/>
                  </a:lnTo>
                  <a:lnTo>
                    <a:pt x="3126" y="2055"/>
                  </a:lnTo>
                  <a:cubicBezTo>
                    <a:pt x="3126" y="1940"/>
                    <a:pt x="3220" y="1883"/>
                    <a:pt x="3313" y="1883"/>
                  </a:cubicBezTo>
                  <a:close/>
                  <a:moveTo>
                    <a:pt x="2713" y="2641"/>
                  </a:moveTo>
                  <a:lnTo>
                    <a:pt x="2713" y="4768"/>
                  </a:lnTo>
                  <a:lnTo>
                    <a:pt x="2387" y="4768"/>
                  </a:lnTo>
                  <a:lnTo>
                    <a:pt x="2387" y="2641"/>
                  </a:lnTo>
                  <a:close/>
                  <a:moveTo>
                    <a:pt x="3380" y="5180"/>
                  </a:moveTo>
                  <a:lnTo>
                    <a:pt x="3380" y="5588"/>
                  </a:lnTo>
                  <a:lnTo>
                    <a:pt x="1719" y="5588"/>
                  </a:lnTo>
                  <a:lnTo>
                    <a:pt x="1719" y="5180"/>
                  </a:lnTo>
                  <a:close/>
                  <a:moveTo>
                    <a:pt x="3380" y="6001"/>
                  </a:moveTo>
                  <a:lnTo>
                    <a:pt x="3380" y="6241"/>
                  </a:lnTo>
                  <a:cubicBezTo>
                    <a:pt x="3380" y="6328"/>
                    <a:pt x="3308" y="6400"/>
                    <a:pt x="3222" y="6400"/>
                  </a:cubicBezTo>
                  <a:lnTo>
                    <a:pt x="1883" y="6400"/>
                  </a:lnTo>
                  <a:cubicBezTo>
                    <a:pt x="1791" y="6400"/>
                    <a:pt x="1719" y="6328"/>
                    <a:pt x="1719" y="6241"/>
                  </a:cubicBezTo>
                  <a:lnTo>
                    <a:pt x="1719" y="6001"/>
                  </a:lnTo>
                  <a:close/>
                  <a:moveTo>
                    <a:pt x="3011" y="6817"/>
                  </a:moveTo>
                  <a:cubicBezTo>
                    <a:pt x="2963" y="7028"/>
                    <a:pt x="2772" y="7176"/>
                    <a:pt x="2552" y="7177"/>
                  </a:cubicBezTo>
                  <a:lnTo>
                    <a:pt x="2552" y="7177"/>
                  </a:lnTo>
                  <a:cubicBezTo>
                    <a:pt x="2333" y="7176"/>
                    <a:pt x="2142" y="7028"/>
                    <a:pt x="2094" y="6817"/>
                  </a:cubicBezTo>
                  <a:close/>
                  <a:moveTo>
                    <a:pt x="2556" y="1"/>
                  </a:moveTo>
                  <a:cubicBezTo>
                    <a:pt x="2544" y="1"/>
                    <a:pt x="2533" y="1"/>
                    <a:pt x="2521" y="1"/>
                  </a:cubicBezTo>
                  <a:cubicBezTo>
                    <a:pt x="1551" y="15"/>
                    <a:pt x="687" y="620"/>
                    <a:pt x="342" y="1527"/>
                  </a:cubicBezTo>
                  <a:cubicBezTo>
                    <a:pt x="1" y="2435"/>
                    <a:pt x="246" y="3457"/>
                    <a:pt x="966" y="4110"/>
                  </a:cubicBezTo>
                  <a:cubicBezTo>
                    <a:pt x="1187" y="4312"/>
                    <a:pt x="1307" y="4600"/>
                    <a:pt x="1307" y="4897"/>
                  </a:cubicBezTo>
                  <a:lnTo>
                    <a:pt x="1307" y="6241"/>
                  </a:lnTo>
                  <a:cubicBezTo>
                    <a:pt x="1307" y="6476"/>
                    <a:pt x="1451" y="6683"/>
                    <a:pt x="1667" y="6774"/>
                  </a:cubicBezTo>
                  <a:cubicBezTo>
                    <a:pt x="1700" y="7235"/>
                    <a:pt x="2089" y="7595"/>
                    <a:pt x="2550" y="7595"/>
                  </a:cubicBezTo>
                  <a:cubicBezTo>
                    <a:pt x="3016" y="7595"/>
                    <a:pt x="3404" y="7235"/>
                    <a:pt x="3438" y="6774"/>
                  </a:cubicBezTo>
                  <a:cubicBezTo>
                    <a:pt x="3654" y="6683"/>
                    <a:pt x="3793" y="6472"/>
                    <a:pt x="3793" y="6241"/>
                  </a:cubicBezTo>
                  <a:lnTo>
                    <a:pt x="3793" y="4892"/>
                  </a:lnTo>
                  <a:cubicBezTo>
                    <a:pt x="3793" y="4816"/>
                    <a:pt x="3803" y="4739"/>
                    <a:pt x="3817" y="4662"/>
                  </a:cubicBezTo>
                  <a:cubicBezTo>
                    <a:pt x="3856" y="4503"/>
                    <a:pt x="3733" y="4406"/>
                    <a:pt x="3612" y="4406"/>
                  </a:cubicBezTo>
                  <a:cubicBezTo>
                    <a:pt x="3525" y="4406"/>
                    <a:pt x="3438" y="4456"/>
                    <a:pt x="3414" y="4571"/>
                  </a:cubicBezTo>
                  <a:cubicBezTo>
                    <a:pt x="3400" y="4633"/>
                    <a:pt x="3390" y="4700"/>
                    <a:pt x="3385" y="4768"/>
                  </a:cubicBezTo>
                  <a:lnTo>
                    <a:pt x="3126" y="4768"/>
                  </a:lnTo>
                  <a:lnTo>
                    <a:pt x="3126" y="2641"/>
                  </a:lnTo>
                  <a:lnTo>
                    <a:pt x="3328" y="2641"/>
                  </a:lnTo>
                  <a:cubicBezTo>
                    <a:pt x="3333" y="2641"/>
                    <a:pt x="3339" y="2641"/>
                    <a:pt x="3345" y="2641"/>
                  </a:cubicBezTo>
                  <a:cubicBezTo>
                    <a:pt x="3668" y="2641"/>
                    <a:pt x="3932" y="2381"/>
                    <a:pt x="3932" y="2055"/>
                  </a:cubicBezTo>
                  <a:cubicBezTo>
                    <a:pt x="3932" y="1730"/>
                    <a:pt x="3668" y="1470"/>
                    <a:pt x="3345" y="1470"/>
                  </a:cubicBezTo>
                  <a:cubicBezTo>
                    <a:pt x="3339" y="1470"/>
                    <a:pt x="3333" y="1470"/>
                    <a:pt x="3328" y="1470"/>
                  </a:cubicBezTo>
                  <a:lnTo>
                    <a:pt x="3299" y="1470"/>
                  </a:lnTo>
                  <a:cubicBezTo>
                    <a:pt x="2972" y="1470"/>
                    <a:pt x="2713" y="1734"/>
                    <a:pt x="2713" y="2055"/>
                  </a:cubicBezTo>
                  <a:lnTo>
                    <a:pt x="2713" y="2228"/>
                  </a:lnTo>
                  <a:lnTo>
                    <a:pt x="2387" y="2228"/>
                  </a:lnTo>
                  <a:lnTo>
                    <a:pt x="2387" y="2055"/>
                  </a:lnTo>
                  <a:cubicBezTo>
                    <a:pt x="2387" y="1734"/>
                    <a:pt x="2123" y="1470"/>
                    <a:pt x="1801" y="1470"/>
                  </a:cubicBezTo>
                  <a:lnTo>
                    <a:pt x="1772" y="1470"/>
                  </a:lnTo>
                  <a:cubicBezTo>
                    <a:pt x="1455" y="1479"/>
                    <a:pt x="1206" y="1739"/>
                    <a:pt x="1206" y="2055"/>
                  </a:cubicBezTo>
                  <a:cubicBezTo>
                    <a:pt x="1206" y="2372"/>
                    <a:pt x="1455" y="2631"/>
                    <a:pt x="1772" y="2641"/>
                  </a:cubicBezTo>
                  <a:lnTo>
                    <a:pt x="1974" y="2641"/>
                  </a:lnTo>
                  <a:lnTo>
                    <a:pt x="1974" y="4768"/>
                  </a:lnTo>
                  <a:lnTo>
                    <a:pt x="1715" y="4768"/>
                  </a:lnTo>
                  <a:cubicBezTo>
                    <a:pt x="1681" y="4398"/>
                    <a:pt x="1513" y="4052"/>
                    <a:pt x="1239" y="3803"/>
                  </a:cubicBezTo>
                  <a:cubicBezTo>
                    <a:pt x="644" y="3260"/>
                    <a:pt x="443" y="2411"/>
                    <a:pt x="731" y="1657"/>
                  </a:cubicBezTo>
                  <a:cubicBezTo>
                    <a:pt x="1023" y="908"/>
                    <a:pt x="1743" y="414"/>
                    <a:pt x="2545" y="414"/>
                  </a:cubicBezTo>
                  <a:lnTo>
                    <a:pt x="2593" y="414"/>
                  </a:lnTo>
                  <a:cubicBezTo>
                    <a:pt x="3635" y="447"/>
                    <a:pt x="4470" y="1292"/>
                    <a:pt x="4494" y="2334"/>
                  </a:cubicBezTo>
                  <a:lnTo>
                    <a:pt x="4494" y="2363"/>
                  </a:lnTo>
                  <a:cubicBezTo>
                    <a:pt x="4494" y="2891"/>
                    <a:pt x="4278" y="3400"/>
                    <a:pt x="3894" y="3769"/>
                  </a:cubicBezTo>
                  <a:cubicBezTo>
                    <a:pt x="3738" y="3914"/>
                    <a:pt x="3875" y="4128"/>
                    <a:pt x="4037" y="4128"/>
                  </a:cubicBezTo>
                  <a:cubicBezTo>
                    <a:pt x="4084" y="4128"/>
                    <a:pt x="4133" y="4110"/>
                    <a:pt x="4177" y="4067"/>
                  </a:cubicBezTo>
                  <a:cubicBezTo>
                    <a:pt x="4883" y="3400"/>
                    <a:pt x="5104" y="2367"/>
                    <a:pt x="4734" y="1470"/>
                  </a:cubicBezTo>
                  <a:cubicBezTo>
                    <a:pt x="4374" y="583"/>
                    <a:pt x="3512" y="1"/>
                    <a:pt x="255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6699;p92">
              <a:extLst>
                <a:ext uri="{FF2B5EF4-FFF2-40B4-BE49-F238E27FC236}">
                  <a16:creationId xmlns:a16="http://schemas.microsoft.com/office/drawing/2014/main" id="{90EEFDC5-1EB7-0F21-0CEC-2D752C706263}"/>
                </a:ext>
              </a:extLst>
            </p:cNvPr>
            <p:cNvSpPr/>
            <p:nvPr/>
          </p:nvSpPr>
          <p:spPr>
            <a:xfrm>
              <a:off x="1488415" y="2449996"/>
              <a:ext cx="10848" cy="26071"/>
            </a:xfrm>
            <a:custGeom>
              <a:avLst/>
              <a:gdLst/>
              <a:ahLst/>
              <a:cxnLst/>
              <a:rect l="l" t="t" r="r" b="b"/>
              <a:pathLst>
                <a:path w="414" h="995" extrusionOk="0">
                  <a:moveTo>
                    <a:pt x="207" y="0"/>
                  </a:moveTo>
                  <a:cubicBezTo>
                    <a:pt x="104" y="0"/>
                    <a:pt x="1" y="70"/>
                    <a:pt x="1" y="209"/>
                  </a:cubicBezTo>
                  <a:lnTo>
                    <a:pt x="1" y="790"/>
                  </a:lnTo>
                  <a:cubicBezTo>
                    <a:pt x="1" y="927"/>
                    <a:pt x="104" y="995"/>
                    <a:pt x="207" y="995"/>
                  </a:cubicBezTo>
                  <a:cubicBezTo>
                    <a:pt x="310" y="995"/>
                    <a:pt x="413" y="927"/>
                    <a:pt x="413" y="790"/>
                  </a:cubicBezTo>
                  <a:lnTo>
                    <a:pt x="413" y="209"/>
                  </a:lnTo>
                  <a:cubicBezTo>
                    <a:pt x="413" y="70"/>
                    <a:pt x="310" y="0"/>
                    <a:pt x="207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6700;p92">
              <a:extLst>
                <a:ext uri="{FF2B5EF4-FFF2-40B4-BE49-F238E27FC236}">
                  <a16:creationId xmlns:a16="http://schemas.microsoft.com/office/drawing/2014/main" id="{DBDF22CE-B5C0-5084-DD95-CD78966BEBF6}"/>
                </a:ext>
              </a:extLst>
            </p:cNvPr>
            <p:cNvSpPr/>
            <p:nvPr/>
          </p:nvSpPr>
          <p:spPr>
            <a:xfrm>
              <a:off x="1441276" y="2461708"/>
              <a:ext cx="21014" cy="24080"/>
            </a:xfrm>
            <a:custGeom>
              <a:avLst/>
              <a:gdLst/>
              <a:ahLst/>
              <a:cxnLst/>
              <a:rect l="l" t="t" r="r" b="b"/>
              <a:pathLst>
                <a:path w="802" h="919" extrusionOk="0">
                  <a:moveTo>
                    <a:pt x="281" y="1"/>
                  </a:moveTo>
                  <a:cubicBezTo>
                    <a:pt x="139" y="1"/>
                    <a:pt x="0" y="149"/>
                    <a:pt x="95" y="314"/>
                  </a:cubicBezTo>
                  <a:lnTo>
                    <a:pt x="383" y="813"/>
                  </a:lnTo>
                  <a:cubicBezTo>
                    <a:pt x="422" y="881"/>
                    <a:pt x="493" y="918"/>
                    <a:pt x="566" y="918"/>
                  </a:cubicBezTo>
                  <a:cubicBezTo>
                    <a:pt x="602" y="918"/>
                    <a:pt x="638" y="909"/>
                    <a:pt x="671" y="890"/>
                  </a:cubicBezTo>
                  <a:cubicBezTo>
                    <a:pt x="767" y="832"/>
                    <a:pt x="801" y="708"/>
                    <a:pt x="743" y="607"/>
                  </a:cubicBezTo>
                  <a:lnTo>
                    <a:pt x="455" y="108"/>
                  </a:lnTo>
                  <a:cubicBezTo>
                    <a:pt x="412" y="32"/>
                    <a:pt x="346" y="1"/>
                    <a:pt x="281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6701;p92">
              <a:extLst>
                <a:ext uri="{FF2B5EF4-FFF2-40B4-BE49-F238E27FC236}">
                  <a16:creationId xmlns:a16="http://schemas.microsoft.com/office/drawing/2014/main" id="{AC9C0ECD-426F-927F-E758-D136A912FAD1}"/>
                </a:ext>
              </a:extLst>
            </p:cNvPr>
            <p:cNvSpPr/>
            <p:nvPr/>
          </p:nvSpPr>
          <p:spPr>
            <a:xfrm>
              <a:off x="1407135" y="2494514"/>
              <a:ext cx="27355" cy="18578"/>
            </a:xfrm>
            <a:custGeom>
              <a:avLst/>
              <a:gdLst/>
              <a:ahLst/>
              <a:cxnLst/>
              <a:rect l="l" t="t" r="r" b="b"/>
              <a:pathLst>
                <a:path w="1044" h="709" extrusionOk="0">
                  <a:moveTo>
                    <a:pt x="300" y="0"/>
                  </a:moveTo>
                  <a:cubicBezTo>
                    <a:pt x="116" y="0"/>
                    <a:pt x="1" y="274"/>
                    <a:pt x="203" y="392"/>
                  </a:cubicBezTo>
                  <a:cubicBezTo>
                    <a:pt x="702" y="670"/>
                    <a:pt x="712" y="708"/>
                    <a:pt x="808" y="708"/>
                  </a:cubicBezTo>
                  <a:cubicBezTo>
                    <a:pt x="880" y="708"/>
                    <a:pt x="947" y="665"/>
                    <a:pt x="986" y="603"/>
                  </a:cubicBezTo>
                  <a:cubicBezTo>
                    <a:pt x="1043" y="502"/>
                    <a:pt x="1010" y="377"/>
                    <a:pt x="909" y="320"/>
                  </a:cubicBezTo>
                  <a:lnTo>
                    <a:pt x="410" y="32"/>
                  </a:lnTo>
                  <a:cubicBezTo>
                    <a:pt x="372" y="10"/>
                    <a:pt x="335" y="0"/>
                    <a:pt x="30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6702;p92">
              <a:extLst>
                <a:ext uri="{FF2B5EF4-FFF2-40B4-BE49-F238E27FC236}">
                  <a16:creationId xmlns:a16="http://schemas.microsoft.com/office/drawing/2014/main" id="{DD8E1EB8-304F-A1EF-3E7E-DF52621180CB}"/>
                </a:ext>
              </a:extLst>
            </p:cNvPr>
            <p:cNvSpPr/>
            <p:nvPr/>
          </p:nvSpPr>
          <p:spPr>
            <a:xfrm>
              <a:off x="1395474" y="2539739"/>
              <a:ext cx="27801" cy="10822"/>
            </a:xfrm>
            <a:custGeom>
              <a:avLst/>
              <a:gdLst/>
              <a:ahLst/>
              <a:cxnLst/>
              <a:rect l="l" t="t" r="r" b="b"/>
              <a:pathLst>
                <a:path w="1061" h="413" extrusionOk="0">
                  <a:moveTo>
                    <a:pt x="279" y="0"/>
                  </a:moveTo>
                  <a:cubicBezTo>
                    <a:pt x="0" y="0"/>
                    <a:pt x="0" y="413"/>
                    <a:pt x="279" y="413"/>
                  </a:cubicBezTo>
                  <a:lnTo>
                    <a:pt x="855" y="413"/>
                  </a:lnTo>
                  <a:cubicBezTo>
                    <a:pt x="970" y="413"/>
                    <a:pt x="1061" y="322"/>
                    <a:pt x="1061" y="206"/>
                  </a:cubicBezTo>
                  <a:cubicBezTo>
                    <a:pt x="1061" y="91"/>
                    <a:pt x="970" y="0"/>
                    <a:pt x="85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6703;p92">
              <a:extLst>
                <a:ext uri="{FF2B5EF4-FFF2-40B4-BE49-F238E27FC236}">
                  <a16:creationId xmlns:a16="http://schemas.microsoft.com/office/drawing/2014/main" id="{27DF589F-BF83-1D32-DDE0-E5393EAD74D0}"/>
                </a:ext>
              </a:extLst>
            </p:cNvPr>
            <p:cNvSpPr/>
            <p:nvPr/>
          </p:nvSpPr>
          <p:spPr>
            <a:xfrm>
              <a:off x="1561127" y="2541233"/>
              <a:ext cx="27801" cy="10848"/>
            </a:xfrm>
            <a:custGeom>
              <a:avLst/>
              <a:gdLst/>
              <a:ahLst/>
              <a:cxnLst/>
              <a:rect l="l" t="t" r="r" b="b"/>
              <a:pathLst>
                <a:path w="1061" h="414" extrusionOk="0">
                  <a:moveTo>
                    <a:pt x="274" y="1"/>
                  </a:moveTo>
                  <a:cubicBezTo>
                    <a:pt x="0" y="1"/>
                    <a:pt x="0" y="413"/>
                    <a:pt x="274" y="413"/>
                  </a:cubicBezTo>
                  <a:lnTo>
                    <a:pt x="855" y="413"/>
                  </a:lnTo>
                  <a:cubicBezTo>
                    <a:pt x="970" y="413"/>
                    <a:pt x="1061" y="322"/>
                    <a:pt x="1061" y="207"/>
                  </a:cubicBezTo>
                  <a:cubicBezTo>
                    <a:pt x="1061" y="92"/>
                    <a:pt x="970" y="1"/>
                    <a:pt x="85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6704;p92">
              <a:extLst>
                <a:ext uri="{FF2B5EF4-FFF2-40B4-BE49-F238E27FC236}">
                  <a16:creationId xmlns:a16="http://schemas.microsoft.com/office/drawing/2014/main" id="{F3BCFBA6-1C9C-80A3-2C41-940F7005DD34}"/>
                </a:ext>
              </a:extLst>
            </p:cNvPr>
            <p:cNvSpPr/>
            <p:nvPr/>
          </p:nvSpPr>
          <p:spPr>
            <a:xfrm>
              <a:off x="1550646" y="2495772"/>
              <a:ext cx="29137" cy="18656"/>
            </a:xfrm>
            <a:custGeom>
              <a:avLst/>
              <a:gdLst/>
              <a:ahLst/>
              <a:cxnLst/>
              <a:rect l="l" t="t" r="r" b="b"/>
              <a:pathLst>
                <a:path w="1112" h="712" extrusionOk="0">
                  <a:moveTo>
                    <a:pt x="812" y="0"/>
                  </a:moveTo>
                  <a:cubicBezTo>
                    <a:pt x="777" y="0"/>
                    <a:pt x="740" y="10"/>
                    <a:pt x="702" y="32"/>
                  </a:cubicBezTo>
                  <a:lnTo>
                    <a:pt x="203" y="320"/>
                  </a:lnTo>
                  <a:cubicBezTo>
                    <a:pt x="1" y="437"/>
                    <a:pt x="116" y="711"/>
                    <a:pt x="301" y="711"/>
                  </a:cubicBezTo>
                  <a:cubicBezTo>
                    <a:pt x="335" y="711"/>
                    <a:pt x="372" y="701"/>
                    <a:pt x="410" y="680"/>
                  </a:cubicBezTo>
                  <a:lnTo>
                    <a:pt x="909" y="392"/>
                  </a:lnTo>
                  <a:cubicBezTo>
                    <a:pt x="1111" y="274"/>
                    <a:pt x="996" y="0"/>
                    <a:pt x="81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6705;p92">
              <a:extLst>
                <a:ext uri="{FF2B5EF4-FFF2-40B4-BE49-F238E27FC236}">
                  <a16:creationId xmlns:a16="http://schemas.microsoft.com/office/drawing/2014/main" id="{55F6BBE9-20EA-0F2A-0D48-6D0289503123}"/>
                </a:ext>
              </a:extLst>
            </p:cNvPr>
            <p:cNvSpPr/>
            <p:nvPr/>
          </p:nvSpPr>
          <p:spPr>
            <a:xfrm>
              <a:off x="1524155" y="2462416"/>
              <a:ext cx="22010" cy="24159"/>
            </a:xfrm>
            <a:custGeom>
              <a:avLst/>
              <a:gdLst/>
              <a:ahLst/>
              <a:cxnLst/>
              <a:rect l="l" t="t" r="r" b="b"/>
              <a:pathLst>
                <a:path w="840" h="922" extrusionOk="0">
                  <a:moveTo>
                    <a:pt x="556" y="1"/>
                  </a:moveTo>
                  <a:cubicBezTo>
                    <a:pt x="492" y="1"/>
                    <a:pt x="427" y="31"/>
                    <a:pt x="384" y="105"/>
                  </a:cubicBezTo>
                  <a:lnTo>
                    <a:pt x="96" y="609"/>
                  </a:lnTo>
                  <a:cubicBezTo>
                    <a:pt x="0" y="773"/>
                    <a:pt x="140" y="922"/>
                    <a:pt x="281" y="922"/>
                  </a:cubicBezTo>
                  <a:cubicBezTo>
                    <a:pt x="346" y="922"/>
                    <a:pt x="412" y="890"/>
                    <a:pt x="456" y="815"/>
                  </a:cubicBezTo>
                  <a:lnTo>
                    <a:pt x="744" y="316"/>
                  </a:lnTo>
                  <a:cubicBezTo>
                    <a:pt x="840" y="150"/>
                    <a:pt x="699" y="1"/>
                    <a:pt x="556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3" name="Google Shape;13511;p90">
            <a:extLst>
              <a:ext uri="{FF2B5EF4-FFF2-40B4-BE49-F238E27FC236}">
                <a16:creationId xmlns:a16="http://schemas.microsoft.com/office/drawing/2014/main" id="{4FBE80FC-8CF7-EB57-7A50-1C3489D8E93F}"/>
              </a:ext>
            </a:extLst>
          </p:cNvPr>
          <p:cNvGrpSpPr/>
          <p:nvPr/>
        </p:nvGrpSpPr>
        <p:grpSpPr>
          <a:xfrm>
            <a:off x="5603960" y="3325540"/>
            <a:ext cx="389872" cy="338151"/>
            <a:chOff x="4890477" y="2430348"/>
            <a:chExt cx="389872" cy="338151"/>
          </a:xfrm>
        </p:grpSpPr>
        <p:sp>
          <p:nvSpPr>
            <p:cNvPr id="1194" name="Google Shape;13512;p90">
              <a:extLst>
                <a:ext uri="{FF2B5EF4-FFF2-40B4-BE49-F238E27FC236}">
                  <a16:creationId xmlns:a16="http://schemas.microsoft.com/office/drawing/2014/main" id="{C796A69A-2C51-CB6A-D30D-C0B87EB0F525}"/>
                </a:ext>
              </a:extLst>
            </p:cNvPr>
            <p:cNvSpPr/>
            <p:nvPr/>
          </p:nvSpPr>
          <p:spPr>
            <a:xfrm>
              <a:off x="4977054" y="2472521"/>
              <a:ext cx="48364" cy="42305"/>
            </a:xfrm>
            <a:custGeom>
              <a:avLst/>
              <a:gdLst/>
              <a:ahLst/>
              <a:cxnLst/>
              <a:rect l="l" t="t" r="r" b="b"/>
              <a:pathLst>
                <a:path w="1844" h="1613" extrusionOk="0">
                  <a:moveTo>
                    <a:pt x="920" y="0"/>
                  </a:moveTo>
                  <a:cubicBezTo>
                    <a:pt x="415" y="0"/>
                    <a:pt x="1" y="361"/>
                    <a:pt x="1" y="808"/>
                  </a:cubicBezTo>
                  <a:cubicBezTo>
                    <a:pt x="1" y="1251"/>
                    <a:pt x="415" y="1612"/>
                    <a:pt x="920" y="1612"/>
                  </a:cubicBezTo>
                  <a:cubicBezTo>
                    <a:pt x="1430" y="1612"/>
                    <a:pt x="1844" y="1251"/>
                    <a:pt x="1844" y="808"/>
                  </a:cubicBezTo>
                  <a:cubicBezTo>
                    <a:pt x="1844" y="361"/>
                    <a:pt x="1430" y="0"/>
                    <a:pt x="920" y="0"/>
                  </a:cubicBez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3513;p90">
              <a:extLst>
                <a:ext uri="{FF2B5EF4-FFF2-40B4-BE49-F238E27FC236}">
                  <a16:creationId xmlns:a16="http://schemas.microsoft.com/office/drawing/2014/main" id="{DC5C92FD-7856-8C22-1757-53A909C83ED4}"/>
                </a:ext>
              </a:extLst>
            </p:cNvPr>
            <p:cNvSpPr/>
            <p:nvPr/>
          </p:nvSpPr>
          <p:spPr>
            <a:xfrm>
              <a:off x="4977054" y="2472521"/>
              <a:ext cx="33230" cy="42305"/>
            </a:xfrm>
            <a:custGeom>
              <a:avLst/>
              <a:gdLst/>
              <a:ahLst/>
              <a:cxnLst/>
              <a:rect l="l" t="t" r="r" b="b"/>
              <a:pathLst>
                <a:path w="1267" h="1613" extrusionOk="0">
                  <a:moveTo>
                    <a:pt x="920" y="0"/>
                  </a:moveTo>
                  <a:cubicBezTo>
                    <a:pt x="415" y="0"/>
                    <a:pt x="1" y="361"/>
                    <a:pt x="1" y="808"/>
                  </a:cubicBezTo>
                  <a:cubicBezTo>
                    <a:pt x="1" y="1251"/>
                    <a:pt x="415" y="1612"/>
                    <a:pt x="920" y="1612"/>
                  </a:cubicBezTo>
                  <a:cubicBezTo>
                    <a:pt x="1040" y="1612"/>
                    <a:pt x="1156" y="1593"/>
                    <a:pt x="1266" y="1554"/>
                  </a:cubicBezTo>
                  <a:cubicBezTo>
                    <a:pt x="934" y="1434"/>
                    <a:pt x="694" y="1145"/>
                    <a:pt x="694" y="808"/>
                  </a:cubicBezTo>
                  <a:cubicBezTo>
                    <a:pt x="694" y="472"/>
                    <a:pt x="934" y="183"/>
                    <a:pt x="1266" y="63"/>
                  </a:cubicBezTo>
                  <a:cubicBezTo>
                    <a:pt x="1156" y="24"/>
                    <a:pt x="1040" y="0"/>
                    <a:pt x="920" y="0"/>
                  </a:cubicBezTo>
                  <a:close/>
                </a:path>
              </a:pathLst>
            </a:custGeom>
            <a:solidFill>
              <a:srgbClr val="798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3514;p90">
              <a:extLst>
                <a:ext uri="{FF2B5EF4-FFF2-40B4-BE49-F238E27FC236}">
                  <a16:creationId xmlns:a16="http://schemas.microsoft.com/office/drawing/2014/main" id="{37913E92-CDD9-4D85-273C-554145AEA2F4}"/>
                </a:ext>
              </a:extLst>
            </p:cNvPr>
            <p:cNvSpPr/>
            <p:nvPr/>
          </p:nvSpPr>
          <p:spPr>
            <a:xfrm>
              <a:off x="4959009" y="2496729"/>
              <a:ext cx="84453" cy="84453"/>
            </a:xfrm>
            <a:custGeom>
              <a:avLst/>
              <a:gdLst/>
              <a:ahLst/>
              <a:cxnLst/>
              <a:rect l="l" t="t" r="r" b="b"/>
              <a:pathLst>
                <a:path w="3220" h="3220" extrusionOk="0">
                  <a:moveTo>
                    <a:pt x="1608" y="1"/>
                  </a:moveTo>
                  <a:cubicBezTo>
                    <a:pt x="718" y="1"/>
                    <a:pt x="1" y="723"/>
                    <a:pt x="1" y="1608"/>
                  </a:cubicBezTo>
                  <a:cubicBezTo>
                    <a:pt x="1" y="2498"/>
                    <a:pt x="718" y="3220"/>
                    <a:pt x="1608" y="3220"/>
                  </a:cubicBezTo>
                  <a:cubicBezTo>
                    <a:pt x="2498" y="3220"/>
                    <a:pt x="3220" y="2498"/>
                    <a:pt x="3220" y="1608"/>
                  </a:cubicBezTo>
                  <a:cubicBezTo>
                    <a:pt x="3220" y="723"/>
                    <a:pt x="2498" y="1"/>
                    <a:pt x="1608" y="1"/>
                  </a:cubicBezTo>
                  <a:close/>
                </a:path>
              </a:pathLst>
            </a:custGeom>
            <a:solidFill>
              <a:srgbClr val="718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3515;p90">
              <a:extLst>
                <a:ext uri="{FF2B5EF4-FFF2-40B4-BE49-F238E27FC236}">
                  <a16:creationId xmlns:a16="http://schemas.microsoft.com/office/drawing/2014/main" id="{13C5EB78-4FC6-BD82-608B-AD0CF8E0CCBB}"/>
                </a:ext>
              </a:extLst>
            </p:cNvPr>
            <p:cNvSpPr/>
            <p:nvPr/>
          </p:nvSpPr>
          <p:spPr>
            <a:xfrm>
              <a:off x="4974588" y="2496729"/>
              <a:ext cx="70657" cy="76007"/>
            </a:xfrm>
            <a:custGeom>
              <a:avLst/>
              <a:gdLst/>
              <a:ahLst/>
              <a:cxnLst/>
              <a:rect l="l" t="t" r="r" b="b"/>
              <a:pathLst>
                <a:path w="2694" h="2898" extrusionOk="0">
                  <a:moveTo>
                    <a:pt x="1023" y="1"/>
                  </a:moveTo>
                  <a:cubicBezTo>
                    <a:pt x="252" y="1"/>
                    <a:pt x="0" y="1060"/>
                    <a:pt x="691" y="1396"/>
                  </a:cubicBezTo>
                  <a:cubicBezTo>
                    <a:pt x="711" y="1406"/>
                    <a:pt x="730" y="1416"/>
                    <a:pt x="749" y="1425"/>
                  </a:cubicBezTo>
                  <a:lnTo>
                    <a:pt x="1553" y="2878"/>
                  </a:lnTo>
                  <a:cubicBezTo>
                    <a:pt x="1553" y="2878"/>
                    <a:pt x="1764" y="2893"/>
                    <a:pt x="1981" y="2898"/>
                  </a:cubicBezTo>
                  <a:cubicBezTo>
                    <a:pt x="2452" y="2546"/>
                    <a:pt x="2693" y="1969"/>
                    <a:pt x="2611" y="1387"/>
                  </a:cubicBezTo>
                  <a:cubicBezTo>
                    <a:pt x="2520" y="723"/>
                    <a:pt x="2024" y="189"/>
                    <a:pt x="1375" y="39"/>
                  </a:cubicBezTo>
                  <a:cubicBezTo>
                    <a:pt x="1259" y="15"/>
                    <a:pt x="1144" y="1"/>
                    <a:pt x="1028" y="1"/>
                  </a:cubicBezTo>
                  <a:cubicBezTo>
                    <a:pt x="1026" y="1"/>
                    <a:pt x="1025" y="1"/>
                    <a:pt x="1023" y="1"/>
                  </a:cubicBezTo>
                  <a:close/>
                </a:path>
              </a:pathLst>
            </a:custGeom>
            <a:solidFill>
              <a:srgbClr val="798F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3516;p90">
              <a:extLst>
                <a:ext uri="{FF2B5EF4-FFF2-40B4-BE49-F238E27FC236}">
                  <a16:creationId xmlns:a16="http://schemas.microsoft.com/office/drawing/2014/main" id="{CF44F6B2-C9BD-D34D-2CA5-79A4F97765AD}"/>
                </a:ext>
              </a:extLst>
            </p:cNvPr>
            <p:cNvSpPr/>
            <p:nvPr/>
          </p:nvSpPr>
          <p:spPr>
            <a:xfrm>
              <a:off x="5079656" y="2436406"/>
              <a:ext cx="180996" cy="176721"/>
            </a:xfrm>
            <a:custGeom>
              <a:avLst/>
              <a:gdLst/>
              <a:ahLst/>
              <a:cxnLst/>
              <a:rect l="l" t="t" r="r" b="b"/>
              <a:pathLst>
                <a:path w="6901" h="6738" extrusionOk="0">
                  <a:moveTo>
                    <a:pt x="689" y="1"/>
                  </a:moveTo>
                  <a:cubicBezTo>
                    <a:pt x="309" y="1"/>
                    <a:pt x="1" y="309"/>
                    <a:pt x="1" y="689"/>
                  </a:cubicBezTo>
                  <a:lnTo>
                    <a:pt x="1" y="4370"/>
                  </a:lnTo>
                  <a:cubicBezTo>
                    <a:pt x="1" y="4750"/>
                    <a:pt x="309" y="5063"/>
                    <a:pt x="689" y="5063"/>
                  </a:cubicBezTo>
                  <a:lnTo>
                    <a:pt x="1382" y="5063"/>
                  </a:lnTo>
                  <a:lnTo>
                    <a:pt x="997" y="6593"/>
                  </a:lnTo>
                  <a:cubicBezTo>
                    <a:pt x="975" y="6672"/>
                    <a:pt x="1037" y="6738"/>
                    <a:pt x="1106" y="6738"/>
                  </a:cubicBezTo>
                  <a:cubicBezTo>
                    <a:pt x="1129" y="6738"/>
                    <a:pt x="1153" y="6730"/>
                    <a:pt x="1175" y="6713"/>
                  </a:cubicBezTo>
                  <a:lnTo>
                    <a:pt x="3451" y="5063"/>
                  </a:lnTo>
                  <a:lnTo>
                    <a:pt x="6213" y="5063"/>
                  </a:lnTo>
                  <a:cubicBezTo>
                    <a:pt x="6593" y="5063"/>
                    <a:pt x="6901" y="4750"/>
                    <a:pt x="6901" y="4370"/>
                  </a:cubicBezTo>
                  <a:lnTo>
                    <a:pt x="6901" y="689"/>
                  </a:lnTo>
                  <a:cubicBezTo>
                    <a:pt x="6901" y="309"/>
                    <a:pt x="6593" y="1"/>
                    <a:pt x="6213" y="1"/>
                  </a:cubicBezTo>
                  <a:close/>
                </a:path>
              </a:pathLst>
            </a:custGeom>
            <a:solidFill>
              <a:srgbClr val="E8EC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3517;p90">
              <a:extLst>
                <a:ext uri="{FF2B5EF4-FFF2-40B4-BE49-F238E27FC236}">
                  <a16:creationId xmlns:a16="http://schemas.microsoft.com/office/drawing/2014/main" id="{B80D7A82-F605-6BC7-3E61-04ED4D0FF523}"/>
                </a:ext>
              </a:extLst>
            </p:cNvPr>
            <p:cNvSpPr/>
            <p:nvPr/>
          </p:nvSpPr>
          <p:spPr>
            <a:xfrm>
              <a:off x="4946761" y="2578769"/>
              <a:ext cx="108687" cy="84584"/>
            </a:xfrm>
            <a:custGeom>
              <a:avLst/>
              <a:gdLst/>
              <a:ahLst/>
              <a:cxnLst/>
              <a:rect l="l" t="t" r="r" b="b"/>
              <a:pathLst>
                <a:path w="4144" h="3225" extrusionOk="0">
                  <a:moveTo>
                    <a:pt x="1382" y="1"/>
                  </a:moveTo>
                  <a:lnTo>
                    <a:pt x="1382" y="693"/>
                  </a:lnTo>
                  <a:cubicBezTo>
                    <a:pt x="1382" y="867"/>
                    <a:pt x="1286" y="1025"/>
                    <a:pt x="1132" y="1102"/>
                  </a:cubicBezTo>
                  <a:lnTo>
                    <a:pt x="386" y="1478"/>
                  </a:lnTo>
                  <a:cubicBezTo>
                    <a:pt x="150" y="1593"/>
                    <a:pt x="6" y="1834"/>
                    <a:pt x="1" y="2094"/>
                  </a:cubicBezTo>
                  <a:lnTo>
                    <a:pt x="1" y="3224"/>
                  </a:lnTo>
                  <a:lnTo>
                    <a:pt x="4144" y="3224"/>
                  </a:lnTo>
                  <a:lnTo>
                    <a:pt x="4144" y="2094"/>
                  </a:lnTo>
                  <a:cubicBezTo>
                    <a:pt x="4144" y="1834"/>
                    <a:pt x="3999" y="1593"/>
                    <a:pt x="3769" y="1478"/>
                  </a:cubicBezTo>
                  <a:lnTo>
                    <a:pt x="3023" y="1102"/>
                  </a:lnTo>
                  <a:cubicBezTo>
                    <a:pt x="2864" y="1025"/>
                    <a:pt x="2768" y="867"/>
                    <a:pt x="2768" y="693"/>
                  </a:cubicBezTo>
                  <a:lnTo>
                    <a:pt x="2768" y="1"/>
                  </a:lnTo>
                  <a:close/>
                </a:path>
              </a:pathLst>
            </a:custGeom>
            <a:solidFill>
              <a:srgbClr val="B0C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3518;p90">
              <a:extLst>
                <a:ext uri="{FF2B5EF4-FFF2-40B4-BE49-F238E27FC236}">
                  <a16:creationId xmlns:a16="http://schemas.microsoft.com/office/drawing/2014/main" id="{4554344A-2322-962B-BA96-C396BBBA1996}"/>
                </a:ext>
              </a:extLst>
            </p:cNvPr>
            <p:cNvSpPr/>
            <p:nvPr/>
          </p:nvSpPr>
          <p:spPr>
            <a:xfrm>
              <a:off x="4946892" y="2610452"/>
              <a:ext cx="108687" cy="91508"/>
            </a:xfrm>
            <a:custGeom>
              <a:avLst/>
              <a:gdLst/>
              <a:ahLst/>
              <a:cxnLst/>
              <a:rect l="l" t="t" r="r" b="b"/>
              <a:pathLst>
                <a:path w="4144" h="3489" extrusionOk="0">
                  <a:moveTo>
                    <a:pt x="915" y="0"/>
                  </a:moveTo>
                  <a:lnTo>
                    <a:pt x="381" y="270"/>
                  </a:lnTo>
                  <a:cubicBezTo>
                    <a:pt x="150" y="385"/>
                    <a:pt x="1" y="621"/>
                    <a:pt x="1" y="886"/>
                  </a:cubicBezTo>
                  <a:lnTo>
                    <a:pt x="1" y="2796"/>
                  </a:lnTo>
                  <a:cubicBezTo>
                    <a:pt x="1" y="3176"/>
                    <a:pt x="309" y="3489"/>
                    <a:pt x="694" y="3489"/>
                  </a:cubicBezTo>
                  <a:lnTo>
                    <a:pt x="4144" y="3489"/>
                  </a:lnTo>
                  <a:lnTo>
                    <a:pt x="4144" y="886"/>
                  </a:lnTo>
                  <a:cubicBezTo>
                    <a:pt x="4144" y="621"/>
                    <a:pt x="3994" y="385"/>
                    <a:pt x="3764" y="270"/>
                  </a:cubicBezTo>
                  <a:lnTo>
                    <a:pt x="3229" y="0"/>
                  </a:lnTo>
                  <a:cubicBezTo>
                    <a:pt x="2763" y="34"/>
                    <a:pt x="2561" y="496"/>
                    <a:pt x="2070" y="496"/>
                  </a:cubicBezTo>
                  <a:cubicBezTo>
                    <a:pt x="1584" y="496"/>
                    <a:pt x="1382" y="34"/>
                    <a:pt x="915" y="0"/>
                  </a:cubicBezTo>
                  <a:close/>
                </a:path>
              </a:pathLst>
            </a:custGeom>
            <a:solidFill>
              <a:srgbClr val="A3B2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3519;p90">
              <a:extLst>
                <a:ext uri="{FF2B5EF4-FFF2-40B4-BE49-F238E27FC236}">
                  <a16:creationId xmlns:a16="http://schemas.microsoft.com/office/drawing/2014/main" id="{5477B09E-27F6-82BA-9121-755611FA421C}"/>
                </a:ext>
              </a:extLst>
            </p:cNvPr>
            <p:cNvSpPr/>
            <p:nvPr/>
          </p:nvSpPr>
          <p:spPr>
            <a:xfrm>
              <a:off x="4946892" y="2622700"/>
              <a:ext cx="54422" cy="79128"/>
            </a:xfrm>
            <a:custGeom>
              <a:avLst/>
              <a:gdLst/>
              <a:ahLst/>
              <a:cxnLst/>
              <a:rect l="l" t="t" r="r" b="b"/>
              <a:pathLst>
                <a:path w="2075" h="3017" extrusionOk="0">
                  <a:moveTo>
                    <a:pt x="140" y="0"/>
                  </a:moveTo>
                  <a:cubicBezTo>
                    <a:pt x="49" y="120"/>
                    <a:pt x="1" y="265"/>
                    <a:pt x="1" y="414"/>
                  </a:cubicBezTo>
                  <a:lnTo>
                    <a:pt x="1" y="2324"/>
                  </a:lnTo>
                  <a:cubicBezTo>
                    <a:pt x="1" y="2709"/>
                    <a:pt x="309" y="3017"/>
                    <a:pt x="694" y="3017"/>
                  </a:cubicBezTo>
                  <a:lnTo>
                    <a:pt x="2075" y="3017"/>
                  </a:lnTo>
                  <a:lnTo>
                    <a:pt x="2075" y="2098"/>
                  </a:lnTo>
                  <a:lnTo>
                    <a:pt x="1156" y="2098"/>
                  </a:lnTo>
                  <a:cubicBezTo>
                    <a:pt x="1026" y="2098"/>
                    <a:pt x="925" y="1997"/>
                    <a:pt x="920" y="1872"/>
                  </a:cubicBezTo>
                  <a:lnTo>
                    <a:pt x="920" y="847"/>
                  </a:lnTo>
                  <a:cubicBezTo>
                    <a:pt x="920" y="707"/>
                    <a:pt x="857" y="573"/>
                    <a:pt x="751" y="486"/>
                  </a:cubicBezTo>
                  <a:lnTo>
                    <a:pt x="140" y="0"/>
                  </a:lnTo>
                  <a:close/>
                </a:path>
              </a:pathLst>
            </a:custGeom>
            <a:solidFill>
              <a:srgbClr val="8FA1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3520;p90">
              <a:extLst>
                <a:ext uri="{FF2B5EF4-FFF2-40B4-BE49-F238E27FC236}">
                  <a16:creationId xmlns:a16="http://schemas.microsoft.com/office/drawing/2014/main" id="{4C995B7F-CD04-A6E0-2195-A9616B443A8D}"/>
                </a:ext>
              </a:extLst>
            </p:cNvPr>
            <p:cNvSpPr/>
            <p:nvPr/>
          </p:nvSpPr>
          <p:spPr>
            <a:xfrm>
              <a:off x="4965330" y="2533946"/>
              <a:ext cx="72073" cy="59353"/>
            </a:xfrm>
            <a:custGeom>
              <a:avLst/>
              <a:gdLst/>
              <a:ahLst/>
              <a:cxnLst/>
              <a:rect l="l" t="t" r="r" b="b"/>
              <a:pathLst>
                <a:path w="2748" h="2263" extrusionOk="0">
                  <a:moveTo>
                    <a:pt x="1051" y="0"/>
                  </a:moveTo>
                  <a:cubicBezTo>
                    <a:pt x="964" y="0"/>
                    <a:pt x="883" y="51"/>
                    <a:pt x="842" y="131"/>
                  </a:cubicBezTo>
                  <a:cubicBezTo>
                    <a:pt x="770" y="290"/>
                    <a:pt x="659" y="430"/>
                    <a:pt x="530" y="545"/>
                  </a:cubicBezTo>
                  <a:cubicBezTo>
                    <a:pt x="477" y="593"/>
                    <a:pt x="424" y="632"/>
                    <a:pt x="371" y="675"/>
                  </a:cubicBezTo>
                  <a:cubicBezTo>
                    <a:pt x="92" y="863"/>
                    <a:pt x="0" y="1233"/>
                    <a:pt x="149" y="1532"/>
                  </a:cubicBezTo>
                  <a:cubicBezTo>
                    <a:pt x="390" y="1979"/>
                    <a:pt x="857" y="2263"/>
                    <a:pt x="1367" y="2263"/>
                  </a:cubicBezTo>
                  <a:cubicBezTo>
                    <a:pt x="2089" y="2263"/>
                    <a:pt x="2690" y="1705"/>
                    <a:pt x="2743" y="988"/>
                  </a:cubicBezTo>
                  <a:cubicBezTo>
                    <a:pt x="2748" y="920"/>
                    <a:pt x="2719" y="853"/>
                    <a:pt x="2666" y="810"/>
                  </a:cubicBezTo>
                  <a:cubicBezTo>
                    <a:pt x="2214" y="425"/>
                    <a:pt x="1680" y="151"/>
                    <a:pt x="1102" y="6"/>
                  </a:cubicBezTo>
                  <a:cubicBezTo>
                    <a:pt x="1085" y="2"/>
                    <a:pt x="1068" y="0"/>
                    <a:pt x="1051" y="0"/>
                  </a:cubicBezTo>
                  <a:close/>
                </a:path>
              </a:pathLst>
            </a:custGeom>
            <a:solidFill>
              <a:srgbClr val="C0CD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3521;p90">
              <a:extLst>
                <a:ext uri="{FF2B5EF4-FFF2-40B4-BE49-F238E27FC236}">
                  <a16:creationId xmlns:a16="http://schemas.microsoft.com/office/drawing/2014/main" id="{792D463B-BC6B-F219-9727-7DF3FEAC8063}"/>
                </a:ext>
              </a:extLst>
            </p:cNvPr>
            <p:cNvSpPr/>
            <p:nvPr/>
          </p:nvSpPr>
          <p:spPr>
            <a:xfrm>
              <a:off x="4965330" y="2533946"/>
              <a:ext cx="72073" cy="58723"/>
            </a:xfrm>
            <a:custGeom>
              <a:avLst/>
              <a:gdLst/>
              <a:ahLst/>
              <a:cxnLst/>
              <a:rect l="l" t="t" r="r" b="b"/>
              <a:pathLst>
                <a:path w="2748" h="2239" extrusionOk="0">
                  <a:moveTo>
                    <a:pt x="1051" y="0"/>
                  </a:moveTo>
                  <a:cubicBezTo>
                    <a:pt x="964" y="0"/>
                    <a:pt x="883" y="51"/>
                    <a:pt x="842" y="131"/>
                  </a:cubicBezTo>
                  <a:cubicBezTo>
                    <a:pt x="789" y="242"/>
                    <a:pt x="717" y="348"/>
                    <a:pt x="635" y="439"/>
                  </a:cubicBezTo>
                  <a:cubicBezTo>
                    <a:pt x="602" y="478"/>
                    <a:pt x="563" y="511"/>
                    <a:pt x="530" y="545"/>
                  </a:cubicBezTo>
                  <a:cubicBezTo>
                    <a:pt x="481" y="588"/>
                    <a:pt x="428" y="627"/>
                    <a:pt x="376" y="665"/>
                  </a:cubicBezTo>
                  <a:cubicBezTo>
                    <a:pt x="44" y="877"/>
                    <a:pt x="0" y="1301"/>
                    <a:pt x="202" y="1613"/>
                  </a:cubicBezTo>
                  <a:cubicBezTo>
                    <a:pt x="414" y="1950"/>
                    <a:pt x="765" y="2181"/>
                    <a:pt x="1160" y="2239"/>
                  </a:cubicBezTo>
                  <a:cubicBezTo>
                    <a:pt x="881" y="2051"/>
                    <a:pt x="679" y="1801"/>
                    <a:pt x="679" y="1339"/>
                  </a:cubicBezTo>
                  <a:lnTo>
                    <a:pt x="679" y="1156"/>
                  </a:lnTo>
                  <a:cubicBezTo>
                    <a:pt x="727" y="1118"/>
                    <a:pt x="780" y="1079"/>
                    <a:pt x="833" y="1031"/>
                  </a:cubicBezTo>
                  <a:cubicBezTo>
                    <a:pt x="963" y="920"/>
                    <a:pt x="1073" y="791"/>
                    <a:pt x="1165" y="646"/>
                  </a:cubicBezTo>
                  <a:cubicBezTo>
                    <a:pt x="1603" y="781"/>
                    <a:pt x="2012" y="1007"/>
                    <a:pt x="2363" y="1305"/>
                  </a:cubicBezTo>
                  <a:cubicBezTo>
                    <a:pt x="2406" y="1344"/>
                    <a:pt x="2469" y="1397"/>
                    <a:pt x="2599" y="1517"/>
                  </a:cubicBezTo>
                  <a:cubicBezTo>
                    <a:pt x="2676" y="1387"/>
                    <a:pt x="2733" y="1137"/>
                    <a:pt x="2748" y="993"/>
                  </a:cubicBezTo>
                  <a:cubicBezTo>
                    <a:pt x="2748" y="920"/>
                    <a:pt x="2719" y="853"/>
                    <a:pt x="2666" y="805"/>
                  </a:cubicBezTo>
                  <a:cubicBezTo>
                    <a:pt x="2214" y="425"/>
                    <a:pt x="1680" y="151"/>
                    <a:pt x="1102" y="6"/>
                  </a:cubicBezTo>
                  <a:cubicBezTo>
                    <a:pt x="1085" y="2"/>
                    <a:pt x="1068" y="0"/>
                    <a:pt x="1051" y="0"/>
                  </a:cubicBezTo>
                  <a:close/>
                </a:path>
              </a:pathLst>
            </a:custGeom>
            <a:solidFill>
              <a:srgbClr val="B0C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3522;p90">
              <a:extLst>
                <a:ext uri="{FF2B5EF4-FFF2-40B4-BE49-F238E27FC236}">
                  <a16:creationId xmlns:a16="http://schemas.microsoft.com/office/drawing/2014/main" id="{4D3DDE4D-1043-E6E8-0080-4F1988078591}"/>
                </a:ext>
              </a:extLst>
            </p:cNvPr>
            <p:cNvSpPr/>
            <p:nvPr/>
          </p:nvSpPr>
          <p:spPr>
            <a:xfrm>
              <a:off x="4995229" y="2641479"/>
              <a:ext cx="84453" cy="60481"/>
            </a:xfrm>
            <a:custGeom>
              <a:avLst/>
              <a:gdLst/>
              <a:ahLst/>
              <a:cxnLst/>
              <a:rect l="l" t="t" r="r" b="b"/>
              <a:pathLst>
                <a:path w="3220" h="2306" extrusionOk="0">
                  <a:moveTo>
                    <a:pt x="227" y="1"/>
                  </a:moveTo>
                  <a:cubicBezTo>
                    <a:pt x="102" y="1"/>
                    <a:pt x="1" y="107"/>
                    <a:pt x="1" y="232"/>
                  </a:cubicBezTo>
                  <a:lnTo>
                    <a:pt x="1" y="2075"/>
                  </a:lnTo>
                  <a:cubicBezTo>
                    <a:pt x="1" y="2200"/>
                    <a:pt x="102" y="2306"/>
                    <a:pt x="227" y="2306"/>
                  </a:cubicBezTo>
                  <a:lnTo>
                    <a:pt x="2989" y="2306"/>
                  </a:lnTo>
                  <a:cubicBezTo>
                    <a:pt x="3119" y="2306"/>
                    <a:pt x="3220" y="2200"/>
                    <a:pt x="3220" y="2075"/>
                  </a:cubicBezTo>
                  <a:lnTo>
                    <a:pt x="3220" y="232"/>
                  </a:lnTo>
                  <a:cubicBezTo>
                    <a:pt x="3220" y="107"/>
                    <a:pt x="3119" y="1"/>
                    <a:pt x="2989" y="1"/>
                  </a:cubicBezTo>
                  <a:close/>
                </a:path>
              </a:pathLst>
            </a:custGeom>
            <a:solidFill>
              <a:srgbClr val="D2D8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3523;p90">
              <a:extLst>
                <a:ext uri="{FF2B5EF4-FFF2-40B4-BE49-F238E27FC236}">
                  <a16:creationId xmlns:a16="http://schemas.microsoft.com/office/drawing/2014/main" id="{F9C21865-B775-0AC4-FB92-77040A904441}"/>
                </a:ext>
              </a:extLst>
            </p:cNvPr>
            <p:cNvSpPr/>
            <p:nvPr/>
          </p:nvSpPr>
          <p:spPr>
            <a:xfrm>
              <a:off x="4910672" y="2701933"/>
              <a:ext cx="349980" cy="24129"/>
            </a:xfrm>
            <a:custGeom>
              <a:avLst/>
              <a:gdLst/>
              <a:ahLst/>
              <a:cxnLst/>
              <a:rect l="l" t="t" r="r" b="b"/>
              <a:pathLst>
                <a:path w="13344" h="920" extrusionOk="0">
                  <a:moveTo>
                    <a:pt x="1" y="1"/>
                  </a:moveTo>
                  <a:lnTo>
                    <a:pt x="1" y="920"/>
                  </a:lnTo>
                  <a:lnTo>
                    <a:pt x="13344" y="920"/>
                  </a:lnTo>
                  <a:lnTo>
                    <a:pt x="13344" y="1"/>
                  </a:lnTo>
                  <a:close/>
                </a:path>
              </a:pathLst>
            </a:custGeom>
            <a:solidFill>
              <a:srgbClr val="B0C1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3524;p90">
              <a:extLst>
                <a:ext uri="{FF2B5EF4-FFF2-40B4-BE49-F238E27FC236}">
                  <a16:creationId xmlns:a16="http://schemas.microsoft.com/office/drawing/2014/main" id="{A4024CE8-6E44-3085-D4B3-3EFED4491307}"/>
                </a:ext>
              </a:extLst>
            </p:cNvPr>
            <p:cNvSpPr/>
            <p:nvPr/>
          </p:nvSpPr>
          <p:spPr>
            <a:xfrm>
              <a:off x="4890477" y="2466699"/>
              <a:ext cx="389872" cy="301800"/>
            </a:xfrm>
            <a:custGeom>
              <a:avLst/>
              <a:gdLst/>
              <a:ahLst/>
              <a:cxnLst/>
              <a:rect l="l" t="t" r="r" b="b"/>
              <a:pathLst>
                <a:path w="14865" h="11507" extrusionOk="0">
                  <a:moveTo>
                    <a:pt x="4216" y="429"/>
                  </a:moveTo>
                  <a:cubicBezTo>
                    <a:pt x="4606" y="429"/>
                    <a:pt x="4923" y="694"/>
                    <a:pt x="4923" y="1021"/>
                  </a:cubicBezTo>
                  <a:lnTo>
                    <a:pt x="4923" y="1064"/>
                  </a:lnTo>
                  <a:cubicBezTo>
                    <a:pt x="4700" y="970"/>
                    <a:pt x="4460" y="923"/>
                    <a:pt x="4221" y="923"/>
                  </a:cubicBezTo>
                  <a:cubicBezTo>
                    <a:pt x="3981" y="923"/>
                    <a:pt x="3742" y="970"/>
                    <a:pt x="3518" y="1064"/>
                  </a:cubicBezTo>
                  <a:cubicBezTo>
                    <a:pt x="3513" y="1050"/>
                    <a:pt x="3513" y="1035"/>
                    <a:pt x="3513" y="1021"/>
                  </a:cubicBezTo>
                  <a:cubicBezTo>
                    <a:pt x="3513" y="698"/>
                    <a:pt x="3826" y="429"/>
                    <a:pt x="4216" y="429"/>
                  </a:cubicBezTo>
                  <a:close/>
                  <a:moveTo>
                    <a:pt x="4223" y="1348"/>
                  </a:moveTo>
                  <a:cubicBezTo>
                    <a:pt x="5159" y="1348"/>
                    <a:pt x="5848" y="2269"/>
                    <a:pt x="5544" y="3186"/>
                  </a:cubicBezTo>
                  <a:cubicBezTo>
                    <a:pt x="4933" y="2565"/>
                    <a:pt x="3855" y="2320"/>
                    <a:pt x="3797" y="2310"/>
                  </a:cubicBezTo>
                  <a:cubicBezTo>
                    <a:pt x="3779" y="2305"/>
                    <a:pt x="3760" y="2302"/>
                    <a:pt x="3742" y="2302"/>
                  </a:cubicBezTo>
                  <a:cubicBezTo>
                    <a:pt x="3697" y="2302"/>
                    <a:pt x="3652" y="2318"/>
                    <a:pt x="3615" y="2349"/>
                  </a:cubicBezTo>
                  <a:cubicBezTo>
                    <a:pt x="3562" y="2392"/>
                    <a:pt x="3533" y="2455"/>
                    <a:pt x="3538" y="2517"/>
                  </a:cubicBezTo>
                  <a:cubicBezTo>
                    <a:pt x="3518" y="2638"/>
                    <a:pt x="3461" y="2748"/>
                    <a:pt x="3369" y="2830"/>
                  </a:cubicBezTo>
                  <a:cubicBezTo>
                    <a:pt x="3197" y="2984"/>
                    <a:pt x="3345" y="3210"/>
                    <a:pt x="3515" y="3210"/>
                  </a:cubicBezTo>
                  <a:cubicBezTo>
                    <a:pt x="3568" y="3210"/>
                    <a:pt x="3624" y="3187"/>
                    <a:pt x="3672" y="3133"/>
                  </a:cubicBezTo>
                  <a:cubicBezTo>
                    <a:pt x="3773" y="3032"/>
                    <a:pt x="3855" y="2917"/>
                    <a:pt x="3908" y="2787"/>
                  </a:cubicBezTo>
                  <a:cubicBezTo>
                    <a:pt x="4269" y="2893"/>
                    <a:pt x="5024" y="3167"/>
                    <a:pt x="5361" y="3643"/>
                  </a:cubicBezTo>
                  <a:cubicBezTo>
                    <a:pt x="5267" y="4203"/>
                    <a:pt x="4782" y="4611"/>
                    <a:pt x="4216" y="4611"/>
                  </a:cubicBezTo>
                  <a:cubicBezTo>
                    <a:pt x="4204" y="4611"/>
                    <a:pt x="4191" y="4611"/>
                    <a:pt x="4177" y="4610"/>
                  </a:cubicBezTo>
                  <a:cubicBezTo>
                    <a:pt x="3595" y="4591"/>
                    <a:pt x="3119" y="4148"/>
                    <a:pt x="3052" y="3571"/>
                  </a:cubicBezTo>
                  <a:lnTo>
                    <a:pt x="3056" y="3571"/>
                  </a:lnTo>
                  <a:cubicBezTo>
                    <a:pt x="3052" y="3537"/>
                    <a:pt x="3042" y="3509"/>
                    <a:pt x="3023" y="3480"/>
                  </a:cubicBezTo>
                  <a:cubicBezTo>
                    <a:pt x="2489" y="2609"/>
                    <a:pt x="3037" y="1473"/>
                    <a:pt x="4052" y="1358"/>
                  </a:cubicBezTo>
                  <a:cubicBezTo>
                    <a:pt x="4110" y="1351"/>
                    <a:pt x="4167" y="1348"/>
                    <a:pt x="4223" y="1348"/>
                  </a:cubicBezTo>
                  <a:close/>
                  <a:moveTo>
                    <a:pt x="4692" y="4966"/>
                  </a:moveTo>
                  <a:lnTo>
                    <a:pt x="4692" y="5197"/>
                  </a:lnTo>
                  <a:cubicBezTo>
                    <a:pt x="4692" y="5270"/>
                    <a:pt x="4712" y="5342"/>
                    <a:pt x="4745" y="5409"/>
                  </a:cubicBezTo>
                  <a:lnTo>
                    <a:pt x="4543" y="5602"/>
                  </a:lnTo>
                  <a:cubicBezTo>
                    <a:pt x="4452" y="5688"/>
                    <a:pt x="4334" y="5732"/>
                    <a:pt x="4216" y="5732"/>
                  </a:cubicBezTo>
                  <a:cubicBezTo>
                    <a:pt x="4098" y="5732"/>
                    <a:pt x="3980" y="5688"/>
                    <a:pt x="3889" y="5602"/>
                  </a:cubicBezTo>
                  <a:lnTo>
                    <a:pt x="3687" y="5409"/>
                  </a:lnTo>
                  <a:cubicBezTo>
                    <a:pt x="3720" y="5342"/>
                    <a:pt x="3740" y="5270"/>
                    <a:pt x="3740" y="5197"/>
                  </a:cubicBezTo>
                  <a:lnTo>
                    <a:pt x="3740" y="4966"/>
                  </a:lnTo>
                  <a:cubicBezTo>
                    <a:pt x="3894" y="5015"/>
                    <a:pt x="4052" y="5043"/>
                    <a:pt x="4216" y="5043"/>
                  </a:cubicBezTo>
                  <a:lnTo>
                    <a:pt x="4216" y="5039"/>
                  </a:lnTo>
                  <a:cubicBezTo>
                    <a:pt x="4380" y="5039"/>
                    <a:pt x="4538" y="5015"/>
                    <a:pt x="4692" y="4966"/>
                  </a:cubicBezTo>
                  <a:close/>
                  <a:moveTo>
                    <a:pt x="6983" y="6886"/>
                  </a:moveTo>
                  <a:cubicBezTo>
                    <a:pt x="6992" y="6886"/>
                    <a:pt x="7002" y="6891"/>
                    <a:pt x="7002" y="6901"/>
                  </a:cubicBezTo>
                  <a:lnTo>
                    <a:pt x="7002" y="8744"/>
                  </a:lnTo>
                  <a:cubicBezTo>
                    <a:pt x="7002" y="8753"/>
                    <a:pt x="6992" y="8758"/>
                    <a:pt x="6983" y="8758"/>
                  </a:cubicBezTo>
                  <a:lnTo>
                    <a:pt x="4216" y="8758"/>
                  </a:lnTo>
                  <a:cubicBezTo>
                    <a:pt x="4211" y="8758"/>
                    <a:pt x="4202" y="8753"/>
                    <a:pt x="4202" y="8744"/>
                  </a:cubicBezTo>
                  <a:lnTo>
                    <a:pt x="4202" y="6901"/>
                  </a:lnTo>
                  <a:cubicBezTo>
                    <a:pt x="4202" y="6891"/>
                    <a:pt x="4211" y="6886"/>
                    <a:pt x="4216" y="6886"/>
                  </a:cubicBezTo>
                  <a:close/>
                  <a:moveTo>
                    <a:pt x="5092" y="5674"/>
                  </a:moveTo>
                  <a:lnTo>
                    <a:pt x="5813" y="6035"/>
                  </a:lnTo>
                  <a:cubicBezTo>
                    <a:pt x="5977" y="6116"/>
                    <a:pt x="6078" y="6275"/>
                    <a:pt x="6078" y="6458"/>
                  </a:cubicBezTo>
                  <a:lnTo>
                    <a:pt x="4221" y="6458"/>
                  </a:lnTo>
                  <a:cubicBezTo>
                    <a:pt x="3971" y="6458"/>
                    <a:pt x="3773" y="6655"/>
                    <a:pt x="3773" y="6901"/>
                  </a:cubicBezTo>
                  <a:lnTo>
                    <a:pt x="3773" y="7839"/>
                  </a:lnTo>
                  <a:lnTo>
                    <a:pt x="3282" y="7839"/>
                  </a:lnTo>
                  <a:lnTo>
                    <a:pt x="3282" y="6954"/>
                  </a:lnTo>
                  <a:cubicBezTo>
                    <a:pt x="3275" y="6819"/>
                    <a:pt x="3171" y="6752"/>
                    <a:pt x="3066" y="6752"/>
                  </a:cubicBezTo>
                  <a:cubicBezTo>
                    <a:pt x="2961" y="6752"/>
                    <a:pt x="2857" y="6819"/>
                    <a:pt x="2849" y="6954"/>
                  </a:cubicBezTo>
                  <a:lnTo>
                    <a:pt x="2849" y="8056"/>
                  </a:lnTo>
                  <a:cubicBezTo>
                    <a:pt x="2849" y="8171"/>
                    <a:pt x="2946" y="8267"/>
                    <a:pt x="3066" y="8267"/>
                  </a:cubicBezTo>
                  <a:lnTo>
                    <a:pt x="3773" y="8267"/>
                  </a:lnTo>
                  <a:lnTo>
                    <a:pt x="3773" y="8744"/>
                  </a:lnTo>
                  <a:lnTo>
                    <a:pt x="3773" y="8758"/>
                  </a:lnTo>
                  <a:lnTo>
                    <a:pt x="2835" y="8758"/>
                  </a:lnTo>
                  <a:cubicBezTo>
                    <a:pt x="2832" y="8758"/>
                    <a:pt x="2829" y="8758"/>
                    <a:pt x="2826" y="8758"/>
                  </a:cubicBezTo>
                  <a:cubicBezTo>
                    <a:pt x="2566" y="8758"/>
                    <a:pt x="2359" y="8544"/>
                    <a:pt x="2359" y="8287"/>
                  </a:cubicBezTo>
                  <a:lnTo>
                    <a:pt x="2359" y="8282"/>
                  </a:lnTo>
                  <a:lnTo>
                    <a:pt x="2359" y="6463"/>
                  </a:lnTo>
                  <a:cubicBezTo>
                    <a:pt x="2354" y="6280"/>
                    <a:pt x="2460" y="6116"/>
                    <a:pt x="2618" y="6035"/>
                  </a:cubicBezTo>
                  <a:lnTo>
                    <a:pt x="3340" y="5674"/>
                  </a:lnTo>
                  <a:lnTo>
                    <a:pt x="3590" y="5914"/>
                  </a:lnTo>
                  <a:cubicBezTo>
                    <a:pt x="3766" y="6080"/>
                    <a:pt x="3991" y="6163"/>
                    <a:pt x="4216" y="6163"/>
                  </a:cubicBezTo>
                  <a:cubicBezTo>
                    <a:pt x="4441" y="6163"/>
                    <a:pt x="4666" y="6080"/>
                    <a:pt x="4842" y="5914"/>
                  </a:cubicBezTo>
                  <a:lnTo>
                    <a:pt x="5092" y="5674"/>
                  </a:lnTo>
                  <a:close/>
                  <a:moveTo>
                    <a:pt x="13916" y="9191"/>
                  </a:moveTo>
                  <a:lnTo>
                    <a:pt x="13916" y="9682"/>
                  </a:lnTo>
                  <a:lnTo>
                    <a:pt x="973" y="9682"/>
                  </a:lnTo>
                  <a:lnTo>
                    <a:pt x="973" y="9191"/>
                  </a:lnTo>
                  <a:close/>
                  <a:moveTo>
                    <a:pt x="4216" y="1"/>
                  </a:moveTo>
                  <a:cubicBezTo>
                    <a:pt x="3586" y="1"/>
                    <a:pt x="3076" y="458"/>
                    <a:pt x="3076" y="1021"/>
                  </a:cubicBezTo>
                  <a:cubicBezTo>
                    <a:pt x="3076" y="1112"/>
                    <a:pt x="3090" y="1204"/>
                    <a:pt x="3114" y="1290"/>
                  </a:cubicBezTo>
                  <a:cubicBezTo>
                    <a:pt x="2373" y="1844"/>
                    <a:pt x="2166" y="2864"/>
                    <a:pt x="2628" y="3662"/>
                  </a:cubicBezTo>
                  <a:cubicBezTo>
                    <a:pt x="2691" y="4110"/>
                    <a:pt x="2936" y="4505"/>
                    <a:pt x="3307" y="4760"/>
                  </a:cubicBezTo>
                  <a:lnTo>
                    <a:pt x="3307" y="5197"/>
                  </a:lnTo>
                  <a:cubicBezTo>
                    <a:pt x="3307" y="5202"/>
                    <a:pt x="3302" y="5207"/>
                    <a:pt x="3297" y="5212"/>
                  </a:cubicBezTo>
                  <a:lnTo>
                    <a:pt x="2431" y="5650"/>
                  </a:lnTo>
                  <a:cubicBezTo>
                    <a:pt x="2118" y="5804"/>
                    <a:pt x="1926" y="6116"/>
                    <a:pt x="1926" y="6463"/>
                  </a:cubicBezTo>
                  <a:lnTo>
                    <a:pt x="1926" y="8287"/>
                  </a:lnTo>
                  <a:cubicBezTo>
                    <a:pt x="1926" y="8450"/>
                    <a:pt x="1974" y="8619"/>
                    <a:pt x="2060" y="8758"/>
                  </a:cubicBezTo>
                  <a:lnTo>
                    <a:pt x="299" y="8758"/>
                  </a:lnTo>
                  <a:cubicBezTo>
                    <a:pt x="295" y="8758"/>
                    <a:pt x="290" y="8758"/>
                    <a:pt x="285" y="8758"/>
                  </a:cubicBezTo>
                  <a:cubicBezTo>
                    <a:pt x="1" y="8758"/>
                    <a:pt x="1" y="9191"/>
                    <a:pt x="285" y="9191"/>
                  </a:cubicBezTo>
                  <a:cubicBezTo>
                    <a:pt x="290" y="9191"/>
                    <a:pt x="295" y="9191"/>
                    <a:pt x="299" y="9191"/>
                  </a:cubicBezTo>
                  <a:lnTo>
                    <a:pt x="545" y="9191"/>
                  </a:lnTo>
                  <a:lnTo>
                    <a:pt x="545" y="11279"/>
                  </a:lnTo>
                  <a:cubicBezTo>
                    <a:pt x="535" y="11431"/>
                    <a:pt x="647" y="11507"/>
                    <a:pt x="759" y="11507"/>
                  </a:cubicBezTo>
                  <a:cubicBezTo>
                    <a:pt x="871" y="11507"/>
                    <a:pt x="982" y="11431"/>
                    <a:pt x="973" y="11279"/>
                  </a:cubicBezTo>
                  <a:lnTo>
                    <a:pt x="973" y="10115"/>
                  </a:lnTo>
                  <a:lnTo>
                    <a:pt x="13916" y="10115"/>
                  </a:lnTo>
                  <a:lnTo>
                    <a:pt x="13916" y="11279"/>
                  </a:lnTo>
                  <a:cubicBezTo>
                    <a:pt x="13924" y="11417"/>
                    <a:pt x="14028" y="11485"/>
                    <a:pt x="14133" y="11485"/>
                  </a:cubicBezTo>
                  <a:cubicBezTo>
                    <a:pt x="14238" y="11485"/>
                    <a:pt x="14342" y="11417"/>
                    <a:pt x="14350" y="11279"/>
                  </a:cubicBezTo>
                  <a:lnTo>
                    <a:pt x="14350" y="9191"/>
                  </a:lnTo>
                  <a:lnTo>
                    <a:pt x="14595" y="9191"/>
                  </a:lnTo>
                  <a:cubicBezTo>
                    <a:pt x="14864" y="9177"/>
                    <a:pt x="14864" y="8773"/>
                    <a:pt x="14595" y="8758"/>
                  </a:cubicBezTo>
                  <a:lnTo>
                    <a:pt x="7430" y="8758"/>
                  </a:lnTo>
                  <a:lnTo>
                    <a:pt x="7430" y="8744"/>
                  </a:lnTo>
                  <a:lnTo>
                    <a:pt x="7430" y="6901"/>
                  </a:lnTo>
                  <a:cubicBezTo>
                    <a:pt x="7430" y="6655"/>
                    <a:pt x="7228" y="6453"/>
                    <a:pt x="6983" y="6453"/>
                  </a:cubicBezTo>
                  <a:lnTo>
                    <a:pt x="6506" y="6453"/>
                  </a:lnTo>
                  <a:cubicBezTo>
                    <a:pt x="6506" y="6112"/>
                    <a:pt x="6309" y="5799"/>
                    <a:pt x="6006" y="5650"/>
                  </a:cubicBezTo>
                  <a:lnTo>
                    <a:pt x="5130" y="5212"/>
                  </a:lnTo>
                  <a:cubicBezTo>
                    <a:pt x="5125" y="5212"/>
                    <a:pt x="5121" y="5207"/>
                    <a:pt x="5121" y="5197"/>
                  </a:cubicBezTo>
                  <a:lnTo>
                    <a:pt x="5121" y="4760"/>
                  </a:lnTo>
                  <a:cubicBezTo>
                    <a:pt x="5491" y="4505"/>
                    <a:pt x="5736" y="4110"/>
                    <a:pt x="5799" y="3662"/>
                  </a:cubicBezTo>
                  <a:cubicBezTo>
                    <a:pt x="6261" y="2864"/>
                    <a:pt x="6054" y="1844"/>
                    <a:pt x="5313" y="1290"/>
                  </a:cubicBezTo>
                  <a:cubicBezTo>
                    <a:pt x="5337" y="1204"/>
                    <a:pt x="5352" y="1112"/>
                    <a:pt x="5352" y="1021"/>
                  </a:cubicBezTo>
                  <a:cubicBezTo>
                    <a:pt x="5352" y="458"/>
                    <a:pt x="4842" y="1"/>
                    <a:pt x="421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3525;p90">
              <a:extLst>
                <a:ext uri="{FF2B5EF4-FFF2-40B4-BE49-F238E27FC236}">
                  <a16:creationId xmlns:a16="http://schemas.microsoft.com/office/drawing/2014/main" id="{1C5DFA01-7B07-5B6E-8475-FE3488FE5FCA}"/>
                </a:ext>
              </a:extLst>
            </p:cNvPr>
            <p:cNvSpPr/>
            <p:nvPr/>
          </p:nvSpPr>
          <p:spPr>
            <a:xfrm>
              <a:off x="5023529" y="2666212"/>
              <a:ext cx="27618" cy="11278"/>
            </a:xfrm>
            <a:custGeom>
              <a:avLst/>
              <a:gdLst/>
              <a:ahLst/>
              <a:cxnLst/>
              <a:rect l="l" t="t" r="r" b="b"/>
              <a:pathLst>
                <a:path w="1053" h="430" extrusionOk="0">
                  <a:moveTo>
                    <a:pt x="280" y="1"/>
                  </a:moveTo>
                  <a:cubicBezTo>
                    <a:pt x="1" y="1"/>
                    <a:pt x="1" y="430"/>
                    <a:pt x="280" y="430"/>
                  </a:cubicBezTo>
                  <a:cubicBezTo>
                    <a:pt x="286" y="430"/>
                    <a:pt x="292" y="430"/>
                    <a:pt x="298" y="429"/>
                  </a:cubicBezTo>
                  <a:lnTo>
                    <a:pt x="755" y="429"/>
                  </a:lnTo>
                  <a:cubicBezTo>
                    <a:pt x="761" y="430"/>
                    <a:pt x="767" y="430"/>
                    <a:pt x="773" y="430"/>
                  </a:cubicBezTo>
                  <a:cubicBezTo>
                    <a:pt x="1052" y="430"/>
                    <a:pt x="1052" y="1"/>
                    <a:pt x="773" y="1"/>
                  </a:cubicBezTo>
                  <a:cubicBezTo>
                    <a:pt x="767" y="1"/>
                    <a:pt x="761" y="1"/>
                    <a:pt x="755" y="1"/>
                  </a:cubicBezTo>
                  <a:lnTo>
                    <a:pt x="298" y="1"/>
                  </a:lnTo>
                  <a:cubicBezTo>
                    <a:pt x="292" y="1"/>
                    <a:pt x="286" y="1"/>
                    <a:pt x="28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3526;p90">
              <a:extLst>
                <a:ext uri="{FF2B5EF4-FFF2-40B4-BE49-F238E27FC236}">
                  <a16:creationId xmlns:a16="http://schemas.microsoft.com/office/drawing/2014/main" id="{DB1F08E3-490A-86CF-48F9-AFDD602D6C25}"/>
                </a:ext>
              </a:extLst>
            </p:cNvPr>
            <p:cNvSpPr/>
            <p:nvPr/>
          </p:nvSpPr>
          <p:spPr>
            <a:xfrm>
              <a:off x="5074095" y="2430348"/>
              <a:ext cx="192615" cy="188523"/>
            </a:xfrm>
            <a:custGeom>
              <a:avLst/>
              <a:gdLst/>
              <a:ahLst/>
              <a:cxnLst/>
              <a:rect l="l" t="t" r="r" b="b"/>
              <a:pathLst>
                <a:path w="7344" h="7188" extrusionOk="0">
                  <a:moveTo>
                    <a:pt x="6439" y="434"/>
                  </a:moveTo>
                  <a:cubicBezTo>
                    <a:pt x="6699" y="434"/>
                    <a:pt x="6911" y="646"/>
                    <a:pt x="6915" y="910"/>
                  </a:cubicBezTo>
                  <a:lnTo>
                    <a:pt x="6915" y="4596"/>
                  </a:lnTo>
                  <a:cubicBezTo>
                    <a:pt x="6915" y="4861"/>
                    <a:pt x="6699" y="5077"/>
                    <a:pt x="6434" y="5077"/>
                  </a:cubicBezTo>
                  <a:lnTo>
                    <a:pt x="3668" y="5077"/>
                  </a:lnTo>
                  <a:cubicBezTo>
                    <a:pt x="3624" y="5077"/>
                    <a:pt x="3576" y="5092"/>
                    <a:pt x="3542" y="5116"/>
                  </a:cubicBezTo>
                  <a:lnTo>
                    <a:pt x="1483" y="6612"/>
                  </a:lnTo>
                  <a:lnTo>
                    <a:pt x="1801" y="5342"/>
                  </a:lnTo>
                  <a:cubicBezTo>
                    <a:pt x="1834" y="5207"/>
                    <a:pt x="1733" y="5077"/>
                    <a:pt x="1594" y="5077"/>
                  </a:cubicBezTo>
                  <a:lnTo>
                    <a:pt x="901" y="5077"/>
                  </a:lnTo>
                  <a:cubicBezTo>
                    <a:pt x="636" y="5073"/>
                    <a:pt x="424" y="4861"/>
                    <a:pt x="424" y="4601"/>
                  </a:cubicBezTo>
                  <a:lnTo>
                    <a:pt x="424" y="910"/>
                  </a:lnTo>
                  <a:lnTo>
                    <a:pt x="429" y="910"/>
                  </a:lnTo>
                  <a:cubicBezTo>
                    <a:pt x="429" y="646"/>
                    <a:pt x="641" y="434"/>
                    <a:pt x="906" y="434"/>
                  </a:cubicBezTo>
                  <a:close/>
                  <a:moveTo>
                    <a:pt x="901" y="1"/>
                  </a:moveTo>
                  <a:cubicBezTo>
                    <a:pt x="400" y="6"/>
                    <a:pt x="1" y="410"/>
                    <a:pt x="1" y="910"/>
                  </a:cubicBezTo>
                  <a:lnTo>
                    <a:pt x="1" y="4596"/>
                  </a:lnTo>
                  <a:cubicBezTo>
                    <a:pt x="1" y="5097"/>
                    <a:pt x="405" y="5506"/>
                    <a:pt x="906" y="5506"/>
                  </a:cubicBezTo>
                  <a:lnTo>
                    <a:pt x="1324" y="5506"/>
                  </a:lnTo>
                  <a:lnTo>
                    <a:pt x="1007" y="6776"/>
                  </a:lnTo>
                  <a:cubicBezTo>
                    <a:pt x="949" y="7001"/>
                    <a:pt x="1128" y="7187"/>
                    <a:pt x="1328" y="7187"/>
                  </a:cubicBezTo>
                  <a:cubicBezTo>
                    <a:pt x="1393" y="7187"/>
                    <a:pt x="1460" y="7167"/>
                    <a:pt x="1521" y="7122"/>
                  </a:cubicBezTo>
                  <a:lnTo>
                    <a:pt x="3745" y="5506"/>
                  </a:lnTo>
                  <a:lnTo>
                    <a:pt x="6434" y="5506"/>
                  </a:lnTo>
                  <a:cubicBezTo>
                    <a:pt x="6935" y="5506"/>
                    <a:pt x="7344" y="5097"/>
                    <a:pt x="7344" y="4596"/>
                  </a:cubicBezTo>
                  <a:lnTo>
                    <a:pt x="7344" y="910"/>
                  </a:lnTo>
                  <a:cubicBezTo>
                    <a:pt x="7339" y="410"/>
                    <a:pt x="6935" y="1"/>
                    <a:pt x="64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3527;p90">
              <a:extLst>
                <a:ext uri="{FF2B5EF4-FFF2-40B4-BE49-F238E27FC236}">
                  <a16:creationId xmlns:a16="http://schemas.microsoft.com/office/drawing/2014/main" id="{6BB20F5A-9F33-BE02-688F-2D498B488A1F}"/>
                </a:ext>
              </a:extLst>
            </p:cNvPr>
            <p:cNvSpPr/>
            <p:nvPr/>
          </p:nvSpPr>
          <p:spPr>
            <a:xfrm>
              <a:off x="5108086" y="2466699"/>
              <a:ext cx="33047" cy="11278"/>
            </a:xfrm>
            <a:custGeom>
              <a:avLst/>
              <a:gdLst/>
              <a:ahLst/>
              <a:cxnLst/>
              <a:rect l="l" t="t" r="r" b="b"/>
              <a:pathLst>
                <a:path w="1260" h="430" extrusionOk="0">
                  <a:moveTo>
                    <a:pt x="280" y="0"/>
                  </a:moveTo>
                  <a:cubicBezTo>
                    <a:pt x="1" y="0"/>
                    <a:pt x="1" y="430"/>
                    <a:pt x="280" y="430"/>
                  </a:cubicBezTo>
                  <a:cubicBezTo>
                    <a:pt x="286" y="430"/>
                    <a:pt x="292" y="429"/>
                    <a:pt x="298" y="429"/>
                  </a:cubicBezTo>
                  <a:lnTo>
                    <a:pt x="991" y="429"/>
                  </a:lnTo>
                  <a:cubicBezTo>
                    <a:pt x="1260" y="415"/>
                    <a:pt x="1260" y="15"/>
                    <a:pt x="991" y="1"/>
                  </a:cubicBezTo>
                  <a:lnTo>
                    <a:pt x="298" y="1"/>
                  </a:lnTo>
                  <a:cubicBezTo>
                    <a:pt x="292" y="0"/>
                    <a:pt x="286" y="0"/>
                    <a:pt x="28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3528;p90">
              <a:extLst>
                <a:ext uri="{FF2B5EF4-FFF2-40B4-BE49-F238E27FC236}">
                  <a16:creationId xmlns:a16="http://schemas.microsoft.com/office/drawing/2014/main" id="{BA0BAA22-B389-95A9-C0D0-151A2FD24B97}"/>
                </a:ext>
              </a:extLst>
            </p:cNvPr>
            <p:cNvSpPr/>
            <p:nvPr/>
          </p:nvSpPr>
          <p:spPr>
            <a:xfrm>
              <a:off x="5150496" y="2466699"/>
              <a:ext cx="82118" cy="11278"/>
            </a:xfrm>
            <a:custGeom>
              <a:avLst/>
              <a:gdLst/>
              <a:ahLst/>
              <a:cxnLst/>
              <a:rect l="l" t="t" r="r" b="b"/>
              <a:pathLst>
                <a:path w="3131" h="430" extrusionOk="0">
                  <a:moveTo>
                    <a:pt x="279" y="0"/>
                  </a:moveTo>
                  <a:cubicBezTo>
                    <a:pt x="0" y="0"/>
                    <a:pt x="0" y="430"/>
                    <a:pt x="279" y="430"/>
                  </a:cubicBezTo>
                  <a:cubicBezTo>
                    <a:pt x="285" y="430"/>
                    <a:pt x="291" y="429"/>
                    <a:pt x="297" y="429"/>
                  </a:cubicBezTo>
                  <a:lnTo>
                    <a:pt x="2833" y="429"/>
                  </a:lnTo>
                  <a:cubicBezTo>
                    <a:pt x="2839" y="429"/>
                    <a:pt x="2845" y="430"/>
                    <a:pt x="2851" y="430"/>
                  </a:cubicBezTo>
                  <a:cubicBezTo>
                    <a:pt x="3130" y="430"/>
                    <a:pt x="3130" y="0"/>
                    <a:pt x="2851" y="0"/>
                  </a:cubicBezTo>
                  <a:cubicBezTo>
                    <a:pt x="2845" y="0"/>
                    <a:pt x="2839" y="0"/>
                    <a:pt x="2833" y="1"/>
                  </a:cubicBezTo>
                  <a:lnTo>
                    <a:pt x="297" y="1"/>
                  </a:lnTo>
                  <a:cubicBezTo>
                    <a:pt x="291" y="0"/>
                    <a:pt x="285" y="0"/>
                    <a:pt x="27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3529;p90">
              <a:extLst>
                <a:ext uri="{FF2B5EF4-FFF2-40B4-BE49-F238E27FC236}">
                  <a16:creationId xmlns:a16="http://schemas.microsoft.com/office/drawing/2014/main" id="{A3E472D3-2AAA-C246-4FA7-DF17993BFEA3}"/>
                </a:ext>
              </a:extLst>
            </p:cNvPr>
            <p:cNvSpPr/>
            <p:nvPr/>
          </p:nvSpPr>
          <p:spPr>
            <a:xfrm>
              <a:off x="5108060" y="2496861"/>
              <a:ext cx="123951" cy="11409"/>
            </a:xfrm>
            <a:custGeom>
              <a:avLst/>
              <a:gdLst/>
              <a:ahLst/>
              <a:cxnLst/>
              <a:rect l="l" t="t" r="r" b="b"/>
              <a:pathLst>
                <a:path w="4726" h="435" extrusionOk="0">
                  <a:moveTo>
                    <a:pt x="285" y="0"/>
                  </a:moveTo>
                  <a:cubicBezTo>
                    <a:pt x="0" y="0"/>
                    <a:pt x="0" y="434"/>
                    <a:pt x="285" y="434"/>
                  </a:cubicBezTo>
                  <a:cubicBezTo>
                    <a:pt x="289" y="434"/>
                    <a:pt x="294" y="434"/>
                    <a:pt x="299" y="434"/>
                  </a:cubicBezTo>
                  <a:lnTo>
                    <a:pt x="4451" y="434"/>
                  </a:lnTo>
                  <a:cubicBezTo>
                    <a:pt x="4725" y="419"/>
                    <a:pt x="4725" y="15"/>
                    <a:pt x="4451" y="1"/>
                  </a:cubicBezTo>
                  <a:lnTo>
                    <a:pt x="299" y="1"/>
                  </a:lnTo>
                  <a:cubicBezTo>
                    <a:pt x="294" y="1"/>
                    <a:pt x="289" y="0"/>
                    <a:pt x="2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3530;p90">
              <a:extLst>
                <a:ext uri="{FF2B5EF4-FFF2-40B4-BE49-F238E27FC236}">
                  <a16:creationId xmlns:a16="http://schemas.microsoft.com/office/drawing/2014/main" id="{C76DF4B1-81FB-1A32-37FF-98E895F4BE78}"/>
                </a:ext>
              </a:extLst>
            </p:cNvPr>
            <p:cNvSpPr/>
            <p:nvPr/>
          </p:nvSpPr>
          <p:spPr>
            <a:xfrm>
              <a:off x="5108060" y="2527153"/>
              <a:ext cx="82171" cy="11383"/>
            </a:xfrm>
            <a:custGeom>
              <a:avLst/>
              <a:gdLst/>
              <a:ahLst/>
              <a:cxnLst/>
              <a:rect l="l" t="t" r="r" b="b"/>
              <a:pathLst>
                <a:path w="3133" h="434" extrusionOk="0">
                  <a:moveTo>
                    <a:pt x="285" y="0"/>
                  </a:moveTo>
                  <a:cubicBezTo>
                    <a:pt x="0" y="0"/>
                    <a:pt x="0" y="434"/>
                    <a:pt x="285" y="434"/>
                  </a:cubicBezTo>
                  <a:cubicBezTo>
                    <a:pt x="289" y="434"/>
                    <a:pt x="294" y="434"/>
                    <a:pt x="299" y="434"/>
                  </a:cubicBezTo>
                  <a:lnTo>
                    <a:pt x="2834" y="434"/>
                  </a:lnTo>
                  <a:cubicBezTo>
                    <a:pt x="2839" y="434"/>
                    <a:pt x="2844" y="434"/>
                    <a:pt x="2848" y="434"/>
                  </a:cubicBezTo>
                  <a:cubicBezTo>
                    <a:pt x="3133" y="434"/>
                    <a:pt x="3133" y="0"/>
                    <a:pt x="2848" y="0"/>
                  </a:cubicBezTo>
                  <a:cubicBezTo>
                    <a:pt x="2844" y="0"/>
                    <a:pt x="2839" y="0"/>
                    <a:pt x="2834" y="1"/>
                  </a:cubicBezTo>
                  <a:lnTo>
                    <a:pt x="299" y="1"/>
                  </a:lnTo>
                  <a:cubicBezTo>
                    <a:pt x="294" y="0"/>
                    <a:pt x="289" y="0"/>
                    <a:pt x="28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3531;p90">
              <a:extLst>
                <a:ext uri="{FF2B5EF4-FFF2-40B4-BE49-F238E27FC236}">
                  <a16:creationId xmlns:a16="http://schemas.microsoft.com/office/drawing/2014/main" id="{484676E2-592D-BB9B-4DBB-5F993EA3DAF6}"/>
                </a:ext>
              </a:extLst>
            </p:cNvPr>
            <p:cNvSpPr/>
            <p:nvPr/>
          </p:nvSpPr>
          <p:spPr>
            <a:xfrm>
              <a:off x="5199437" y="2527153"/>
              <a:ext cx="32443" cy="11383"/>
            </a:xfrm>
            <a:custGeom>
              <a:avLst/>
              <a:gdLst/>
              <a:ahLst/>
              <a:cxnLst/>
              <a:rect l="l" t="t" r="r" b="b"/>
              <a:pathLst>
                <a:path w="1237" h="434" extrusionOk="0">
                  <a:moveTo>
                    <a:pt x="274" y="1"/>
                  </a:moveTo>
                  <a:cubicBezTo>
                    <a:pt x="0" y="15"/>
                    <a:pt x="0" y="419"/>
                    <a:pt x="274" y="434"/>
                  </a:cubicBezTo>
                  <a:lnTo>
                    <a:pt x="962" y="434"/>
                  </a:lnTo>
                  <a:cubicBezTo>
                    <a:pt x="1237" y="419"/>
                    <a:pt x="1237" y="15"/>
                    <a:pt x="9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9919;p94">
            <a:extLst>
              <a:ext uri="{FF2B5EF4-FFF2-40B4-BE49-F238E27FC236}">
                <a16:creationId xmlns:a16="http://schemas.microsoft.com/office/drawing/2014/main" id="{145B4645-1E2A-5036-02AA-3A56F51FB200}"/>
              </a:ext>
            </a:extLst>
          </p:cNvPr>
          <p:cNvGrpSpPr/>
          <p:nvPr/>
        </p:nvGrpSpPr>
        <p:grpSpPr>
          <a:xfrm>
            <a:off x="7097926" y="1391521"/>
            <a:ext cx="346738" cy="346816"/>
            <a:chOff x="6060617" y="2898247"/>
            <a:chExt cx="346738" cy="346816"/>
          </a:xfrm>
        </p:grpSpPr>
        <p:sp>
          <p:nvSpPr>
            <p:cNvPr id="1215" name="Google Shape;19920;p94">
              <a:extLst>
                <a:ext uri="{FF2B5EF4-FFF2-40B4-BE49-F238E27FC236}">
                  <a16:creationId xmlns:a16="http://schemas.microsoft.com/office/drawing/2014/main" id="{F0237E68-40AC-5D1B-565B-A0E44F5D513E}"/>
                </a:ext>
              </a:extLst>
            </p:cNvPr>
            <p:cNvSpPr/>
            <p:nvPr/>
          </p:nvSpPr>
          <p:spPr>
            <a:xfrm>
              <a:off x="6066109" y="2903739"/>
              <a:ext cx="255512" cy="255512"/>
            </a:xfrm>
            <a:custGeom>
              <a:avLst/>
              <a:gdLst/>
              <a:ahLst/>
              <a:cxnLst/>
              <a:rect l="l" t="t" r="r" b="b"/>
              <a:pathLst>
                <a:path w="9817" h="9817" extrusionOk="0">
                  <a:moveTo>
                    <a:pt x="4606" y="0"/>
                  </a:moveTo>
                  <a:cubicBezTo>
                    <a:pt x="4391" y="0"/>
                    <a:pt x="4208" y="148"/>
                    <a:pt x="4166" y="359"/>
                  </a:cubicBezTo>
                  <a:lnTo>
                    <a:pt x="3944" y="1471"/>
                  </a:lnTo>
                  <a:cubicBezTo>
                    <a:pt x="3670" y="1549"/>
                    <a:pt x="3406" y="1658"/>
                    <a:pt x="3160" y="1795"/>
                  </a:cubicBezTo>
                  <a:lnTo>
                    <a:pt x="2217" y="1169"/>
                  </a:lnTo>
                  <a:cubicBezTo>
                    <a:pt x="2140" y="1117"/>
                    <a:pt x="2053" y="1093"/>
                    <a:pt x="1967" y="1093"/>
                  </a:cubicBezTo>
                  <a:cubicBezTo>
                    <a:pt x="1852" y="1093"/>
                    <a:pt x="1738" y="1137"/>
                    <a:pt x="1654" y="1221"/>
                  </a:cubicBezTo>
                  <a:lnTo>
                    <a:pt x="1221" y="1651"/>
                  </a:lnTo>
                  <a:cubicBezTo>
                    <a:pt x="1073" y="1802"/>
                    <a:pt x="1049" y="2038"/>
                    <a:pt x="1168" y="2214"/>
                  </a:cubicBezTo>
                  <a:lnTo>
                    <a:pt x="1795" y="3160"/>
                  </a:lnTo>
                  <a:cubicBezTo>
                    <a:pt x="1657" y="3406"/>
                    <a:pt x="1548" y="3670"/>
                    <a:pt x="1471" y="3945"/>
                  </a:cubicBezTo>
                  <a:lnTo>
                    <a:pt x="359" y="4166"/>
                  </a:lnTo>
                  <a:cubicBezTo>
                    <a:pt x="148" y="4209"/>
                    <a:pt x="0" y="4391"/>
                    <a:pt x="0" y="4606"/>
                  </a:cubicBezTo>
                  <a:lnTo>
                    <a:pt x="0" y="5215"/>
                  </a:lnTo>
                  <a:cubicBezTo>
                    <a:pt x="0" y="5426"/>
                    <a:pt x="148" y="5609"/>
                    <a:pt x="359" y="5651"/>
                  </a:cubicBezTo>
                  <a:lnTo>
                    <a:pt x="1471" y="5873"/>
                  </a:lnTo>
                  <a:cubicBezTo>
                    <a:pt x="1548" y="6147"/>
                    <a:pt x="1657" y="6411"/>
                    <a:pt x="1795" y="6657"/>
                  </a:cubicBezTo>
                  <a:lnTo>
                    <a:pt x="1168" y="7604"/>
                  </a:lnTo>
                  <a:cubicBezTo>
                    <a:pt x="1049" y="7780"/>
                    <a:pt x="1073" y="8015"/>
                    <a:pt x="1221" y="8167"/>
                  </a:cubicBezTo>
                  <a:lnTo>
                    <a:pt x="1654" y="8596"/>
                  </a:lnTo>
                  <a:cubicBezTo>
                    <a:pt x="1739" y="8681"/>
                    <a:pt x="1853" y="8725"/>
                    <a:pt x="1969" y="8725"/>
                  </a:cubicBezTo>
                  <a:cubicBezTo>
                    <a:pt x="2055" y="8725"/>
                    <a:pt x="2141" y="8702"/>
                    <a:pt x="2217" y="8652"/>
                  </a:cubicBezTo>
                  <a:lnTo>
                    <a:pt x="3160" y="8023"/>
                  </a:lnTo>
                  <a:cubicBezTo>
                    <a:pt x="3406" y="8160"/>
                    <a:pt x="3670" y="8269"/>
                    <a:pt x="3944" y="8346"/>
                  </a:cubicBezTo>
                  <a:lnTo>
                    <a:pt x="4166" y="9458"/>
                  </a:lnTo>
                  <a:cubicBezTo>
                    <a:pt x="4208" y="9669"/>
                    <a:pt x="4391" y="9817"/>
                    <a:pt x="4606" y="9817"/>
                  </a:cubicBezTo>
                  <a:lnTo>
                    <a:pt x="5211" y="9817"/>
                  </a:lnTo>
                  <a:cubicBezTo>
                    <a:pt x="5426" y="9817"/>
                    <a:pt x="5609" y="9669"/>
                    <a:pt x="5651" y="9458"/>
                  </a:cubicBezTo>
                  <a:lnTo>
                    <a:pt x="5873" y="8346"/>
                  </a:lnTo>
                  <a:cubicBezTo>
                    <a:pt x="6147" y="8269"/>
                    <a:pt x="6411" y="8160"/>
                    <a:pt x="6657" y="8023"/>
                  </a:cubicBezTo>
                  <a:lnTo>
                    <a:pt x="7604" y="8649"/>
                  </a:lnTo>
                  <a:cubicBezTo>
                    <a:pt x="7679" y="8698"/>
                    <a:pt x="7765" y="8723"/>
                    <a:pt x="7851" y="8723"/>
                  </a:cubicBezTo>
                  <a:cubicBezTo>
                    <a:pt x="7966" y="8723"/>
                    <a:pt x="8080" y="8679"/>
                    <a:pt x="8167" y="8593"/>
                  </a:cubicBezTo>
                  <a:lnTo>
                    <a:pt x="8596" y="8163"/>
                  </a:lnTo>
                  <a:cubicBezTo>
                    <a:pt x="8744" y="8012"/>
                    <a:pt x="8768" y="7776"/>
                    <a:pt x="8652" y="7600"/>
                  </a:cubicBezTo>
                  <a:lnTo>
                    <a:pt x="8022" y="6657"/>
                  </a:lnTo>
                  <a:cubicBezTo>
                    <a:pt x="8160" y="6408"/>
                    <a:pt x="8269" y="6144"/>
                    <a:pt x="8346" y="5873"/>
                  </a:cubicBezTo>
                  <a:lnTo>
                    <a:pt x="9458" y="5648"/>
                  </a:lnTo>
                  <a:cubicBezTo>
                    <a:pt x="9669" y="5609"/>
                    <a:pt x="9817" y="5422"/>
                    <a:pt x="9817" y="5211"/>
                  </a:cubicBezTo>
                  <a:lnTo>
                    <a:pt x="9817" y="4606"/>
                  </a:lnTo>
                  <a:cubicBezTo>
                    <a:pt x="9817" y="4391"/>
                    <a:pt x="9665" y="4209"/>
                    <a:pt x="9458" y="4170"/>
                  </a:cubicBezTo>
                  <a:lnTo>
                    <a:pt x="8346" y="3945"/>
                  </a:lnTo>
                  <a:cubicBezTo>
                    <a:pt x="8269" y="3670"/>
                    <a:pt x="8160" y="3410"/>
                    <a:pt x="8022" y="3160"/>
                  </a:cubicBezTo>
                  <a:lnTo>
                    <a:pt x="8649" y="2214"/>
                  </a:lnTo>
                  <a:cubicBezTo>
                    <a:pt x="8768" y="2038"/>
                    <a:pt x="8744" y="1802"/>
                    <a:pt x="8592" y="1651"/>
                  </a:cubicBezTo>
                  <a:lnTo>
                    <a:pt x="8163" y="1221"/>
                  </a:lnTo>
                  <a:cubicBezTo>
                    <a:pt x="8079" y="1137"/>
                    <a:pt x="7965" y="1093"/>
                    <a:pt x="7850" y="1093"/>
                  </a:cubicBezTo>
                  <a:cubicBezTo>
                    <a:pt x="7764" y="1093"/>
                    <a:pt x="7677" y="1117"/>
                    <a:pt x="7600" y="1169"/>
                  </a:cubicBezTo>
                  <a:lnTo>
                    <a:pt x="6657" y="1795"/>
                  </a:lnTo>
                  <a:cubicBezTo>
                    <a:pt x="6407" y="1658"/>
                    <a:pt x="6147" y="1549"/>
                    <a:pt x="5873" y="1471"/>
                  </a:cubicBezTo>
                  <a:lnTo>
                    <a:pt x="5651" y="359"/>
                  </a:lnTo>
                  <a:cubicBezTo>
                    <a:pt x="5609" y="148"/>
                    <a:pt x="5426" y="0"/>
                    <a:pt x="5211" y="0"/>
                  </a:cubicBezTo>
                  <a:close/>
                </a:path>
              </a:pathLst>
            </a:custGeom>
            <a:solidFill>
              <a:srgbClr val="B3C3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9921;p94">
              <a:extLst>
                <a:ext uri="{FF2B5EF4-FFF2-40B4-BE49-F238E27FC236}">
                  <a16:creationId xmlns:a16="http://schemas.microsoft.com/office/drawing/2014/main" id="{2828CEEA-5450-E898-7DA4-E961489C39E6}"/>
                </a:ext>
              </a:extLst>
            </p:cNvPr>
            <p:cNvSpPr/>
            <p:nvPr/>
          </p:nvSpPr>
          <p:spPr>
            <a:xfrm>
              <a:off x="6133312" y="2975444"/>
              <a:ext cx="116707" cy="112179"/>
            </a:xfrm>
            <a:custGeom>
              <a:avLst/>
              <a:gdLst/>
              <a:ahLst/>
              <a:cxnLst/>
              <a:rect l="l" t="t" r="r" b="b"/>
              <a:pathLst>
                <a:path w="4484" h="4310" extrusionOk="0">
                  <a:moveTo>
                    <a:pt x="2326" y="0"/>
                  </a:moveTo>
                  <a:cubicBezTo>
                    <a:pt x="1454" y="0"/>
                    <a:pt x="669" y="525"/>
                    <a:pt x="335" y="1330"/>
                  </a:cubicBezTo>
                  <a:cubicBezTo>
                    <a:pt x="1" y="2136"/>
                    <a:pt x="187" y="3061"/>
                    <a:pt x="803" y="3677"/>
                  </a:cubicBezTo>
                  <a:cubicBezTo>
                    <a:pt x="1214" y="4091"/>
                    <a:pt x="1766" y="4310"/>
                    <a:pt x="2327" y="4310"/>
                  </a:cubicBezTo>
                  <a:cubicBezTo>
                    <a:pt x="2605" y="4310"/>
                    <a:pt x="2886" y="4256"/>
                    <a:pt x="3153" y="4145"/>
                  </a:cubicBezTo>
                  <a:cubicBezTo>
                    <a:pt x="3956" y="3811"/>
                    <a:pt x="4483" y="3026"/>
                    <a:pt x="4483" y="2154"/>
                  </a:cubicBezTo>
                  <a:cubicBezTo>
                    <a:pt x="4483" y="964"/>
                    <a:pt x="3516" y="0"/>
                    <a:pt x="2326" y="0"/>
                  </a:cubicBezTo>
                  <a:close/>
                </a:path>
              </a:pathLst>
            </a:custGeom>
            <a:solidFill>
              <a:srgbClr val="BFC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9922;p94">
              <a:extLst>
                <a:ext uri="{FF2B5EF4-FFF2-40B4-BE49-F238E27FC236}">
                  <a16:creationId xmlns:a16="http://schemas.microsoft.com/office/drawing/2014/main" id="{6B90468D-93F8-8B77-5555-C726822CF6CF}"/>
                </a:ext>
              </a:extLst>
            </p:cNvPr>
            <p:cNvSpPr/>
            <p:nvPr/>
          </p:nvSpPr>
          <p:spPr>
            <a:xfrm>
              <a:off x="6156580" y="3003658"/>
              <a:ext cx="65225" cy="55829"/>
            </a:xfrm>
            <a:custGeom>
              <a:avLst/>
              <a:gdLst/>
              <a:ahLst/>
              <a:cxnLst/>
              <a:rect l="l" t="t" r="r" b="b"/>
              <a:pathLst>
                <a:path w="2506" h="2145" extrusionOk="0">
                  <a:moveTo>
                    <a:pt x="1432" y="0"/>
                  </a:moveTo>
                  <a:cubicBezTo>
                    <a:pt x="479" y="0"/>
                    <a:pt x="0" y="1154"/>
                    <a:pt x="676" y="1830"/>
                  </a:cubicBezTo>
                  <a:cubicBezTo>
                    <a:pt x="894" y="2047"/>
                    <a:pt x="1163" y="2144"/>
                    <a:pt x="1426" y="2144"/>
                  </a:cubicBezTo>
                  <a:cubicBezTo>
                    <a:pt x="1977" y="2144"/>
                    <a:pt x="2506" y="1717"/>
                    <a:pt x="2506" y="1070"/>
                  </a:cubicBezTo>
                  <a:cubicBezTo>
                    <a:pt x="2506" y="479"/>
                    <a:pt x="2027" y="0"/>
                    <a:pt x="1432" y="0"/>
                  </a:cubicBezTo>
                  <a:close/>
                </a:path>
              </a:pathLst>
            </a:custGeom>
            <a:solidFill>
              <a:srgbClr val="4E67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9923;p94">
              <a:extLst>
                <a:ext uri="{FF2B5EF4-FFF2-40B4-BE49-F238E27FC236}">
                  <a16:creationId xmlns:a16="http://schemas.microsoft.com/office/drawing/2014/main" id="{39C3A2A6-D8E2-4EA6-8862-1EBCD8A70ABF}"/>
                </a:ext>
              </a:extLst>
            </p:cNvPr>
            <p:cNvSpPr/>
            <p:nvPr/>
          </p:nvSpPr>
          <p:spPr>
            <a:xfrm>
              <a:off x="6159131" y="3004934"/>
              <a:ext cx="45730" cy="40811"/>
            </a:xfrm>
            <a:custGeom>
              <a:avLst/>
              <a:gdLst/>
              <a:ahLst/>
              <a:cxnLst/>
              <a:rect l="l" t="t" r="r" b="b"/>
              <a:pathLst>
                <a:path w="1757" h="1568" extrusionOk="0">
                  <a:moveTo>
                    <a:pt x="1011" y="0"/>
                  </a:moveTo>
                  <a:cubicBezTo>
                    <a:pt x="370" y="4"/>
                    <a:pt x="1" y="729"/>
                    <a:pt x="381" y="1246"/>
                  </a:cubicBezTo>
                  <a:cubicBezTo>
                    <a:pt x="540" y="1464"/>
                    <a:pt x="775" y="1567"/>
                    <a:pt x="1009" y="1567"/>
                  </a:cubicBezTo>
                  <a:cubicBezTo>
                    <a:pt x="1329" y="1567"/>
                    <a:pt x="1645" y="1374"/>
                    <a:pt x="1757" y="1021"/>
                  </a:cubicBezTo>
                  <a:cubicBezTo>
                    <a:pt x="1757" y="556"/>
                    <a:pt x="1454" y="141"/>
                    <a:pt x="1011" y="0"/>
                  </a:cubicBezTo>
                  <a:close/>
                </a:path>
              </a:pathLst>
            </a:custGeom>
            <a:solidFill>
              <a:srgbClr val="546C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9924;p94">
              <a:extLst>
                <a:ext uri="{FF2B5EF4-FFF2-40B4-BE49-F238E27FC236}">
                  <a16:creationId xmlns:a16="http://schemas.microsoft.com/office/drawing/2014/main" id="{D5F134F0-5AD1-36ED-8471-EF0E7AD6EBED}"/>
                </a:ext>
              </a:extLst>
            </p:cNvPr>
            <p:cNvSpPr/>
            <p:nvPr/>
          </p:nvSpPr>
          <p:spPr>
            <a:xfrm>
              <a:off x="6234064" y="3071694"/>
              <a:ext cx="167877" cy="167877"/>
            </a:xfrm>
            <a:custGeom>
              <a:avLst/>
              <a:gdLst/>
              <a:ahLst/>
              <a:cxnLst/>
              <a:rect l="l" t="t" r="r" b="b"/>
              <a:pathLst>
                <a:path w="6450" h="6450" extrusionOk="0">
                  <a:moveTo>
                    <a:pt x="3026" y="0"/>
                  </a:moveTo>
                  <a:cubicBezTo>
                    <a:pt x="2885" y="0"/>
                    <a:pt x="2766" y="99"/>
                    <a:pt x="2737" y="236"/>
                  </a:cubicBezTo>
                  <a:lnTo>
                    <a:pt x="2593" y="968"/>
                  </a:lnTo>
                  <a:cubicBezTo>
                    <a:pt x="2410" y="1017"/>
                    <a:pt x="2238" y="1087"/>
                    <a:pt x="2076" y="1179"/>
                  </a:cubicBezTo>
                  <a:lnTo>
                    <a:pt x="1457" y="767"/>
                  </a:lnTo>
                  <a:cubicBezTo>
                    <a:pt x="1405" y="734"/>
                    <a:pt x="1347" y="718"/>
                    <a:pt x="1290" y="718"/>
                  </a:cubicBezTo>
                  <a:cubicBezTo>
                    <a:pt x="1214" y="718"/>
                    <a:pt x="1140" y="746"/>
                    <a:pt x="1084" y="802"/>
                  </a:cubicBezTo>
                  <a:lnTo>
                    <a:pt x="802" y="1084"/>
                  </a:lnTo>
                  <a:cubicBezTo>
                    <a:pt x="704" y="1182"/>
                    <a:pt x="690" y="1337"/>
                    <a:pt x="767" y="1453"/>
                  </a:cubicBezTo>
                  <a:lnTo>
                    <a:pt x="1179" y="2076"/>
                  </a:lnTo>
                  <a:cubicBezTo>
                    <a:pt x="1087" y="2238"/>
                    <a:pt x="1017" y="2410"/>
                    <a:pt x="968" y="2590"/>
                  </a:cubicBezTo>
                  <a:lnTo>
                    <a:pt x="236" y="2738"/>
                  </a:lnTo>
                  <a:cubicBezTo>
                    <a:pt x="99" y="2766"/>
                    <a:pt x="0" y="2885"/>
                    <a:pt x="0" y="3026"/>
                  </a:cubicBezTo>
                  <a:lnTo>
                    <a:pt x="0" y="3424"/>
                  </a:lnTo>
                  <a:cubicBezTo>
                    <a:pt x="0" y="3564"/>
                    <a:pt x="99" y="3684"/>
                    <a:pt x="236" y="3712"/>
                  </a:cubicBezTo>
                  <a:lnTo>
                    <a:pt x="968" y="3857"/>
                  </a:lnTo>
                  <a:cubicBezTo>
                    <a:pt x="1017" y="4036"/>
                    <a:pt x="1087" y="4212"/>
                    <a:pt x="1179" y="4374"/>
                  </a:cubicBezTo>
                  <a:lnTo>
                    <a:pt x="767" y="4993"/>
                  </a:lnTo>
                  <a:cubicBezTo>
                    <a:pt x="690" y="5109"/>
                    <a:pt x="704" y="5264"/>
                    <a:pt x="802" y="5362"/>
                  </a:cubicBezTo>
                  <a:lnTo>
                    <a:pt x="1084" y="5647"/>
                  </a:lnTo>
                  <a:cubicBezTo>
                    <a:pt x="1140" y="5704"/>
                    <a:pt x="1214" y="5732"/>
                    <a:pt x="1290" y="5732"/>
                  </a:cubicBezTo>
                  <a:cubicBezTo>
                    <a:pt x="1347" y="5732"/>
                    <a:pt x="1405" y="5716"/>
                    <a:pt x="1457" y="5683"/>
                  </a:cubicBezTo>
                  <a:lnTo>
                    <a:pt x="2076" y="5267"/>
                  </a:lnTo>
                  <a:cubicBezTo>
                    <a:pt x="2238" y="5359"/>
                    <a:pt x="2410" y="5433"/>
                    <a:pt x="2593" y="5482"/>
                  </a:cubicBezTo>
                  <a:lnTo>
                    <a:pt x="2737" y="6214"/>
                  </a:lnTo>
                  <a:cubicBezTo>
                    <a:pt x="2766" y="6351"/>
                    <a:pt x="2885" y="6450"/>
                    <a:pt x="3026" y="6450"/>
                  </a:cubicBezTo>
                  <a:lnTo>
                    <a:pt x="3424" y="6450"/>
                  </a:lnTo>
                  <a:cubicBezTo>
                    <a:pt x="3564" y="6450"/>
                    <a:pt x="3684" y="6351"/>
                    <a:pt x="3712" y="6214"/>
                  </a:cubicBezTo>
                  <a:lnTo>
                    <a:pt x="3856" y="5482"/>
                  </a:lnTo>
                  <a:cubicBezTo>
                    <a:pt x="4039" y="5433"/>
                    <a:pt x="4212" y="5359"/>
                    <a:pt x="4374" y="5267"/>
                  </a:cubicBezTo>
                  <a:lnTo>
                    <a:pt x="4993" y="5683"/>
                  </a:lnTo>
                  <a:cubicBezTo>
                    <a:pt x="5043" y="5716"/>
                    <a:pt x="5100" y="5732"/>
                    <a:pt x="5157" y="5732"/>
                  </a:cubicBezTo>
                  <a:cubicBezTo>
                    <a:pt x="5232" y="5732"/>
                    <a:pt x="5308" y="5704"/>
                    <a:pt x="5366" y="5647"/>
                  </a:cubicBezTo>
                  <a:lnTo>
                    <a:pt x="5647" y="5362"/>
                  </a:lnTo>
                  <a:cubicBezTo>
                    <a:pt x="5746" y="5264"/>
                    <a:pt x="5760" y="5109"/>
                    <a:pt x="5682" y="4993"/>
                  </a:cubicBezTo>
                  <a:lnTo>
                    <a:pt x="5271" y="4374"/>
                  </a:lnTo>
                  <a:cubicBezTo>
                    <a:pt x="5362" y="4212"/>
                    <a:pt x="5433" y="4036"/>
                    <a:pt x="5482" y="3857"/>
                  </a:cubicBezTo>
                  <a:lnTo>
                    <a:pt x="6214" y="3712"/>
                  </a:lnTo>
                  <a:cubicBezTo>
                    <a:pt x="6351" y="3684"/>
                    <a:pt x="6449" y="3564"/>
                    <a:pt x="6449" y="3424"/>
                  </a:cubicBezTo>
                  <a:lnTo>
                    <a:pt x="6449" y="3026"/>
                  </a:lnTo>
                  <a:cubicBezTo>
                    <a:pt x="6449" y="2885"/>
                    <a:pt x="6351" y="2766"/>
                    <a:pt x="6214" y="2738"/>
                  </a:cubicBezTo>
                  <a:lnTo>
                    <a:pt x="5482" y="2590"/>
                  </a:lnTo>
                  <a:cubicBezTo>
                    <a:pt x="5433" y="2410"/>
                    <a:pt x="5362" y="2238"/>
                    <a:pt x="5271" y="2076"/>
                  </a:cubicBezTo>
                  <a:lnTo>
                    <a:pt x="5682" y="1453"/>
                  </a:lnTo>
                  <a:cubicBezTo>
                    <a:pt x="5760" y="1337"/>
                    <a:pt x="5746" y="1182"/>
                    <a:pt x="5647" y="1084"/>
                  </a:cubicBezTo>
                  <a:lnTo>
                    <a:pt x="5366" y="802"/>
                  </a:lnTo>
                  <a:cubicBezTo>
                    <a:pt x="5308" y="746"/>
                    <a:pt x="5232" y="718"/>
                    <a:pt x="5157" y="718"/>
                  </a:cubicBezTo>
                  <a:cubicBezTo>
                    <a:pt x="5100" y="718"/>
                    <a:pt x="5043" y="734"/>
                    <a:pt x="4993" y="767"/>
                  </a:cubicBezTo>
                  <a:lnTo>
                    <a:pt x="4374" y="1179"/>
                  </a:lnTo>
                  <a:cubicBezTo>
                    <a:pt x="4212" y="1087"/>
                    <a:pt x="4039" y="1017"/>
                    <a:pt x="3856" y="968"/>
                  </a:cubicBezTo>
                  <a:lnTo>
                    <a:pt x="3712" y="236"/>
                  </a:lnTo>
                  <a:cubicBezTo>
                    <a:pt x="3684" y="99"/>
                    <a:pt x="3564" y="0"/>
                    <a:pt x="3424" y="0"/>
                  </a:cubicBezTo>
                  <a:close/>
                </a:path>
              </a:pathLst>
            </a:custGeom>
            <a:solidFill>
              <a:srgbClr val="6C81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9925;p94">
              <a:extLst>
                <a:ext uri="{FF2B5EF4-FFF2-40B4-BE49-F238E27FC236}">
                  <a16:creationId xmlns:a16="http://schemas.microsoft.com/office/drawing/2014/main" id="{8E54B990-7F6E-CDF3-BD4B-119B66DCB294}"/>
                </a:ext>
              </a:extLst>
            </p:cNvPr>
            <p:cNvSpPr/>
            <p:nvPr/>
          </p:nvSpPr>
          <p:spPr>
            <a:xfrm>
              <a:off x="6272689" y="3113624"/>
              <a:ext cx="87296" cy="83991"/>
            </a:xfrm>
            <a:custGeom>
              <a:avLst/>
              <a:gdLst/>
              <a:ahLst/>
              <a:cxnLst/>
              <a:rect l="l" t="t" r="r" b="b"/>
              <a:pathLst>
                <a:path w="3354" h="3227" extrusionOk="0">
                  <a:moveTo>
                    <a:pt x="1743" y="1"/>
                  </a:moveTo>
                  <a:cubicBezTo>
                    <a:pt x="1088" y="1"/>
                    <a:pt x="501" y="395"/>
                    <a:pt x="251" y="996"/>
                  </a:cubicBezTo>
                  <a:cubicBezTo>
                    <a:pt x="1" y="1598"/>
                    <a:pt x="138" y="2291"/>
                    <a:pt x="599" y="2752"/>
                  </a:cubicBezTo>
                  <a:cubicBezTo>
                    <a:pt x="908" y="3061"/>
                    <a:pt x="1323" y="3226"/>
                    <a:pt x="1744" y="3226"/>
                  </a:cubicBezTo>
                  <a:cubicBezTo>
                    <a:pt x="1951" y="3226"/>
                    <a:pt x="2160" y="3186"/>
                    <a:pt x="2358" y="3104"/>
                  </a:cubicBezTo>
                  <a:cubicBezTo>
                    <a:pt x="2960" y="2854"/>
                    <a:pt x="3354" y="2267"/>
                    <a:pt x="3354" y="1612"/>
                  </a:cubicBezTo>
                  <a:cubicBezTo>
                    <a:pt x="3354" y="722"/>
                    <a:pt x="2633" y="1"/>
                    <a:pt x="1743" y="1"/>
                  </a:cubicBezTo>
                  <a:close/>
                </a:path>
              </a:pathLst>
            </a:custGeom>
            <a:solidFill>
              <a:srgbClr val="ACBD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9926;p94">
              <a:extLst>
                <a:ext uri="{FF2B5EF4-FFF2-40B4-BE49-F238E27FC236}">
                  <a16:creationId xmlns:a16="http://schemas.microsoft.com/office/drawing/2014/main" id="{C0391EC5-BF3F-FA05-1D24-907F9A27688D}"/>
                </a:ext>
              </a:extLst>
            </p:cNvPr>
            <p:cNvSpPr/>
            <p:nvPr/>
          </p:nvSpPr>
          <p:spPr>
            <a:xfrm>
              <a:off x="6284323" y="3130386"/>
              <a:ext cx="58926" cy="50467"/>
            </a:xfrm>
            <a:custGeom>
              <a:avLst/>
              <a:gdLst/>
              <a:ahLst/>
              <a:cxnLst/>
              <a:rect l="l" t="t" r="r" b="b"/>
              <a:pathLst>
                <a:path w="2264" h="1939" extrusionOk="0">
                  <a:moveTo>
                    <a:pt x="1296" y="1"/>
                  </a:moveTo>
                  <a:cubicBezTo>
                    <a:pt x="430" y="1"/>
                    <a:pt x="1" y="1042"/>
                    <a:pt x="609" y="1654"/>
                  </a:cubicBezTo>
                  <a:cubicBezTo>
                    <a:pt x="806" y="1851"/>
                    <a:pt x="1048" y="1939"/>
                    <a:pt x="1286" y="1939"/>
                  </a:cubicBezTo>
                  <a:cubicBezTo>
                    <a:pt x="1784" y="1939"/>
                    <a:pt x="2263" y="1552"/>
                    <a:pt x="2263" y="968"/>
                  </a:cubicBezTo>
                  <a:cubicBezTo>
                    <a:pt x="2263" y="433"/>
                    <a:pt x="1827" y="1"/>
                    <a:pt x="1296" y="1"/>
                  </a:cubicBezTo>
                  <a:close/>
                </a:path>
              </a:pathLst>
            </a:custGeom>
            <a:solidFill>
              <a:srgbClr val="6C81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9927;p94">
              <a:extLst>
                <a:ext uri="{FF2B5EF4-FFF2-40B4-BE49-F238E27FC236}">
                  <a16:creationId xmlns:a16="http://schemas.microsoft.com/office/drawing/2014/main" id="{5C33985E-52F9-DBE8-3AB7-B1935B0792E5}"/>
                </a:ext>
              </a:extLst>
            </p:cNvPr>
            <p:cNvSpPr/>
            <p:nvPr/>
          </p:nvSpPr>
          <p:spPr>
            <a:xfrm>
              <a:off x="6286718" y="3131844"/>
              <a:ext cx="39666" cy="35684"/>
            </a:xfrm>
            <a:custGeom>
              <a:avLst/>
              <a:gdLst/>
              <a:ahLst/>
              <a:cxnLst/>
              <a:rect l="l" t="t" r="r" b="b"/>
              <a:pathLst>
                <a:path w="1524" h="1371" extrusionOk="0">
                  <a:moveTo>
                    <a:pt x="880" y="1"/>
                  </a:moveTo>
                  <a:cubicBezTo>
                    <a:pt x="324" y="1"/>
                    <a:pt x="0" y="627"/>
                    <a:pt x="320" y="1081"/>
                  </a:cubicBezTo>
                  <a:cubicBezTo>
                    <a:pt x="459" y="1277"/>
                    <a:pt x="668" y="1370"/>
                    <a:pt x="875" y="1370"/>
                  </a:cubicBezTo>
                  <a:cubicBezTo>
                    <a:pt x="1148" y="1370"/>
                    <a:pt x="1418" y="1210"/>
                    <a:pt x="1524" y="912"/>
                  </a:cubicBezTo>
                  <a:cubicBezTo>
                    <a:pt x="1524" y="504"/>
                    <a:pt x="1267" y="138"/>
                    <a:pt x="880" y="1"/>
                  </a:cubicBezTo>
                  <a:close/>
                </a:path>
              </a:pathLst>
            </a:custGeom>
            <a:solidFill>
              <a:srgbClr val="A7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9928;p94">
              <a:extLst>
                <a:ext uri="{FF2B5EF4-FFF2-40B4-BE49-F238E27FC236}">
                  <a16:creationId xmlns:a16="http://schemas.microsoft.com/office/drawing/2014/main" id="{F01FC305-FE48-15E3-1439-ED0810A6A72C}"/>
                </a:ext>
              </a:extLst>
            </p:cNvPr>
            <p:cNvSpPr/>
            <p:nvPr/>
          </p:nvSpPr>
          <p:spPr>
            <a:xfrm>
              <a:off x="6060617" y="2898247"/>
              <a:ext cx="346738" cy="346816"/>
            </a:xfrm>
            <a:custGeom>
              <a:avLst/>
              <a:gdLst/>
              <a:ahLst/>
              <a:cxnLst/>
              <a:rect l="l" t="t" r="r" b="b"/>
              <a:pathLst>
                <a:path w="13322" h="13325" extrusionOk="0">
                  <a:moveTo>
                    <a:pt x="5126" y="4261"/>
                  </a:moveTo>
                  <a:cubicBezTo>
                    <a:pt x="5338" y="4261"/>
                    <a:pt x="5553" y="4339"/>
                    <a:pt x="5728" y="4515"/>
                  </a:cubicBezTo>
                  <a:cubicBezTo>
                    <a:pt x="6270" y="5056"/>
                    <a:pt x="5887" y="5980"/>
                    <a:pt x="5121" y="5982"/>
                  </a:cubicBezTo>
                  <a:lnTo>
                    <a:pt x="5121" y="5982"/>
                  </a:lnTo>
                  <a:cubicBezTo>
                    <a:pt x="4647" y="5981"/>
                    <a:pt x="4261" y="5598"/>
                    <a:pt x="4261" y="5123"/>
                  </a:cubicBezTo>
                  <a:cubicBezTo>
                    <a:pt x="4261" y="4604"/>
                    <a:pt x="4685" y="4261"/>
                    <a:pt x="5126" y="4261"/>
                  </a:cubicBezTo>
                  <a:close/>
                  <a:moveTo>
                    <a:pt x="5122" y="2759"/>
                  </a:moveTo>
                  <a:cubicBezTo>
                    <a:pt x="4523" y="2759"/>
                    <a:pt x="3926" y="2986"/>
                    <a:pt x="3469" y="3431"/>
                  </a:cubicBezTo>
                  <a:cubicBezTo>
                    <a:pt x="3315" y="3580"/>
                    <a:pt x="3455" y="3794"/>
                    <a:pt x="3619" y="3794"/>
                  </a:cubicBezTo>
                  <a:cubicBezTo>
                    <a:pt x="3668" y="3794"/>
                    <a:pt x="3719" y="3775"/>
                    <a:pt x="3765" y="3730"/>
                  </a:cubicBezTo>
                  <a:cubicBezTo>
                    <a:pt x="4140" y="3364"/>
                    <a:pt x="4630" y="3177"/>
                    <a:pt x="5123" y="3177"/>
                  </a:cubicBezTo>
                  <a:cubicBezTo>
                    <a:pt x="5527" y="3177"/>
                    <a:pt x="5932" y="3303"/>
                    <a:pt x="6277" y="3557"/>
                  </a:cubicBezTo>
                  <a:cubicBezTo>
                    <a:pt x="7041" y="4124"/>
                    <a:pt x="7287" y="5162"/>
                    <a:pt x="6851" y="6010"/>
                  </a:cubicBezTo>
                  <a:cubicBezTo>
                    <a:pt x="6801" y="6112"/>
                    <a:pt x="6840" y="6235"/>
                    <a:pt x="6942" y="6288"/>
                  </a:cubicBezTo>
                  <a:lnTo>
                    <a:pt x="6942" y="6291"/>
                  </a:lnTo>
                  <a:cubicBezTo>
                    <a:pt x="6973" y="6307"/>
                    <a:pt x="7006" y="6314"/>
                    <a:pt x="7038" y="6314"/>
                  </a:cubicBezTo>
                  <a:cubicBezTo>
                    <a:pt x="7116" y="6314"/>
                    <a:pt x="7190" y="6272"/>
                    <a:pt x="7227" y="6200"/>
                  </a:cubicBezTo>
                  <a:cubicBezTo>
                    <a:pt x="7755" y="5169"/>
                    <a:pt x="7456" y="3909"/>
                    <a:pt x="6523" y="3220"/>
                  </a:cubicBezTo>
                  <a:cubicBezTo>
                    <a:pt x="6105" y="2911"/>
                    <a:pt x="5613" y="2759"/>
                    <a:pt x="5122" y="2759"/>
                  </a:cubicBezTo>
                  <a:close/>
                  <a:moveTo>
                    <a:pt x="5111" y="3838"/>
                  </a:moveTo>
                  <a:cubicBezTo>
                    <a:pt x="4797" y="3838"/>
                    <a:pt x="4476" y="3955"/>
                    <a:pt x="4215" y="4215"/>
                  </a:cubicBezTo>
                  <a:cubicBezTo>
                    <a:pt x="3406" y="5025"/>
                    <a:pt x="3979" y="6404"/>
                    <a:pt x="5119" y="6404"/>
                  </a:cubicBezTo>
                  <a:lnTo>
                    <a:pt x="5123" y="6400"/>
                  </a:lnTo>
                  <a:cubicBezTo>
                    <a:pt x="5827" y="6400"/>
                    <a:pt x="6400" y="5830"/>
                    <a:pt x="6404" y="5123"/>
                  </a:cubicBezTo>
                  <a:cubicBezTo>
                    <a:pt x="6404" y="4349"/>
                    <a:pt x="5771" y="3838"/>
                    <a:pt x="5111" y="3838"/>
                  </a:cubicBezTo>
                  <a:close/>
                  <a:moveTo>
                    <a:pt x="3073" y="4226"/>
                  </a:moveTo>
                  <a:cubicBezTo>
                    <a:pt x="2999" y="4226"/>
                    <a:pt x="2925" y="4264"/>
                    <a:pt x="2885" y="4353"/>
                  </a:cubicBezTo>
                  <a:cubicBezTo>
                    <a:pt x="2551" y="5327"/>
                    <a:pt x="2885" y="6404"/>
                    <a:pt x="3712" y="7020"/>
                  </a:cubicBezTo>
                  <a:cubicBezTo>
                    <a:pt x="4130" y="7329"/>
                    <a:pt x="4625" y="7484"/>
                    <a:pt x="5121" y="7484"/>
                  </a:cubicBezTo>
                  <a:cubicBezTo>
                    <a:pt x="5607" y="7484"/>
                    <a:pt x="6093" y="7335"/>
                    <a:pt x="6506" y="7037"/>
                  </a:cubicBezTo>
                  <a:cubicBezTo>
                    <a:pt x="6692" y="6903"/>
                    <a:pt x="6564" y="6652"/>
                    <a:pt x="6386" y="6652"/>
                  </a:cubicBezTo>
                  <a:cubicBezTo>
                    <a:pt x="6345" y="6652"/>
                    <a:pt x="6302" y="6665"/>
                    <a:pt x="6259" y="6696"/>
                  </a:cubicBezTo>
                  <a:cubicBezTo>
                    <a:pt x="5920" y="6941"/>
                    <a:pt x="5521" y="7064"/>
                    <a:pt x="5122" y="7064"/>
                  </a:cubicBezTo>
                  <a:cubicBezTo>
                    <a:pt x="4715" y="7064"/>
                    <a:pt x="4307" y="6936"/>
                    <a:pt x="3962" y="6682"/>
                  </a:cubicBezTo>
                  <a:cubicBezTo>
                    <a:pt x="3283" y="6175"/>
                    <a:pt x="3008" y="5289"/>
                    <a:pt x="3283" y="4486"/>
                  </a:cubicBezTo>
                  <a:lnTo>
                    <a:pt x="3279" y="4486"/>
                  </a:lnTo>
                  <a:cubicBezTo>
                    <a:pt x="3319" y="4332"/>
                    <a:pt x="3196" y="4226"/>
                    <a:pt x="3073" y="4226"/>
                  </a:cubicBezTo>
                  <a:close/>
                  <a:moveTo>
                    <a:pt x="4817" y="0"/>
                  </a:moveTo>
                  <a:cubicBezTo>
                    <a:pt x="4504" y="0"/>
                    <a:pt x="4236" y="222"/>
                    <a:pt x="4173" y="528"/>
                  </a:cubicBezTo>
                  <a:lnTo>
                    <a:pt x="3976" y="1517"/>
                  </a:lnTo>
                  <a:cubicBezTo>
                    <a:pt x="3772" y="1580"/>
                    <a:pt x="3571" y="1665"/>
                    <a:pt x="3381" y="1763"/>
                  </a:cubicBezTo>
                  <a:lnTo>
                    <a:pt x="2544" y="1204"/>
                  </a:lnTo>
                  <a:cubicBezTo>
                    <a:pt x="2432" y="1130"/>
                    <a:pt x="2305" y="1093"/>
                    <a:pt x="2177" y="1093"/>
                  </a:cubicBezTo>
                  <a:cubicBezTo>
                    <a:pt x="2008" y="1093"/>
                    <a:pt x="1840" y="1158"/>
                    <a:pt x="1714" y="1285"/>
                  </a:cubicBezTo>
                  <a:lnTo>
                    <a:pt x="1284" y="1714"/>
                  </a:lnTo>
                  <a:cubicBezTo>
                    <a:pt x="1066" y="1935"/>
                    <a:pt x="1031" y="2280"/>
                    <a:pt x="1203" y="2544"/>
                  </a:cubicBezTo>
                  <a:lnTo>
                    <a:pt x="1763" y="3382"/>
                  </a:lnTo>
                  <a:cubicBezTo>
                    <a:pt x="1664" y="3572"/>
                    <a:pt x="1583" y="3769"/>
                    <a:pt x="1517" y="3973"/>
                  </a:cubicBezTo>
                  <a:lnTo>
                    <a:pt x="528" y="4173"/>
                  </a:lnTo>
                  <a:cubicBezTo>
                    <a:pt x="222" y="4233"/>
                    <a:pt x="0" y="4504"/>
                    <a:pt x="0" y="4817"/>
                  </a:cubicBezTo>
                  <a:lnTo>
                    <a:pt x="0" y="5422"/>
                  </a:lnTo>
                  <a:cubicBezTo>
                    <a:pt x="0" y="5735"/>
                    <a:pt x="222" y="6003"/>
                    <a:pt x="528" y="6066"/>
                  </a:cubicBezTo>
                  <a:lnTo>
                    <a:pt x="1517" y="6263"/>
                  </a:lnTo>
                  <a:cubicBezTo>
                    <a:pt x="1583" y="6467"/>
                    <a:pt x="1664" y="6668"/>
                    <a:pt x="1763" y="6858"/>
                  </a:cubicBezTo>
                  <a:lnTo>
                    <a:pt x="1203" y="7695"/>
                  </a:lnTo>
                  <a:cubicBezTo>
                    <a:pt x="1031" y="7956"/>
                    <a:pt x="1066" y="8300"/>
                    <a:pt x="1284" y="8526"/>
                  </a:cubicBezTo>
                  <a:lnTo>
                    <a:pt x="1714" y="8955"/>
                  </a:lnTo>
                  <a:cubicBezTo>
                    <a:pt x="1841" y="9080"/>
                    <a:pt x="2010" y="9145"/>
                    <a:pt x="2180" y="9145"/>
                  </a:cubicBezTo>
                  <a:cubicBezTo>
                    <a:pt x="2306" y="9145"/>
                    <a:pt x="2433" y="9109"/>
                    <a:pt x="2544" y="9036"/>
                  </a:cubicBezTo>
                  <a:lnTo>
                    <a:pt x="3381" y="8476"/>
                  </a:lnTo>
                  <a:cubicBezTo>
                    <a:pt x="3571" y="8575"/>
                    <a:pt x="3772" y="8656"/>
                    <a:pt x="3976" y="8723"/>
                  </a:cubicBezTo>
                  <a:lnTo>
                    <a:pt x="4173" y="9711"/>
                  </a:lnTo>
                  <a:cubicBezTo>
                    <a:pt x="4236" y="10017"/>
                    <a:pt x="4504" y="10236"/>
                    <a:pt x="4817" y="10239"/>
                  </a:cubicBezTo>
                  <a:lnTo>
                    <a:pt x="5422" y="10239"/>
                  </a:lnTo>
                  <a:cubicBezTo>
                    <a:pt x="5735" y="10236"/>
                    <a:pt x="6006" y="10017"/>
                    <a:pt x="6066" y="9711"/>
                  </a:cubicBezTo>
                  <a:lnTo>
                    <a:pt x="6267" y="8723"/>
                  </a:lnTo>
                  <a:cubicBezTo>
                    <a:pt x="6428" y="8670"/>
                    <a:pt x="6587" y="8606"/>
                    <a:pt x="6738" y="8536"/>
                  </a:cubicBezTo>
                  <a:cubicBezTo>
                    <a:pt x="6844" y="8487"/>
                    <a:pt x="6889" y="8360"/>
                    <a:pt x="6840" y="8255"/>
                  </a:cubicBezTo>
                  <a:lnTo>
                    <a:pt x="6840" y="8255"/>
                  </a:lnTo>
                  <a:lnTo>
                    <a:pt x="6840" y="8258"/>
                  </a:lnTo>
                  <a:cubicBezTo>
                    <a:pt x="6804" y="8181"/>
                    <a:pt x="6728" y="8136"/>
                    <a:pt x="6648" y="8136"/>
                  </a:cubicBezTo>
                  <a:cubicBezTo>
                    <a:pt x="6618" y="8136"/>
                    <a:pt x="6587" y="8143"/>
                    <a:pt x="6559" y="8156"/>
                  </a:cubicBezTo>
                  <a:cubicBezTo>
                    <a:pt x="6390" y="8237"/>
                    <a:pt x="6210" y="8304"/>
                    <a:pt x="6027" y="8357"/>
                  </a:cubicBezTo>
                  <a:cubicBezTo>
                    <a:pt x="5950" y="8378"/>
                    <a:pt x="5894" y="8441"/>
                    <a:pt x="5879" y="8519"/>
                  </a:cubicBezTo>
                  <a:lnTo>
                    <a:pt x="5654" y="9630"/>
                  </a:lnTo>
                  <a:cubicBezTo>
                    <a:pt x="5633" y="9739"/>
                    <a:pt x="5538" y="9820"/>
                    <a:pt x="5426" y="9820"/>
                  </a:cubicBezTo>
                  <a:lnTo>
                    <a:pt x="4817" y="9820"/>
                  </a:lnTo>
                  <a:cubicBezTo>
                    <a:pt x="4704" y="9820"/>
                    <a:pt x="4609" y="9739"/>
                    <a:pt x="4585" y="9630"/>
                  </a:cubicBezTo>
                  <a:lnTo>
                    <a:pt x="4363" y="8519"/>
                  </a:lnTo>
                  <a:cubicBezTo>
                    <a:pt x="4349" y="8441"/>
                    <a:pt x="4289" y="8378"/>
                    <a:pt x="4215" y="8357"/>
                  </a:cubicBezTo>
                  <a:cubicBezTo>
                    <a:pt x="3955" y="8283"/>
                    <a:pt x="3709" y="8181"/>
                    <a:pt x="3476" y="8047"/>
                  </a:cubicBezTo>
                  <a:cubicBezTo>
                    <a:pt x="3444" y="8029"/>
                    <a:pt x="3409" y="8020"/>
                    <a:pt x="3374" y="8020"/>
                  </a:cubicBezTo>
                  <a:cubicBezTo>
                    <a:pt x="3332" y="8020"/>
                    <a:pt x="3291" y="8033"/>
                    <a:pt x="3255" y="8058"/>
                  </a:cubicBezTo>
                  <a:lnTo>
                    <a:pt x="2312" y="8687"/>
                  </a:lnTo>
                  <a:cubicBezTo>
                    <a:pt x="2271" y="8713"/>
                    <a:pt x="2226" y="8726"/>
                    <a:pt x="2181" y="8726"/>
                  </a:cubicBezTo>
                  <a:cubicBezTo>
                    <a:pt x="2120" y="8726"/>
                    <a:pt x="2059" y="8702"/>
                    <a:pt x="2013" y="8656"/>
                  </a:cubicBezTo>
                  <a:lnTo>
                    <a:pt x="1583" y="8226"/>
                  </a:lnTo>
                  <a:cubicBezTo>
                    <a:pt x="1506" y="8146"/>
                    <a:pt x="1492" y="8022"/>
                    <a:pt x="1555" y="7931"/>
                  </a:cubicBezTo>
                  <a:lnTo>
                    <a:pt x="2185" y="6984"/>
                  </a:lnTo>
                  <a:cubicBezTo>
                    <a:pt x="2227" y="6918"/>
                    <a:pt x="2231" y="6833"/>
                    <a:pt x="2192" y="6766"/>
                  </a:cubicBezTo>
                  <a:cubicBezTo>
                    <a:pt x="2062" y="6531"/>
                    <a:pt x="1956" y="6284"/>
                    <a:pt x="1886" y="6027"/>
                  </a:cubicBezTo>
                  <a:cubicBezTo>
                    <a:pt x="1865" y="5950"/>
                    <a:pt x="1802" y="5894"/>
                    <a:pt x="1724" y="5876"/>
                  </a:cubicBezTo>
                  <a:lnTo>
                    <a:pt x="609" y="5654"/>
                  </a:lnTo>
                  <a:cubicBezTo>
                    <a:pt x="500" y="5633"/>
                    <a:pt x="422" y="5535"/>
                    <a:pt x="422" y="5422"/>
                  </a:cubicBezTo>
                  <a:lnTo>
                    <a:pt x="422" y="4817"/>
                  </a:lnTo>
                  <a:cubicBezTo>
                    <a:pt x="422" y="4705"/>
                    <a:pt x="500" y="4606"/>
                    <a:pt x="609" y="4585"/>
                  </a:cubicBezTo>
                  <a:lnTo>
                    <a:pt x="1724" y="4363"/>
                  </a:lnTo>
                  <a:cubicBezTo>
                    <a:pt x="1802" y="4346"/>
                    <a:pt x="1865" y="4289"/>
                    <a:pt x="1886" y="4212"/>
                  </a:cubicBezTo>
                  <a:cubicBezTo>
                    <a:pt x="1956" y="3955"/>
                    <a:pt x="2062" y="3705"/>
                    <a:pt x="2192" y="3473"/>
                  </a:cubicBezTo>
                  <a:cubicBezTo>
                    <a:pt x="2231" y="3403"/>
                    <a:pt x="2227" y="3318"/>
                    <a:pt x="2185" y="3255"/>
                  </a:cubicBezTo>
                  <a:lnTo>
                    <a:pt x="1555" y="2308"/>
                  </a:lnTo>
                  <a:cubicBezTo>
                    <a:pt x="1492" y="2217"/>
                    <a:pt x="1506" y="2090"/>
                    <a:pt x="1583" y="2013"/>
                  </a:cubicBezTo>
                  <a:lnTo>
                    <a:pt x="2013" y="1584"/>
                  </a:lnTo>
                  <a:cubicBezTo>
                    <a:pt x="2059" y="1537"/>
                    <a:pt x="2120" y="1514"/>
                    <a:pt x="2181" y="1514"/>
                  </a:cubicBezTo>
                  <a:cubicBezTo>
                    <a:pt x="2226" y="1514"/>
                    <a:pt x="2271" y="1527"/>
                    <a:pt x="2312" y="1552"/>
                  </a:cubicBezTo>
                  <a:lnTo>
                    <a:pt x="3255" y="2182"/>
                  </a:lnTo>
                  <a:cubicBezTo>
                    <a:pt x="3291" y="2207"/>
                    <a:pt x="3332" y="2219"/>
                    <a:pt x="3374" y="2219"/>
                  </a:cubicBezTo>
                  <a:cubicBezTo>
                    <a:pt x="3409" y="2219"/>
                    <a:pt x="3444" y="2210"/>
                    <a:pt x="3476" y="2192"/>
                  </a:cubicBezTo>
                  <a:cubicBezTo>
                    <a:pt x="3709" y="2059"/>
                    <a:pt x="3955" y="1957"/>
                    <a:pt x="4215" y="1883"/>
                  </a:cubicBezTo>
                  <a:cubicBezTo>
                    <a:pt x="4289" y="1862"/>
                    <a:pt x="4349" y="1798"/>
                    <a:pt x="4363" y="1721"/>
                  </a:cubicBezTo>
                  <a:lnTo>
                    <a:pt x="4588" y="609"/>
                  </a:lnTo>
                  <a:cubicBezTo>
                    <a:pt x="4609" y="500"/>
                    <a:pt x="4704" y="419"/>
                    <a:pt x="4817" y="419"/>
                  </a:cubicBezTo>
                  <a:lnTo>
                    <a:pt x="5426" y="419"/>
                  </a:lnTo>
                  <a:cubicBezTo>
                    <a:pt x="5538" y="419"/>
                    <a:pt x="5633" y="500"/>
                    <a:pt x="5658" y="609"/>
                  </a:cubicBezTo>
                  <a:lnTo>
                    <a:pt x="5879" y="1721"/>
                  </a:lnTo>
                  <a:cubicBezTo>
                    <a:pt x="5894" y="1798"/>
                    <a:pt x="5953" y="1862"/>
                    <a:pt x="6027" y="1883"/>
                  </a:cubicBezTo>
                  <a:cubicBezTo>
                    <a:pt x="6288" y="1957"/>
                    <a:pt x="6534" y="2059"/>
                    <a:pt x="6766" y="2192"/>
                  </a:cubicBezTo>
                  <a:cubicBezTo>
                    <a:pt x="6798" y="2210"/>
                    <a:pt x="6834" y="2219"/>
                    <a:pt x="6869" y="2219"/>
                  </a:cubicBezTo>
                  <a:cubicBezTo>
                    <a:pt x="6910" y="2219"/>
                    <a:pt x="6952" y="2207"/>
                    <a:pt x="6988" y="2182"/>
                  </a:cubicBezTo>
                  <a:lnTo>
                    <a:pt x="7931" y="1552"/>
                  </a:lnTo>
                  <a:cubicBezTo>
                    <a:pt x="7971" y="1527"/>
                    <a:pt x="8017" y="1514"/>
                    <a:pt x="8062" y="1514"/>
                  </a:cubicBezTo>
                  <a:cubicBezTo>
                    <a:pt x="8123" y="1514"/>
                    <a:pt x="8183" y="1537"/>
                    <a:pt x="8230" y="1584"/>
                  </a:cubicBezTo>
                  <a:lnTo>
                    <a:pt x="8659" y="2013"/>
                  </a:lnTo>
                  <a:cubicBezTo>
                    <a:pt x="8736" y="2090"/>
                    <a:pt x="8751" y="2217"/>
                    <a:pt x="8687" y="2308"/>
                  </a:cubicBezTo>
                  <a:lnTo>
                    <a:pt x="8057" y="3255"/>
                  </a:lnTo>
                  <a:cubicBezTo>
                    <a:pt x="8012" y="3322"/>
                    <a:pt x="8008" y="3406"/>
                    <a:pt x="8047" y="3477"/>
                  </a:cubicBezTo>
                  <a:cubicBezTo>
                    <a:pt x="8181" y="3709"/>
                    <a:pt x="8283" y="3955"/>
                    <a:pt x="8356" y="4215"/>
                  </a:cubicBezTo>
                  <a:cubicBezTo>
                    <a:pt x="8378" y="4289"/>
                    <a:pt x="8437" y="4349"/>
                    <a:pt x="8518" y="4363"/>
                  </a:cubicBezTo>
                  <a:lnTo>
                    <a:pt x="9630" y="4585"/>
                  </a:lnTo>
                  <a:cubicBezTo>
                    <a:pt x="9739" y="4610"/>
                    <a:pt x="9820" y="4705"/>
                    <a:pt x="9820" y="4817"/>
                  </a:cubicBezTo>
                  <a:lnTo>
                    <a:pt x="9820" y="5426"/>
                  </a:lnTo>
                  <a:cubicBezTo>
                    <a:pt x="9820" y="5535"/>
                    <a:pt x="9739" y="5633"/>
                    <a:pt x="9630" y="5654"/>
                  </a:cubicBezTo>
                  <a:lnTo>
                    <a:pt x="8518" y="5880"/>
                  </a:lnTo>
                  <a:cubicBezTo>
                    <a:pt x="8437" y="5894"/>
                    <a:pt x="8378" y="5950"/>
                    <a:pt x="8356" y="6027"/>
                  </a:cubicBezTo>
                  <a:cubicBezTo>
                    <a:pt x="8304" y="6214"/>
                    <a:pt x="8233" y="6397"/>
                    <a:pt x="8149" y="6573"/>
                  </a:cubicBezTo>
                  <a:cubicBezTo>
                    <a:pt x="8070" y="6740"/>
                    <a:pt x="8209" y="6876"/>
                    <a:pt x="8347" y="6876"/>
                  </a:cubicBezTo>
                  <a:cubicBezTo>
                    <a:pt x="8418" y="6876"/>
                    <a:pt x="8488" y="6840"/>
                    <a:pt x="8529" y="6756"/>
                  </a:cubicBezTo>
                  <a:cubicBezTo>
                    <a:pt x="8606" y="6597"/>
                    <a:pt x="8670" y="6432"/>
                    <a:pt x="8722" y="6267"/>
                  </a:cubicBezTo>
                  <a:lnTo>
                    <a:pt x="9711" y="6066"/>
                  </a:lnTo>
                  <a:cubicBezTo>
                    <a:pt x="10017" y="6006"/>
                    <a:pt x="10239" y="5735"/>
                    <a:pt x="10239" y="5422"/>
                  </a:cubicBezTo>
                  <a:lnTo>
                    <a:pt x="10239" y="4817"/>
                  </a:lnTo>
                  <a:cubicBezTo>
                    <a:pt x="10239" y="4504"/>
                    <a:pt x="10017" y="4233"/>
                    <a:pt x="9711" y="4173"/>
                  </a:cubicBezTo>
                  <a:lnTo>
                    <a:pt x="8722" y="3973"/>
                  </a:lnTo>
                  <a:cubicBezTo>
                    <a:pt x="8659" y="3769"/>
                    <a:pt x="8575" y="3572"/>
                    <a:pt x="8476" y="3382"/>
                  </a:cubicBezTo>
                  <a:lnTo>
                    <a:pt x="9036" y="2544"/>
                  </a:lnTo>
                  <a:cubicBezTo>
                    <a:pt x="9208" y="2280"/>
                    <a:pt x="9173" y="1935"/>
                    <a:pt x="8955" y="1714"/>
                  </a:cubicBezTo>
                  <a:lnTo>
                    <a:pt x="8525" y="1285"/>
                  </a:lnTo>
                  <a:cubicBezTo>
                    <a:pt x="8399" y="1158"/>
                    <a:pt x="8231" y="1093"/>
                    <a:pt x="8062" y="1093"/>
                  </a:cubicBezTo>
                  <a:cubicBezTo>
                    <a:pt x="7934" y="1093"/>
                    <a:pt x="7807" y="1130"/>
                    <a:pt x="7695" y="1204"/>
                  </a:cubicBezTo>
                  <a:lnTo>
                    <a:pt x="6858" y="1763"/>
                  </a:lnTo>
                  <a:cubicBezTo>
                    <a:pt x="6668" y="1665"/>
                    <a:pt x="6471" y="1580"/>
                    <a:pt x="6267" y="1517"/>
                  </a:cubicBezTo>
                  <a:lnTo>
                    <a:pt x="6066" y="528"/>
                  </a:lnTo>
                  <a:cubicBezTo>
                    <a:pt x="6006" y="222"/>
                    <a:pt x="5735" y="0"/>
                    <a:pt x="5422" y="0"/>
                  </a:cubicBezTo>
                  <a:close/>
                  <a:moveTo>
                    <a:pt x="9880" y="8710"/>
                  </a:moveTo>
                  <a:cubicBezTo>
                    <a:pt x="9591" y="8710"/>
                    <a:pt x="9296" y="8817"/>
                    <a:pt x="9057" y="9057"/>
                  </a:cubicBezTo>
                  <a:cubicBezTo>
                    <a:pt x="8314" y="9799"/>
                    <a:pt x="8839" y="11069"/>
                    <a:pt x="9891" y="11069"/>
                  </a:cubicBezTo>
                  <a:cubicBezTo>
                    <a:pt x="10151" y="11069"/>
                    <a:pt x="10404" y="10981"/>
                    <a:pt x="10608" y="10823"/>
                  </a:cubicBezTo>
                  <a:cubicBezTo>
                    <a:pt x="10787" y="10684"/>
                    <a:pt x="10655" y="10442"/>
                    <a:pt x="10481" y="10442"/>
                  </a:cubicBezTo>
                  <a:cubicBezTo>
                    <a:pt x="10439" y="10442"/>
                    <a:pt x="10394" y="10456"/>
                    <a:pt x="10351" y="10489"/>
                  </a:cubicBezTo>
                  <a:cubicBezTo>
                    <a:pt x="10218" y="10591"/>
                    <a:pt x="10056" y="10647"/>
                    <a:pt x="9891" y="10647"/>
                  </a:cubicBezTo>
                  <a:cubicBezTo>
                    <a:pt x="9884" y="10647"/>
                    <a:pt x="9878" y="10647"/>
                    <a:pt x="9871" y="10647"/>
                  </a:cubicBezTo>
                  <a:cubicBezTo>
                    <a:pt x="9454" y="10647"/>
                    <a:pt x="9113" y="10310"/>
                    <a:pt x="9113" y="9891"/>
                  </a:cubicBezTo>
                  <a:cubicBezTo>
                    <a:pt x="9113" y="9471"/>
                    <a:pt x="9454" y="9134"/>
                    <a:pt x="9871" y="9134"/>
                  </a:cubicBezTo>
                  <a:cubicBezTo>
                    <a:pt x="9878" y="9134"/>
                    <a:pt x="9884" y="9134"/>
                    <a:pt x="9891" y="9134"/>
                  </a:cubicBezTo>
                  <a:lnTo>
                    <a:pt x="9887" y="9134"/>
                  </a:lnTo>
                  <a:cubicBezTo>
                    <a:pt x="10306" y="9134"/>
                    <a:pt x="10647" y="9472"/>
                    <a:pt x="10647" y="9891"/>
                  </a:cubicBezTo>
                  <a:cubicBezTo>
                    <a:pt x="10647" y="10007"/>
                    <a:pt x="10742" y="10102"/>
                    <a:pt x="10858" y="10102"/>
                  </a:cubicBezTo>
                  <a:cubicBezTo>
                    <a:pt x="10974" y="10102"/>
                    <a:pt x="11066" y="10007"/>
                    <a:pt x="11066" y="9891"/>
                  </a:cubicBezTo>
                  <a:cubicBezTo>
                    <a:pt x="11066" y="9181"/>
                    <a:pt x="10485" y="8710"/>
                    <a:pt x="9880" y="8710"/>
                  </a:cubicBezTo>
                  <a:close/>
                  <a:moveTo>
                    <a:pt x="9690" y="6457"/>
                  </a:moveTo>
                  <a:cubicBezTo>
                    <a:pt x="9451" y="6457"/>
                    <a:pt x="9243" y="6626"/>
                    <a:pt x="9197" y="6861"/>
                  </a:cubicBezTo>
                  <a:lnTo>
                    <a:pt x="9074" y="7470"/>
                  </a:lnTo>
                  <a:cubicBezTo>
                    <a:pt x="8965" y="7505"/>
                    <a:pt x="8856" y="7547"/>
                    <a:pt x="8754" y="7600"/>
                  </a:cubicBezTo>
                  <a:lnTo>
                    <a:pt x="8237" y="7255"/>
                  </a:lnTo>
                  <a:cubicBezTo>
                    <a:pt x="8151" y="7200"/>
                    <a:pt x="8054" y="7172"/>
                    <a:pt x="7956" y="7172"/>
                  </a:cubicBezTo>
                  <a:cubicBezTo>
                    <a:pt x="7826" y="7172"/>
                    <a:pt x="7697" y="7222"/>
                    <a:pt x="7600" y="7319"/>
                  </a:cubicBezTo>
                  <a:lnTo>
                    <a:pt x="7319" y="7600"/>
                  </a:lnTo>
                  <a:cubicBezTo>
                    <a:pt x="7150" y="7773"/>
                    <a:pt x="7121" y="8036"/>
                    <a:pt x="7255" y="8237"/>
                  </a:cubicBezTo>
                  <a:lnTo>
                    <a:pt x="7600" y="8754"/>
                  </a:lnTo>
                  <a:cubicBezTo>
                    <a:pt x="7530" y="8895"/>
                    <a:pt x="7470" y="9046"/>
                    <a:pt x="7428" y="9201"/>
                  </a:cubicBezTo>
                  <a:cubicBezTo>
                    <a:pt x="7383" y="9362"/>
                    <a:pt x="7512" y="9468"/>
                    <a:pt x="7638" y="9468"/>
                  </a:cubicBezTo>
                  <a:cubicBezTo>
                    <a:pt x="7721" y="9468"/>
                    <a:pt x="7803" y="9422"/>
                    <a:pt x="7832" y="9314"/>
                  </a:cubicBezTo>
                  <a:cubicBezTo>
                    <a:pt x="7878" y="9148"/>
                    <a:pt x="7945" y="8994"/>
                    <a:pt x="8026" y="8846"/>
                  </a:cubicBezTo>
                  <a:cubicBezTo>
                    <a:pt x="8064" y="8775"/>
                    <a:pt x="8064" y="8691"/>
                    <a:pt x="8019" y="8624"/>
                  </a:cubicBezTo>
                  <a:lnTo>
                    <a:pt x="7607" y="8005"/>
                  </a:lnTo>
                  <a:cubicBezTo>
                    <a:pt x="7582" y="7970"/>
                    <a:pt x="7589" y="7927"/>
                    <a:pt x="7618" y="7899"/>
                  </a:cubicBezTo>
                  <a:lnTo>
                    <a:pt x="7899" y="7618"/>
                  </a:lnTo>
                  <a:cubicBezTo>
                    <a:pt x="7915" y="7602"/>
                    <a:pt x="7936" y="7594"/>
                    <a:pt x="7957" y="7594"/>
                  </a:cubicBezTo>
                  <a:cubicBezTo>
                    <a:pt x="7972" y="7594"/>
                    <a:pt x="7988" y="7598"/>
                    <a:pt x="8001" y="7607"/>
                  </a:cubicBezTo>
                  <a:lnTo>
                    <a:pt x="8624" y="8019"/>
                  </a:lnTo>
                  <a:cubicBezTo>
                    <a:pt x="8658" y="8044"/>
                    <a:pt x="8700" y="8056"/>
                    <a:pt x="8741" y="8056"/>
                  </a:cubicBezTo>
                  <a:cubicBezTo>
                    <a:pt x="8776" y="8056"/>
                    <a:pt x="8811" y="8047"/>
                    <a:pt x="8842" y="8029"/>
                  </a:cubicBezTo>
                  <a:cubicBezTo>
                    <a:pt x="8990" y="7945"/>
                    <a:pt x="9148" y="7878"/>
                    <a:pt x="9314" y="7832"/>
                  </a:cubicBezTo>
                  <a:cubicBezTo>
                    <a:pt x="9387" y="7811"/>
                    <a:pt x="9447" y="7751"/>
                    <a:pt x="9461" y="7674"/>
                  </a:cubicBezTo>
                  <a:lnTo>
                    <a:pt x="9609" y="6942"/>
                  </a:lnTo>
                  <a:cubicBezTo>
                    <a:pt x="9616" y="6904"/>
                    <a:pt x="9651" y="6875"/>
                    <a:pt x="9690" y="6875"/>
                  </a:cubicBezTo>
                  <a:lnTo>
                    <a:pt x="10088" y="6875"/>
                  </a:lnTo>
                  <a:cubicBezTo>
                    <a:pt x="10126" y="6875"/>
                    <a:pt x="10161" y="6904"/>
                    <a:pt x="10169" y="6942"/>
                  </a:cubicBezTo>
                  <a:lnTo>
                    <a:pt x="10316" y="7674"/>
                  </a:lnTo>
                  <a:cubicBezTo>
                    <a:pt x="10330" y="7751"/>
                    <a:pt x="10390" y="7811"/>
                    <a:pt x="10464" y="7832"/>
                  </a:cubicBezTo>
                  <a:cubicBezTo>
                    <a:pt x="10629" y="7878"/>
                    <a:pt x="10788" y="7945"/>
                    <a:pt x="10936" y="8029"/>
                  </a:cubicBezTo>
                  <a:cubicBezTo>
                    <a:pt x="10966" y="8047"/>
                    <a:pt x="11001" y="8056"/>
                    <a:pt x="11035" y="8056"/>
                  </a:cubicBezTo>
                  <a:cubicBezTo>
                    <a:pt x="11076" y="8056"/>
                    <a:pt x="11117" y="8044"/>
                    <a:pt x="11154" y="8019"/>
                  </a:cubicBezTo>
                  <a:lnTo>
                    <a:pt x="11773" y="7607"/>
                  </a:lnTo>
                  <a:cubicBezTo>
                    <a:pt x="11788" y="7598"/>
                    <a:pt x="11804" y="7594"/>
                    <a:pt x="11820" y="7594"/>
                  </a:cubicBezTo>
                  <a:cubicBezTo>
                    <a:pt x="11842" y="7594"/>
                    <a:pt x="11862" y="7602"/>
                    <a:pt x="11878" y="7618"/>
                  </a:cubicBezTo>
                  <a:lnTo>
                    <a:pt x="12160" y="7899"/>
                  </a:lnTo>
                  <a:cubicBezTo>
                    <a:pt x="12188" y="7927"/>
                    <a:pt x="12195" y="7970"/>
                    <a:pt x="12171" y="8005"/>
                  </a:cubicBezTo>
                  <a:lnTo>
                    <a:pt x="11759" y="8624"/>
                  </a:lnTo>
                  <a:cubicBezTo>
                    <a:pt x="11713" y="8691"/>
                    <a:pt x="11710" y="8775"/>
                    <a:pt x="11752" y="8846"/>
                  </a:cubicBezTo>
                  <a:cubicBezTo>
                    <a:pt x="11833" y="8994"/>
                    <a:pt x="11900" y="9148"/>
                    <a:pt x="11945" y="9314"/>
                  </a:cubicBezTo>
                  <a:cubicBezTo>
                    <a:pt x="11966" y="9391"/>
                    <a:pt x="12030" y="9447"/>
                    <a:pt x="12107" y="9461"/>
                  </a:cubicBezTo>
                  <a:lnTo>
                    <a:pt x="12836" y="9609"/>
                  </a:lnTo>
                  <a:cubicBezTo>
                    <a:pt x="12874" y="9616"/>
                    <a:pt x="12902" y="9651"/>
                    <a:pt x="12902" y="9690"/>
                  </a:cubicBezTo>
                  <a:lnTo>
                    <a:pt x="12902" y="10088"/>
                  </a:lnTo>
                  <a:cubicBezTo>
                    <a:pt x="12902" y="10130"/>
                    <a:pt x="12874" y="10162"/>
                    <a:pt x="12836" y="10172"/>
                  </a:cubicBezTo>
                  <a:lnTo>
                    <a:pt x="12107" y="10316"/>
                  </a:lnTo>
                  <a:cubicBezTo>
                    <a:pt x="12030" y="10331"/>
                    <a:pt x="11966" y="10390"/>
                    <a:pt x="11945" y="10468"/>
                  </a:cubicBezTo>
                  <a:cubicBezTo>
                    <a:pt x="11900" y="10630"/>
                    <a:pt x="11833" y="10788"/>
                    <a:pt x="11752" y="10936"/>
                  </a:cubicBezTo>
                  <a:cubicBezTo>
                    <a:pt x="11710" y="11003"/>
                    <a:pt x="11713" y="11091"/>
                    <a:pt x="11759" y="11154"/>
                  </a:cubicBezTo>
                  <a:lnTo>
                    <a:pt x="12171" y="11777"/>
                  </a:lnTo>
                  <a:cubicBezTo>
                    <a:pt x="12195" y="11808"/>
                    <a:pt x="12188" y="11854"/>
                    <a:pt x="12160" y="11882"/>
                  </a:cubicBezTo>
                  <a:lnTo>
                    <a:pt x="11878" y="12164"/>
                  </a:lnTo>
                  <a:cubicBezTo>
                    <a:pt x="11862" y="12180"/>
                    <a:pt x="11842" y="12188"/>
                    <a:pt x="11820" y="12188"/>
                  </a:cubicBezTo>
                  <a:cubicBezTo>
                    <a:pt x="11804" y="12188"/>
                    <a:pt x="11788" y="12183"/>
                    <a:pt x="11773" y="12174"/>
                  </a:cubicBezTo>
                  <a:lnTo>
                    <a:pt x="11154" y="11759"/>
                  </a:lnTo>
                  <a:cubicBezTo>
                    <a:pt x="11118" y="11737"/>
                    <a:pt x="11077" y="11725"/>
                    <a:pt x="11037" y="11725"/>
                  </a:cubicBezTo>
                  <a:cubicBezTo>
                    <a:pt x="11002" y="11725"/>
                    <a:pt x="10967" y="11734"/>
                    <a:pt x="10936" y="11752"/>
                  </a:cubicBezTo>
                  <a:cubicBezTo>
                    <a:pt x="10788" y="11833"/>
                    <a:pt x="10629" y="11900"/>
                    <a:pt x="10464" y="11945"/>
                  </a:cubicBezTo>
                  <a:cubicBezTo>
                    <a:pt x="10390" y="11967"/>
                    <a:pt x="10330" y="12030"/>
                    <a:pt x="10316" y="12107"/>
                  </a:cubicBezTo>
                  <a:lnTo>
                    <a:pt x="10169" y="12839"/>
                  </a:lnTo>
                  <a:cubicBezTo>
                    <a:pt x="10161" y="12878"/>
                    <a:pt x="10126" y="12903"/>
                    <a:pt x="10088" y="12906"/>
                  </a:cubicBezTo>
                  <a:lnTo>
                    <a:pt x="9690" y="12906"/>
                  </a:lnTo>
                  <a:cubicBezTo>
                    <a:pt x="9651" y="12903"/>
                    <a:pt x="9616" y="12878"/>
                    <a:pt x="9609" y="12839"/>
                  </a:cubicBezTo>
                  <a:lnTo>
                    <a:pt x="9461" y="12107"/>
                  </a:lnTo>
                  <a:cubicBezTo>
                    <a:pt x="9447" y="12030"/>
                    <a:pt x="9387" y="11967"/>
                    <a:pt x="9314" y="11945"/>
                  </a:cubicBezTo>
                  <a:cubicBezTo>
                    <a:pt x="9148" y="11900"/>
                    <a:pt x="8990" y="11833"/>
                    <a:pt x="8842" y="11752"/>
                  </a:cubicBezTo>
                  <a:cubicBezTo>
                    <a:pt x="8811" y="11734"/>
                    <a:pt x="8775" y="11725"/>
                    <a:pt x="8739" y="11725"/>
                  </a:cubicBezTo>
                  <a:cubicBezTo>
                    <a:pt x="8698" y="11725"/>
                    <a:pt x="8658" y="11737"/>
                    <a:pt x="8624" y="11759"/>
                  </a:cubicBezTo>
                  <a:lnTo>
                    <a:pt x="8001" y="12174"/>
                  </a:lnTo>
                  <a:cubicBezTo>
                    <a:pt x="7988" y="12183"/>
                    <a:pt x="7972" y="12188"/>
                    <a:pt x="7957" y="12188"/>
                  </a:cubicBezTo>
                  <a:cubicBezTo>
                    <a:pt x="7936" y="12188"/>
                    <a:pt x="7915" y="12180"/>
                    <a:pt x="7899" y="12164"/>
                  </a:cubicBezTo>
                  <a:lnTo>
                    <a:pt x="7618" y="11882"/>
                  </a:lnTo>
                  <a:cubicBezTo>
                    <a:pt x="7589" y="11854"/>
                    <a:pt x="7582" y="11808"/>
                    <a:pt x="7607" y="11777"/>
                  </a:cubicBezTo>
                  <a:lnTo>
                    <a:pt x="8019" y="11154"/>
                  </a:lnTo>
                  <a:cubicBezTo>
                    <a:pt x="8064" y="11091"/>
                    <a:pt x="8064" y="11003"/>
                    <a:pt x="8026" y="10936"/>
                  </a:cubicBezTo>
                  <a:cubicBezTo>
                    <a:pt x="7945" y="10788"/>
                    <a:pt x="7878" y="10630"/>
                    <a:pt x="7832" y="10468"/>
                  </a:cubicBezTo>
                  <a:cubicBezTo>
                    <a:pt x="7811" y="10390"/>
                    <a:pt x="7748" y="10331"/>
                    <a:pt x="7670" y="10316"/>
                  </a:cubicBezTo>
                  <a:lnTo>
                    <a:pt x="6942" y="10172"/>
                  </a:lnTo>
                  <a:cubicBezTo>
                    <a:pt x="6903" y="10162"/>
                    <a:pt x="6875" y="10130"/>
                    <a:pt x="6875" y="10088"/>
                  </a:cubicBezTo>
                  <a:lnTo>
                    <a:pt x="6875" y="9690"/>
                  </a:lnTo>
                  <a:cubicBezTo>
                    <a:pt x="6875" y="9651"/>
                    <a:pt x="6903" y="9616"/>
                    <a:pt x="6942" y="9609"/>
                  </a:cubicBezTo>
                  <a:lnTo>
                    <a:pt x="6984" y="9599"/>
                  </a:lnTo>
                  <a:cubicBezTo>
                    <a:pt x="7097" y="9578"/>
                    <a:pt x="7171" y="9465"/>
                    <a:pt x="7150" y="9352"/>
                  </a:cubicBezTo>
                  <a:cubicBezTo>
                    <a:pt x="7128" y="9253"/>
                    <a:pt x="7040" y="9183"/>
                    <a:pt x="6942" y="9183"/>
                  </a:cubicBezTo>
                  <a:cubicBezTo>
                    <a:pt x="6929" y="9183"/>
                    <a:pt x="6916" y="9185"/>
                    <a:pt x="6903" y="9187"/>
                  </a:cubicBezTo>
                  <a:lnTo>
                    <a:pt x="6858" y="9198"/>
                  </a:lnTo>
                  <a:cubicBezTo>
                    <a:pt x="6622" y="9243"/>
                    <a:pt x="6453" y="9451"/>
                    <a:pt x="6453" y="9690"/>
                  </a:cubicBezTo>
                  <a:lnTo>
                    <a:pt x="6453" y="10088"/>
                  </a:lnTo>
                  <a:cubicBezTo>
                    <a:pt x="6453" y="10331"/>
                    <a:pt x="6622" y="10535"/>
                    <a:pt x="6858" y="10584"/>
                  </a:cubicBezTo>
                  <a:lnTo>
                    <a:pt x="7466" y="10703"/>
                  </a:lnTo>
                  <a:cubicBezTo>
                    <a:pt x="7501" y="10816"/>
                    <a:pt x="7547" y="10922"/>
                    <a:pt x="7596" y="11027"/>
                  </a:cubicBezTo>
                  <a:lnTo>
                    <a:pt x="7255" y="11544"/>
                  </a:lnTo>
                  <a:cubicBezTo>
                    <a:pt x="7121" y="11741"/>
                    <a:pt x="7146" y="12009"/>
                    <a:pt x="7319" y="12178"/>
                  </a:cubicBezTo>
                  <a:lnTo>
                    <a:pt x="7600" y="12459"/>
                  </a:lnTo>
                  <a:cubicBezTo>
                    <a:pt x="7697" y="12556"/>
                    <a:pt x="7826" y="12607"/>
                    <a:pt x="7956" y="12607"/>
                  </a:cubicBezTo>
                  <a:cubicBezTo>
                    <a:pt x="8052" y="12607"/>
                    <a:pt x="8148" y="12579"/>
                    <a:pt x="8233" y="12523"/>
                  </a:cubicBezTo>
                  <a:lnTo>
                    <a:pt x="8751" y="12181"/>
                  </a:lnTo>
                  <a:cubicBezTo>
                    <a:pt x="8856" y="12230"/>
                    <a:pt x="8962" y="12276"/>
                    <a:pt x="9074" y="12311"/>
                  </a:cubicBezTo>
                  <a:lnTo>
                    <a:pt x="9194" y="12920"/>
                  </a:lnTo>
                  <a:cubicBezTo>
                    <a:pt x="9243" y="13156"/>
                    <a:pt x="9447" y="13325"/>
                    <a:pt x="9690" y="13325"/>
                  </a:cubicBezTo>
                  <a:lnTo>
                    <a:pt x="10088" y="13325"/>
                  </a:lnTo>
                  <a:cubicBezTo>
                    <a:pt x="10327" y="13325"/>
                    <a:pt x="10534" y="13156"/>
                    <a:pt x="10580" y="12920"/>
                  </a:cubicBezTo>
                  <a:lnTo>
                    <a:pt x="10703" y="12311"/>
                  </a:lnTo>
                  <a:cubicBezTo>
                    <a:pt x="10812" y="12276"/>
                    <a:pt x="10921" y="12230"/>
                    <a:pt x="11023" y="12181"/>
                  </a:cubicBezTo>
                  <a:lnTo>
                    <a:pt x="11541" y="12523"/>
                  </a:lnTo>
                  <a:cubicBezTo>
                    <a:pt x="11626" y="12579"/>
                    <a:pt x="11723" y="12607"/>
                    <a:pt x="11819" y="12607"/>
                  </a:cubicBezTo>
                  <a:cubicBezTo>
                    <a:pt x="11949" y="12607"/>
                    <a:pt x="12078" y="12556"/>
                    <a:pt x="12178" y="12459"/>
                  </a:cubicBezTo>
                  <a:lnTo>
                    <a:pt x="12459" y="12178"/>
                  </a:lnTo>
                  <a:cubicBezTo>
                    <a:pt x="12628" y="12009"/>
                    <a:pt x="12653" y="11741"/>
                    <a:pt x="12522" y="11544"/>
                  </a:cubicBezTo>
                  <a:lnTo>
                    <a:pt x="12178" y="11027"/>
                  </a:lnTo>
                  <a:cubicBezTo>
                    <a:pt x="12230" y="10922"/>
                    <a:pt x="12273" y="10816"/>
                    <a:pt x="12308" y="10703"/>
                  </a:cubicBezTo>
                  <a:lnTo>
                    <a:pt x="12916" y="10584"/>
                  </a:lnTo>
                  <a:cubicBezTo>
                    <a:pt x="13152" y="10535"/>
                    <a:pt x="13321" y="10331"/>
                    <a:pt x="13321" y="10088"/>
                  </a:cubicBezTo>
                  <a:lnTo>
                    <a:pt x="13321" y="9690"/>
                  </a:lnTo>
                  <a:cubicBezTo>
                    <a:pt x="13321" y="9451"/>
                    <a:pt x="13156" y="9243"/>
                    <a:pt x="12920" y="9194"/>
                  </a:cubicBezTo>
                  <a:lnTo>
                    <a:pt x="12920" y="9198"/>
                  </a:lnTo>
                  <a:lnTo>
                    <a:pt x="12311" y="9074"/>
                  </a:lnTo>
                  <a:cubicBezTo>
                    <a:pt x="12276" y="8965"/>
                    <a:pt x="12230" y="8856"/>
                    <a:pt x="12178" y="8754"/>
                  </a:cubicBezTo>
                  <a:lnTo>
                    <a:pt x="12522" y="8237"/>
                  </a:lnTo>
                  <a:cubicBezTo>
                    <a:pt x="12656" y="8036"/>
                    <a:pt x="12628" y="7773"/>
                    <a:pt x="12459" y="7600"/>
                  </a:cubicBezTo>
                  <a:lnTo>
                    <a:pt x="12178" y="7319"/>
                  </a:lnTo>
                  <a:cubicBezTo>
                    <a:pt x="12081" y="7222"/>
                    <a:pt x="11952" y="7172"/>
                    <a:pt x="11822" y="7172"/>
                  </a:cubicBezTo>
                  <a:cubicBezTo>
                    <a:pt x="11725" y="7172"/>
                    <a:pt x="11628" y="7200"/>
                    <a:pt x="11544" y="7255"/>
                  </a:cubicBezTo>
                  <a:lnTo>
                    <a:pt x="11027" y="7600"/>
                  </a:lnTo>
                  <a:cubicBezTo>
                    <a:pt x="10921" y="7547"/>
                    <a:pt x="10816" y="7505"/>
                    <a:pt x="10703" y="7470"/>
                  </a:cubicBezTo>
                  <a:lnTo>
                    <a:pt x="10584" y="6861"/>
                  </a:lnTo>
                  <a:cubicBezTo>
                    <a:pt x="10534" y="6626"/>
                    <a:pt x="10330" y="6457"/>
                    <a:pt x="10088" y="6457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4"/>
          <p:cNvSpPr txBox="1">
            <a:spLocks noGrp="1"/>
          </p:cNvSpPr>
          <p:nvPr>
            <p:ph type="title"/>
          </p:nvPr>
        </p:nvSpPr>
        <p:spPr>
          <a:xfrm>
            <a:off x="217582" y="1240787"/>
            <a:ext cx="662534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3200"/>
              <a:t>PROJECT CONCEPT</a:t>
            </a:r>
          </a:p>
        </p:txBody>
      </p:sp>
      <p:sp>
        <p:nvSpPr>
          <p:cNvPr id="1018" name="Google Shape;1018;p44"/>
          <p:cNvSpPr txBox="1">
            <a:spLocks noGrp="1"/>
          </p:cNvSpPr>
          <p:nvPr>
            <p:ph type="subTitle" idx="1"/>
          </p:nvPr>
        </p:nvSpPr>
        <p:spPr>
          <a:xfrm>
            <a:off x="217582" y="2347210"/>
            <a:ext cx="4032600" cy="23436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Wingdings" panose="05000000000000000000" pitchFamily="2" charset="2"/>
              <a:buChar char="§"/>
            </a:pPr>
            <a:r>
              <a:rPr lang="en-SE"/>
              <a:t>Train an AI</a:t>
            </a:r>
            <a:r>
              <a:rPr lang="en-GB"/>
              <a:t> </a:t>
            </a:r>
            <a:r>
              <a:rPr lang="en-SE"/>
              <a:t>controlled drone to navigate a 3D environment.</a:t>
            </a:r>
            <a:endParaRPr lang="en-GB"/>
          </a:p>
          <a:p>
            <a:pPr marL="425450" lvl="0" indent="-285750">
              <a:buFont typeface="Wingdings" panose="05000000000000000000" pitchFamily="2" charset="2"/>
              <a:buChar char="§"/>
            </a:pPr>
            <a:endParaRPr lang="en-SE"/>
          </a:p>
          <a:p>
            <a:pPr lvl="0">
              <a:buFont typeface="Wingdings" panose="05000000000000000000" pitchFamily="2" charset="2"/>
              <a:buChar char="§"/>
            </a:pPr>
            <a:r>
              <a:rPr lang="en-SE"/>
              <a:t>Reach checkpoints and avoid obstacles.</a:t>
            </a:r>
            <a:endParaRPr lang="en-GB"/>
          </a:p>
          <a:p>
            <a:pPr marL="425450" lvl="0" indent="-285750">
              <a:buFont typeface="Wingdings" panose="05000000000000000000" pitchFamily="2" charset="2"/>
              <a:buChar char="§"/>
            </a:pPr>
            <a:endParaRPr lang="en-SE"/>
          </a:p>
          <a:p>
            <a:pPr lvl="0">
              <a:buFont typeface="Wingdings" panose="05000000000000000000" pitchFamily="2" charset="2"/>
              <a:buChar char="§"/>
            </a:pPr>
            <a:r>
              <a:rPr lang="en-SE"/>
              <a:t>Investigate how learning strategies affect success rate and navigation efficiency.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/>
          </a:p>
        </p:txBody>
      </p:sp>
      <p:sp>
        <p:nvSpPr>
          <p:cNvPr id="1019" name="Google Shape;1019;p44"/>
          <p:cNvSpPr txBox="1">
            <a:spLocks noGrp="1"/>
          </p:cNvSpPr>
          <p:nvPr>
            <p:ph type="title" idx="2"/>
          </p:nvPr>
        </p:nvSpPr>
        <p:spPr>
          <a:xfrm>
            <a:off x="308032" y="398987"/>
            <a:ext cx="179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20" name="Google Shape;1020;p44"/>
          <p:cNvSpPr/>
          <p:nvPr/>
        </p:nvSpPr>
        <p:spPr>
          <a:xfrm>
            <a:off x="217582" y="1974737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5" name="Google Shape;1075;p44"/>
          <p:cNvGrpSpPr/>
          <p:nvPr/>
        </p:nvGrpSpPr>
        <p:grpSpPr>
          <a:xfrm>
            <a:off x="5150920" y="377966"/>
            <a:ext cx="3042635" cy="1812471"/>
            <a:chOff x="3024078" y="1987423"/>
            <a:chExt cx="3101881" cy="1847763"/>
          </a:xfrm>
        </p:grpSpPr>
        <p:grpSp>
          <p:nvGrpSpPr>
            <p:cNvPr id="1076" name="Google Shape;1076;p44"/>
            <p:cNvGrpSpPr/>
            <p:nvPr/>
          </p:nvGrpSpPr>
          <p:grpSpPr>
            <a:xfrm>
              <a:off x="3339466" y="2138929"/>
              <a:ext cx="2455292" cy="1617889"/>
              <a:chOff x="-3209756" y="1803812"/>
              <a:chExt cx="2235335" cy="1472951"/>
            </a:xfrm>
          </p:grpSpPr>
          <p:grpSp>
            <p:nvGrpSpPr>
              <p:cNvPr id="1077" name="Google Shape;1077;p44"/>
              <p:cNvGrpSpPr/>
              <p:nvPr/>
            </p:nvGrpSpPr>
            <p:grpSpPr>
              <a:xfrm>
                <a:off x="-1885420" y="1803812"/>
                <a:ext cx="163333" cy="251385"/>
                <a:chOff x="-3916750" y="2838725"/>
                <a:chExt cx="106150" cy="163375"/>
              </a:xfrm>
            </p:grpSpPr>
            <p:sp>
              <p:nvSpPr>
                <p:cNvPr id="1078" name="Google Shape;1078;p44"/>
                <p:cNvSpPr/>
                <p:nvPr/>
              </p:nvSpPr>
              <p:spPr>
                <a:xfrm>
                  <a:off x="-3912025" y="2929400"/>
                  <a:ext cx="97175" cy="7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" h="2908" extrusionOk="0">
                      <a:moveTo>
                        <a:pt x="1" y="1686"/>
                      </a:moveTo>
                      <a:lnTo>
                        <a:pt x="1" y="1685"/>
                      </a:lnTo>
                      <a:lnTo>
                        <a:pt x="1" y="62"/>
                      </a:lnTo>
                      <a:lnTo>
                        <a:pt x="3865" y="0"/>
                      </a:lnTo>
                      <a:lnTo>
                        <a:pt x="3865" y="1622"/>
                      </a:lnTo>
                      <a:lnTo>
                        <a:pt x="3862" y="1622"/>
                      </a:lnTo>
                      <a:cubicBezTo>
                        <a:pt x="3886" y="1926"/>
                        <a:pt x="3700" y="2235"/>
                        <a:pt x="3295" y="2468"/>
                      </a:cubicBezTo>
                      <a:cubicBezTo>
                        <a:pt x="2539" y="2904"/>
                        <a:pt x="1316" y="2908"/>
                        <a:pt x="564" y="2474"/>
                      </a:cubicBezTo>
                      <a:cubicBezTo>
                        <a:pt x="190" y="2257"/>
                        <a:pt x="2" y="1975"/>
                        <a:pt x="2" y="1691"/>
                      </a:cubicBezTo>
                      <a:lnTo>
                        <a:pt x="1" y="1691"/>
                      </a:lnTo>
                      <a:lnTo>
                        <a:pt x="1" y="168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9" name="Google Shape;1079;p44"/>
                <p:cNvSpPr/>
                <p:nvPr/>
              </p:nvSpPr>
              <p:spPr>
                <a:xfrm>
                  <a:off x="-3916750" y="2903025"/>
                  <a:ext cx="106150" cy="5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2233" extrusionOk="0">
                      <a:moveTo>
                        <a:pt x="2135" y="1"/>
                      </a:moveTo>
                      <a:cubicBezTo>
                        <a:pt x="1638" y="1"/>
                        <a:pt x="1141" y="110"/>
                        <a:pt x="760" y="329"/>
                      </a:cubicBezTo>
                      <a:cubicBezTo>
                        <a:pt x="3" y="766"/>
                        <a:pt x="0" y="1474"/>
                        <a:pt x="753" y="1907"/>
                      </a:cubicBezTo>
                      <a:cubicBezTo>
                        <a:pt x="1127" y="2124"/>
                        <a:pt x="1618" y="2232"/>
                        <a:pt x="2110" y="2232"/>
                      </a:cubicBezTo>
                      <a:cubicBezTo>
                        <a:pt x="2607" y="2232"/>
                        <a:pt x="3105" y="2122"/>
                        <a:pt x="3486" y="1903"/>
                      </a:cubicBezTo>
                      <a:cubicBezTo>
                        <a:pt x="4243" y="1466"/>
                        <a:pt x="4246" y="758"/>
                        <a:pt x="3494" y="325"/>
                      </a:cubicBezTo>
                      <a:cubicBezTo>
                        <a:pt x="3119" y="109"/>
                        <a:pt x="2627" y="1"/>
                        <a:pt x="21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0" name="Google Shape;1080;p44"/>
                <p:cNvSpPr/>
                <p:nvPr/>
              </p:nvSpPr>
              <p:spPr>
                <a:xfrm>
                  <a:off x="-3903975" y="2906525"/>
                  <a:ext cx="81075" cy="4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3" h="1789" extrusionOk="0">
                      <a:moveTo>
                        <a:pt x="3223" y="0"/>
                      </a:moveTo>
                      <a:lnTo>
                        <a:pt x="0" y="51"/>
                      </a:lnTo>
                      <a:lnTo>
                        <a:pt x="0" y="860"/>
                      </a:lnTo>
                      <a:lnTo>
                        <a:pt x="0" y="863"/>
                      </a:lnTo>
                      <a:lnTo>
                        <a:pt x="0" y="866"/>
                      </a:lnTo>
                      <a:cubicBezTo>
                        <a:pt x="0" y="1103"/>
                        <a:pt x="157" y="1338"/>
                        <a:pt x="468" y="1518"/>
                      </a:cubicBezTo>
                      <a:cubicBezTo>
                        <a:pt x="781" y="1698"/>
                        <a:pt x="1191" y="1788"/>
                        <a:pt x="1602" y="1788"/>
                      </a:cubicBezTo>
                      <a:cubicBezTo>
                        <a:pt x="2016" y="1788"/>
                        <a:pt x="2431" y="1697"/>
                        <a:pt x="2749" y="1514"/>
                      </a:cubicBezTo>
                      <a:cubicBezTo>
                        <a:pt x="3086" y="1320"/>
                        <a:pt x="3243" y="1061"/>
                        <a:pt x="3223" y="808"/>
                      </a:cubicBezTo>
                      <a:lnTo>
                        <a:pt x="322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1" name="Google Shape;1081;p44"/>
                <p:cNvSpPr/>
                <p:nvPr/>
              </p:nvSpPr>
              <p:spPr>
                <a:xfrm>
                  <a:off x="-3907975" y="2884525"/>
                  <a:ext cx="88575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1863" extrusionOk="0">
                      <a:moveTo>
                        <a:pt x="1783" y="0"/>
                      </a:moveTo>
                      <a:cubicBezTo>
                        <a:pt x="1369" y="0"/>
                        <a:pt x="953" y="92"/>
                        <a:pt x="635" y="276"/>
                      </a:cubicBezTo>
                      <a:cubicBezTo>
                        <a:pt x="3" y="640"/>
                        <a:pt x="0" y="1229"/>
                        <a:pt x="628" y="1592"/>
                      </a:cubicBezTo>
                      <a:cubicBezTo>
                        <a:pt x="940" y="1772"/>
                        <a:pt x="1350" y="1862"/>
                        <a:pt x="1761" y="1862"/>
                      </a:cubicBezTo>
                      <a:cubicBezTo>
                        <a:pt x="2176" y="1862"/>
                        <a:pt x="2591" y="1771"/>
                        <a:pt x="2909" y="1588"/>
                      </a:cubicBezTo>
                      <a:cubicBezTo>
                        <a:pt x="3540" y="1223"/>
                        <a:pt x="3543" y="634"/>
                        <a:pt x="2915" y="271"/>
                      </a:cubicBezTo>
                      <a:cubicBezTo>
                        <a:pt x="2603" y="90"/>
                        <a:pt x="2194" y="0"/>
                        <a:pt x="17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44"/>
                <p:cNvSpPr/>
                <p:nvPr/>
              </p:nvSpPr>
              <p:spPr>
                <a:xfrm>
                  <a:off x="-3884325" y="2871525"/>
                  <a:ext cx="36125" cy="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5" h="1705" extrusionOk="0">
                      <a:moveTo>
                        <a:pt x="1435" y="0"/>
                      </a:moveTo>
                      <a:lnTo>
                        <a:pt x="0" y="23"/>
                      </a:lnTo>
                      <a:lnTo>
                        <a:pt x="0" y="1292"/>
                      </a:lnTo>
                      <a:lnTo>
                        <a:pt x="0" y="1294"/>
                      </a:lnTo>
                      <a:cubicBezTo>
                        <a:pt x="2" y="1399"/>
                        <a:pt x="71" y="1503"/>
                        <a:pt x="209" y="1583"/>
                      </a:cubicBezTo>
                      <a:cubicBezTo>
                        <a:pt x="349" y="1664"/>
                        <a:pt x="532" y="1704"/>
                        <a:pt x="715" y="1704"/>
                      </a:cubicBezTo>
                      <a:cubicBezTo>
                        <a:pt x="899" y="1704"/>
                        <a:pt x="1083" y="1663"/>
                        <a:pt x="1225" y="1582"/>
                      </a:cubicBezTo>
                      <a:cubicBezTo>
                        <a:pt x="1374" y="1495"/>
                        <a:pt x="1445" y="1380"/>
                        <a:pt x="1435" y="1268"/>
                      </a:cubicBezTo>
                      <a:lnTo>
                        <a:pt x="1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3" name="Google Shape;1083;p44"/>
                <p:cNvSpPr/>
                <p:nvPr/>
              </p:nvSpPr>
              <p:spPr>
                <a:xfrm>
                  <a:off x="-3896025" y="2838725"/>
                  <a:ext cx="56700" cy="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8" h="2254" extrusionOk="0">
                      <a:moveTo>
                        <a:pt x="1157" y="0"/>
                      </a:moveTo>
                      <a:cubicBezTo>
                        <a:pt x="47" y="0"/>
                        <a:pt x="114" y="1302"/>
                        <a:pt x="114" y="1302"/>
                      </a:cubicBezTo>
                      <a:cubicBezTo>
                        <a:pt x="114" y="1302"/>
                        <a:pt x="1" y="2192"/>
                        <a:pt x="954" y="2249"/>
                      </a:cubicBezTo>
                      <a:cubicBezTo>
                        <a:pt x="1008" y="2252"/>
                        <a:pt x="1059" y="2254"/>
                        <a:pt x="1107" y="2254"/>
                      </a:cubicBezTo>
                      <a:cubicBezTo>
                        <a:pt x="2171" y="2254"/>
                        <a:pt x="2172" y="1518"/>
                        <a:pt x="2172" y="1518"/>
                      </a:cubicBezTo>
                      <a:cubicBezTo>
                        <a:pt x="2172" y="1518"/>
                        <a:pt x="2268" y="0"/>
                        <a:pt x="115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84" name="Google Shape;1084;p44"/>
              <p:cNvGrpSpPr/>
              <p:nvPr/>
            </p:nvGrpSpPr>
            <p:grpSpPr>
              <a:xfrm>
                <a:off x="-1137754" y="2214606"/>
                <a:ext cx="163333" cy="251385"/>
                <a:chOff x="-3916750" y="2838725"/>
                <a:chExt cx="106150" cy="163375"/>
              </a:xfrm>
            </p:grpSpPr>
            <p:sp>
              <p:nvSpPr>
                <p:cNvPr id="1085" name="Google Shape;1085;p44"/>
                <p:cNvSpPr/>
                <p:nvPr/>
              </p:nvSpPr>
              <p:spPr>
                <a:xfrm>
                  <a:off x="-3912025" y="2929400"/>
                  <a:ext cx="97175" cy="7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" h="2908" extrusionOk="0">
                      <a:moveTo>
                        <a:pt x="1" y="1686"/>
                      </a:moveTo>
                      <a:lnTo>
                        <a:pt x="1" y="1685"/>
                      </a:lnTo>
                      <a:lnTo>
                        <a:pt x="1" y="62"/>
                      </a:lnTo>
                      <a:lnTo>
                        <a:pt x="3865" y="0"/>
                      </a:lnTo>
                      <a:lnTo>
                        <a:pt x="3865" y="1622"/>
                      </a:lnTo>
                      <a:lnTo>
                        <a:pt x="3862" y="1622"/>
                      </a:lnTo>
                      <a:cubicBezTo>
                        <a:pt x="3886" y="1926"/>
                        <a:pt x="3700" y="2235"/>
                        <a:pt x="3295" y="2468"/>
                      </a:cubicBezTo>
                      <a:cubicBezTo>
                        <a:pt x="2539" y="2904"/>
                        <a:pt x="1316" y="2908"/>
                        <a:pt x="564" y="2474"/>
                      </a:cubicBezTo>
                      <a:cubicBezTo>
                        <a:pt x="190" y="2257"/>
                        <a:pt x="2" y="1975"/>
                        <a:pt x="2" y="1691"/>
                      </a:cubicBezTo>
                      <a:lnTo>
                        <a:pt x="1" y="1691"/>
                      </a:lnTo>
                      <a:lnTo>
                        <a:pt x="1" y="168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6" name="Google Shape;1086;p44"/>
                <p:cNvSpPr/>
                <p:nvPr/>
              </p:nvSpPr>
              <p:spPr>
                <a:xfrm>
                  <a:off x="-3916750" y="2903025"/>
                  <a:ext cx="106150" cy="5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2233" extrusionOk="0">
                      <a:moveTo>
                        <a:pt x="2135" y="1"/>
                      </a:moveTo>
                      <a:cubicBezTo>
                        <a:pt x="1638" y="1"/>
                        <a:pt x="1141" y="110"/>
                        <a:pt x="760" y="329"/>
                      </a:cubicBezTo>
                      <a:cubicBezTo>
                        <a:pt x="3" y="766"/>
                        <a:pt x="0" y="1474"/>
                        <a:pt x="753" y="1907"/>
                      </a:cubicBezTo>
                      <a:cubicBezTo>
                        <a:pt x="1127" y="2124"/>
                        <a:pt x="1618" y="2232"/>
                        <a:pt x="2110" y="2232"/>
                      </a:cubicBezTo>
                      <a:cubicBezTo>
                        <a:pt x="2607" y="2232"/>
                        <a:pt x="3105" y="2122"/>
                        <a:pt x="3486" y="1903"/>
                      </a:cubicBezTo>
                      <a:cubicBezTo>
                        <a:pt x="4243" y="1466"/>
                        <a:pt x="4246" y="758"/>
                        <a:pt x="3494" y="325"/>
                      </a:cubicBezTo>
                      <a:cubicBezTo>
                        <a:pt x="3119" y="109"/>
                        <a:pt x="2627" y="1"/>
                        <a:pt x="21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7" name="Google Shape;1087;p44"/>
                <p:cNvSpPr/>
                <p:nvPr/>
              </p:nvSpPr>
              <p:spPr>
                <a:xfrm>
                  <a:off x="-3903975" y="2906525"/>
                  <a:ext cx="81075" cy="4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3" h="1789" extrusionOk="0">
                      <a:moveTo>
                        <a:pt x="3223" y="0"/>
                      </a:moveTo>
                      <a:lnTo>
                        <a:pt x="0" y="51"/>
                      </a:lnTo>
                      <a:lnTo>
                        <a:pt x="0" y="860"/>
                      </a:lnTo>
                      <a:lnTo>
                        <a:pt x="0" y="863"/>
                      </a:lnTo>
                      <a:lnTo>
                        <a:pt x="0" y="866"/>
                      </a:lnTo>
                      <a:cubicBezTo>
                        <a:pt x="0" y="1103"/>
                        <a:pt x="157" y="1338"/>
                        <a:pt x="468" y="1518"/>
                      </a:cubicBezTo>
                      <a:cubicBezTo>
                        <a:pt x="781" y="1698"/>
                        <a:pt x="1191" y="1788"/>
                        <a:pt x="1602" y="1788"/>
                      </a:cubicBezTo>
                      <a:cubicBezTo>
                        <a:pt x="2016" y="1788"/>
                        <a:pt x="2431" y="1697"/>
                        <a:pt x="2749" y="1514"/>
                      </a:cubicBezTo>
                      <a:cubicBezTo>
                        <a:pt x="3086" y="1320"/>
                        <a:pt x="3243" y="1061"/>
                        <a:pt x="3223" y="808"/>
                      </a:cubicBezTo>
                      <a:lnTo>
                        <a:pt x="322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8" name="Google Shape;1088;p44"/>
                <p:cNvSpPr/>
                <p:nvPr/>
              </p:nvSpPr>
              <p:spPr>
                <a:xfrm>
                  <a:off x="-3907975" y="2884525"/>
                  <a:ext cx="88575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1863" extrusionOk="0">
                      <a:moveTo>
                        <a:pt x="1783" y="0"/>
                      </a:moveTo>
                      <a:cubicBezTo>
                        <a:pt x="1369" y="0"/>
                        <a:pt x="953" y="92"/>
                        <a:pt x="635" y="276"/>
                      </a:cubicBezTo>
                      <a:cubicBezTo>
                        <a:pt x="3" y="640"/>
                        <a:pt x="0" y="1229"/>
                        <a:pt x="628" y="1592"/>
                      </a:cubicBezTo>
                      <a:cubicBezTo>
                        <a:pt x="940" y="1772"/>
                        <a:pt x="1350" y="1862"/>
                        <a:pt x="1761" y="1862"/>
                      </a:cubicBezTo>
                      <a:cubicBezTo>
                        <a:pt x="2176" y="1862"/>
                        <a:pt x="2591" y="1771"/>
                        <a:pt x="2909" y="1588"/>
                      </a:cubicBezTo>
                      <a:cubicBezTo>
                        <a:pt x="3540" y="1223"/>
                        <a:pt x="3543" y="634"/>
                        <a:pt x="2915" y="271"/>
                      </a:cubicBezTo>
                      <a:cubicBezTo>
                        <a:pt x="2603" y="90"/>
                        <a:pt x="2194" y="0"/>
                        <a:pt x="17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9" name="Google Shape;1089;p44"/>
                <p:cNvSpPr/>
                <p:nvPr/>
              </p:nvSpPr>
              <p:spPr>
                <a:xfrm>
                  <a:off x="-3884325" y="2871525"/>
                  <a:ext cx="36125" cy="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5" h="1705" extrusionOk="0">
                      <a:moveTo>
                        <a:pt x="1435" y="0"/>
                      </a:moveTo>
                      <a:lnTo>
                        <a:pt x="0" y="23"/>
                      </a:lnTo>
                      <a:lnTo>
                        <a:pt x="0" y="1292"/>
                      </a:lnTo>
                      <a:lnTo>
                        <a:pt x="0" y="1294"/>
                      </a:lnTo>
                      <a:cubicBezTo>
                        <a:pt x="2" y="1399"/>
                        <a:pt x="71" y="1503"/>
                        <a:pt x="209" y="1583"/>
                      </a:cubicBezTo>
                      <a:cubicBezTo>
                        <a:pt x="349" y="1664"/>
                        <a:pt x="532" y="1704"/>
                        <a:pt x="715" y="1704"/>
                      </a:cubicBezTo>
                      <a:cubicBezTo>
                        <a:pt x="899" y="1704"/>
                        <a:pt x="1083" y="1663"/>
                        <a:pt x="1225" y="1582"/>
                      </a:cubicBezTo>
                      <a:cubicBezTo>
                        <a:pt x="1374" y="1495"/>
                        <a:pt x="1445" y="1380"/>
                        <a:pt x="1435" y="1268"/>
                      </a:cubicBezTo>
                      <a:lnTo>
                        <a:pt x="1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0" name="Google Shape;1090;p44"/>
                <p:cNvSpPr/>
                <p:nvPr/>
              </p:nvSpPr>
              <p:spPr>
                <a:xfrm>
                  <a:off x="-3896025" y="2838725"/>
                  <a:ext cx="56700" cy="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8" h="2254" extrusionOk="0">
                      <a:moveTo>
                        <a:pt x="1157" y="0"/>
                      </a:moveTo>
                      <a:cubicBezTo>
                        <a:pt x="47" y="0"/>
                        <a:pt x="114" y="1302"/>
                        <a:pt x="114" y="1302"/>
                      </a:cubicBezTo>
                      <a:cubicBezTo>
                        <a:pt x="114" y="1302"/>
                        <a:pt x="1" y="2192"/>
                        <a:pt x="954" y="2249"/>
                      </a:cubicBezTo>
                      <a:cubicBezTo>
                        <a:pt x="1008" y="2252"/>
                        <a:pt x="1059" y="2254"/>
                        <a:pt x="1107" y="2254"/>
                      </a:cubicBezTo>
                      <a:cubicBezTo>
                        <a:pt x="2171" y="2254"/>
                        <a:pt x="2172" y="1518"/>
                        <a:pt x="2172" y="1518"/>
                      </a:cubicBezTo>
                      <a:cubicBezTo>
                        <a:pt x="2172" y="1518"/>
                        <a:pt x="2268" y="0"/>
                        <a:pt x="115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91" name="Google Shape;1091;p44"/>
              <p:cNvSpPr/>
              <p:nvPr/>
            </p:nvSpPr>
            <p:spPr>
              <a:xfrm>
                <a:off x="-2508114" y="2583837"/>
                <a:ext cx="569742" cy="593015"/>
              </a:xfrm>
              <a:custGeom>
                <a:avLst/>
                <a:gdLst/>
                <a:ahLst/>
                <a:cxnLst/>
                <a:rect l="l" t="t" r="r" b="b"/>
                <a:pathLst>
                  <a:path w="14811" h="15416" extrusionOk="0">
                    <a:moveTo>
                      <a:pt x="6981" y="0"/>
                    </a:moveTo>
                    <a:cubicBezTo>
                      <a:pt x="5825" y="1041"/>
                      <a:pt x="4648" y="2057"/>
                      <a:pt x="3462" y="3061"/>
                    </a:cubicBezTo>
                    <a:cubicBezTo>
                      <a:pt x="2871" y="3564"/>
                      <a:pt x="2279" y="4069"/>
                      <a:pt x="1681" y="4562"/>
                    </a:cubicBezTo>
                    <a:lnTo>
                      <a:pt x="785" y="5307"/>
                    </a:lnTo>
                    <a:cubicBezTo>
                      <a:pt x="642" y="5424"/>
                      <a:pt x="464" y="5562"/>
                      <a:pt x="336" y="5742"/>
                    </a:cubicBezTo>
                    <a:cubicBezTo>
                      <a:pt x="207" y="5918"/>
                      <a:pt x="122" y="6124"/>
                      <a:pt x="82" y="6336"/>
                    </a:cubicBezTo>
                    <a:cubicBezTo>
                      <a:pt x="1" y="6761"/>
                      <a:pt x="107" y="7214"/>
                      <a:pt x="375" y="7550"/>
                    </a:cubicBezTo>
                    <a:cubicBezTo>
                      <a:pt x="505" y="7717"/>
                      <a:pt x="682" y="7853"/>
                      <a:pt x="858" y="7951"/>
                    </a:cubicBezTo>
                    <a:lnTo>
                      <a:pt x="1364" y="8239"/>
                    </a:lnTo>
                    <a:lnTo>
                      <a:pt x="3390" y="9389"/>
                    </a:lnTo>
                    <a:cubicBezTo>
                      <a:pt x="4742" y="10154"/>
                      <a:pt x="6080" y="10938"/>
                      <a:pt x="7426" y="11714"/>
                    </a:cubicBezTo>
                    <a:lnTo>
                      <a:pt x="11436" y="14084"/>
                    </a:lnTo>
                    <a:lnTo>
                      <a:pt x="13434" y="15279"/>
                    </a:lnTo>
                    <a:cubicBezTo>
                      <a:pt x="13571" y="15364"/>
                      <a:pt x="13741" y="15415"/>
                      <a:pt x="13910" y="15415"/>
                    </a:cubicBezTo>
                    <a:cubicBezTo>
                      <a:pt x="13968" y="15415"/>
                      <a:pt x="14026" y="15409"/>
                      <a:pt x="14083" y="15396"/>
                    </a:cubicBezTo>
                    <a:cubicBezTo>
                      <a:pt x="14306" y="15353"/>
                      <a:pt x="14508" y="15221"/>
                      <a:pt x="14642" y="15035"/>
                    </a:cubicBezTo>
                    <a:cubicBezTo>
                      <a:pt x="14712" y="14944"/>
                      <a:pt x="14754" y="14833"/>
                      <a:pt x="14785" y="14722"/>
                    </a:cubicBezTo>
                    <a:cubicBezTo>
                      <a:pt x="14811" y="14613"/>
                      <a:pt x="14811" y="14484"/>
                      <a:pt x="14808" y="14396"/>
                    </a:cubicBezTo>
                    <a:lnTo>
                      <a:pt x="14794" y="13813"/>
                    </a:lnTo>
                    <a:cubicBezTo>
                      <a:pt x="14755" y="12261"/>
                      <a:pt x="14731" y="10708"/>
                      <a:pt x="14726" y="9154"/>
                    </a:cubicBezTo>
                    <a:cubicBezTo>
                      <a:pt x="14714" y="7600"/>
                      <a:pt x="14715" y="6047"/>
                      <a:pt x="14748" y="4492"/>
                    </a:cubicBezTo>
                    <a:lnTo>
                      <a:pt x="14748" y="4492"/>
                    </a:lnTo>
                    <a:lnTo>
                      <a:pt x="13742" y="4533"/>
                    </a:lnTo>
                    <a:cubicBezTo>
                      <a:pt x="13905" y="6081"/>
                      <a:pt x="14037" y="7630"/>
                      <a:pt x="14154" y="9179"/>
                    </a:cubicBezTo>
                    <a:cubicBezTo>
                      <a:pt x="14280" y="10728"/>
                      <a:pt x="14385" y="12277"/>
                      <a:pt x="14477" y="13827"/>
                    </a:cubicBezTo>
                    <a:lnTo>
                      <a:pt x="14512" y="14408"/>
                    </a:lnTo>
                    <a:cubicBezTo>
                      <a:pt x="14519" y="14513"/>
                      <a:pt x="14520" y="14579"/>
                      <a:pt x="14506" y="14661"/>
                    </a:cubicBezTo>
                    <a:cubicBezTo>
                      <a:pt x="14488" y="14736"/>
                      <a:pt x="14463" y="14813"/>
                      <a:pt x="14416" y="14878"/>
                    </a:cubicBezTo>
                    <a:cubicBezTo>
                      <a:pt x="14301" y="15057"/>
                      <a:pt x="14092" y="15160"/>
                      <a:pt x="13880" y="15160"/>
                    </a:cubicBezTo>
                    <a:cubicBezTo>
                      <a:pt x="13769" y="15160"/>
                      <a:pt x="13657" y="15132"/>
                      <a:pt x="13557" y="15070"/>
                    </a:cubicBezTo>
                    <a:lnTo>
                      <a:pt x="11531" y="13919"/>
                    </a:lnTo>
                    <a:lnTo>
                      <a:pt x="7494" y="11597"/>
                    </a:lnTo>
                    <a:cubicBezTo>
                      <a:pt x="6157" y="10808"/>
                      <a:pt x="4814" y="10028"/>
                      <a:pt x="3483" y="9228"/>
                    </a:cubicBezTo>
                    <a:lnTo>
                      <a:pt x="1485" y="8033"/>
                    </a:lnTo>
                    <a:lnTo>
                      <a:pt x="985" y="7734"/>
                    </a:lnTo>
                    <a:cubicBezTo>
                      <a:pt x="825" y="7637"/>
                      <a:pt x="692" y="7531"/>
                      <a:pt x="587" y="7387"/>
                    </a:cubicBezTo>
                    <a:cubicBezTo>
                      <a:pt x="378" y="7107"/>
                      <a:pt x="307" y="6734"/>
                      <a:pt x="384" y="6399"/>
                    </a:cubicBezTo>
                    <a:cubicBezTo>
                      <a:pt x="422" y="6231"/>
                      <a:pt x="495" y="6073"/>
                      <a:pt x="601" y="5939"/>
                    </a:cubicBezTo>
                    <a:cubicBezTo>
                      <a:pt x="705" y="5804"/>
                      <a:pt x="839" y="5705"/>
                      <a:pt x="1002" y="5582"/>
                    </a:cubicBezTo>
                    <a:lnTo>
                      <a:pt x="1934" y="4885"/>
                    </a:lnTo>
                    <a:cubicBezTo>
                      <a:pt x="2554" y="4418"/>
                      <a:pt x="3182" y="3959"/>
                      <a:pt x="3810" y="3503"/>
                    </a:cubicBezTo>
                    <a:cubicBezTo>
                      <a:pt x="5062" y="2581"/>
                      <a:pt x="6323" y="1674"/>
                      <a:pt x="7604" y="791"/>
                    </a:cubicBezTo>
                    <a:lnTo>
                      <a:pt x="69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44"/>
              <p:cNvSpPr/>
              <p:nvPr/>
            </p:nvSpPr>
            <p:spPr>
              <a:xfrm>
                <a:off x="-2190723" y="2528482"/>
                <a:ext cx="543546" cy="486191"/>
              </a:xfrm>
              <a:custGeom>
                <a:avLst/>
                <a:gdLst/>
                <a:ahLst/>
                <a:cxnLst/>
                <a:rect l="l" t="t" r="r" b="b"/>
                <a:pathLst>
                  <a:path w="14130" h="12639" extrusionOk="0">
                    <a:moveTo>
                      <a:pt x="3171" y="1"/>
                    </a:moveTo>
                    <a:cubicBezTo>
                      <a:pt x="2374" y="973"/>
                      <a:pt x="1559" y="1928"/>
                      <a:pt x="730" y="2871"/>
                    </a:cubicBezTo>
                    <a:cubicBezTo>
                      <a:pt x="625" y="2993"/>
                      <a:pt x="525" y="3100"/>
                      <a:pt x="416" y="3231"/>
                    </a:cubicBezTo>
                    <a:cubicBezTo>
                      <a:pt x="293" y="3371"/>
                      <a:pt x="202" y="3537"/>
                      <a:pt x="136" y="3710"/>
                    </a:cubicBezTo>
                    <a:cubicBezTo>
                      <a:pt x="10" y="4056"/>
                      <a:pt x="1" y="4442"/>
                      <a:pt x="124" y="4782"/>
                    </a:cubicBezTo>
                    <a:cubicBezTo>
                      <a:pt x="239" y="5125"/>
                      <a:pt x="482" y="5420"/>
                      <a:pt x="787" y="5598"/>
                    </a:cubicBezTo>
                    <a:lnTo>
                      <a:pt x="1614" y="6060"/>
                    </a:lnTo>
                    <a:cubicBezTo>
                      <a:pt x="3808" y="7278"/>
                      <a:pt x="5988" y="8516"/>
                      <a:pt x="8158" y="9773"/>
                    </a:cubicBezTo>
                    <a:lnTo>
                      <a:pt x="11394" y="11688"/>
                    </a:lnTo>
                    <a:lnTo>
                      <a:pt x="12200" y="12174"/>
                    </a:lnTo>
                    <a:lnTo>
                      <a:pt x="12603" y="12416"/>
                    </a:lnTo>
                    <a:cubicBezTo>
                      <a:pt x="12674" y="12457"/>
                      <a:pt x="12730" y="12496"/>
                      <a:pt x="12813" y="12539"/>
                    </a:cubicBezTo>
                    <a:cubicBezTo>
                      <a:pt x="12891" y="12580"/>
                      <a:pt x="12977" y="12610"/>
                      <a:pt x="13068" y="12625"/>
                    </a:cubicBezTo>
                    <a:cubicBezTo>
                      <a:pt x="13117" y="12634"/>
                      <a:pt x="13166" y="12638"/>
                      <a:pt x="13214" y="12638"/>
                    </a:cubicBezTo>
                    <a:cubicBezTo>
                      <a:pt x="13531" y="12638"/>
                      <a:pt x="13838" y="12455"/>
                      <a:pt x="13992" y="12177"/>
                    </a:cubicBezTo>
                    <a:cubicBezTo>
                      <a:pt x="14086" y="12019"/>
                      <a:pt x="14129" y="11827"/>
                      <a:pt x="14108" y="11640"/>
                    </a:cubicBezTo>
                    <a:cubicBezTo>
                      <a:pt x="14099" y="11547"/>
                      <a:pt x="14072" y="11456"/>
                      <a:pt x="14036" y="11371"/>
                    </a:cubicBezTo>
                    <a:lnTo>
                      <a:pt x="13937" y="11153"/>
                    </a:lnTo>
                    <a:cubicBezTo>
                      <a:pt x="12886" y="8875"/>
                      <a:pt x="11868" y="6583"/>
                      <a:pt x="10939" y="4245"/>
                    </a:cubicBezTo>
                    <a:lnTo>
                      <a:pt x="10035" y="4688"/>
                    </a:lnTo>
                    <a:cubicBezTo>
                      <a:pt x="11313" y="6854"/>
                      <a:pt x="12500" y="9066"/>
                      <a:pt x="13657" y="11291"/>
                    </a:cubicBezTo>
                    <a:lnTo>
                      <a:pt x="13762" y="11496"/>
                    </a:lnTo>
                    <a:cubicBezTo>
                      <a:pt x="13791" y="11554"/>
                      <a:pt x="13811" y="11614"/>
                      <a:pt x="13820" y="11677"/>
                    </a:cubicBezTo>
                    <a:cubicBezTo>
                      <a:pt x="13840" y="11802"/>
                      <a:pt x="13819" y="11931"/>
                      <a:pt x="13759" y="12047"/>
                    </a:cubicBezTo>
                    <a:cubicBezTo>
                      <a:pt x="13652" y="12253"/>
                      <a:pt x="13425" y="12396"/>
                      <a:pt x="13192" y="12396"/>
                    </a:cubicBezTo>
                    <a:cubicBezTo>
                      <a:pt x="13163" y="12396"/>
                      <a:pt x="13134" y="12394"/>
                      <a:pt x="13105" y="12390"/>
                    </a:cubicBezTo>
                    <a:cubicBezTo>
                      <a:pt x="12974" y="12376"/>
                      <a:pt x="12859" y="12303"/>
                      <a:pt x="12716" y="12222"/>
                    </a:cubicBezTo>
                    <a:lnTo>
                      <a:pt x="12307" y="11991"/>
                    </a:lnTo>
                    <a:lnTo>
                      <a:pt x="11487" y="11530"/>
                    </a:lnTo>
                    <a:lnTo>
                      <a:pt x="8226" y="9656"/>
                    </a:lnTo>
                    <a:cubicBezTo>
                      <a:pt x="6063" y="8387"/>
                      <a:pt x="3911" y="7100"/>
                      <a:pt x="1771" y="5791"/>
                    </a:cubicBezTo>
                    <a:cubicBezTo>
                      <a:pt x="1507" y="5628"/>
                      <a:pt x="1228" y="5463"/>
                      <a:pt x="978" y="5300"/>
                    </a:cubicBezTo>
                    <a:cubicBezTo>
                      <a:pt x="752" y="5146"/>
                      <a:pt x="587" y="4914"/>
                      <a:pt x="519" y="4657"/>
                    </a:cubicBezTo>
                    <a:cubicBezTo>
                      <a:pt x="445" y="4402"/>
                      <a:pt x="469" y="4122"/>
                      <a:pt x="579" y="3889"/>
                    </a:cubicBezTo>
                    <a:cubicBezTo>
                      <a:pt x="636" y="3776"/>
                      <a:pt x="705" y="3666"/>
                      <a:pt x="799" y="3579"/>
                    </a:cubicBezTo>
                    <a:lnTo>
                      <a:pt x="1132" y="3256"/>
                    </a:lnTo>
                    <a:cubicBezTo>
                      <a:pt x="2039" y="2390"/>
                      <a:pt x="2959" y="1534"/>
                      <a:pt x="3899" y="698"/>
                    </a:cubicBezTo>
                    <a:lnTo>
                      <a:pt x="31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44"/>
              <p:cNvSpPr/>
              <p:nvPr/>
            </p:nvSpPr>
            <p:spPr>
              <a:xfrm>
                <a:off x="-1901798" y="2889614"/>
                <a:ext cx="61933" cy="65664"/>
              </a:xfrm>
              <a:custGeom>
                <a:avLst/>
                <a:gdLst/>
                <a:ahLst/>
                <a:cxnLst/>
                <a:rect l="l" t="t" r="r" b="b"/>
                <a:pathLst>
                  <a:path w="1610" h="1707" extrusionOk="0">
                    <a:moveTo>
                      <a:pt x="1161" y="1"/>
                    </a:moveTo>
                    <a:lnTo>
                      <a:pt x="1" y="1434"/>
                    </a:lnTo>
                    <a:lnTo>
                      <a:pt x="164" y="1706"/>
                    </a:lnTo>
                    <a:lnTo>
                      <a:pt x="1610" y="19"/>
                    </a:lnTo>
                    <a:lnTo>
                      <a:pt x="11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44"/>
              <p:cNvSpPr/>
              <p:nvPr/>
            </p:nvSpPr>
            <p:spPr>
              <a:xfrm>
                <a:off x="-1895489" y="2895346"/>
                <a:ext cx="67049" cy="59932"/>
              </a:xfrm>
              <a:custGeom>
                <a:avLst/>
                <a:gdLst/>
                <a:ahLst/>
                <a:cxnLst/>
                <a:rect l="l" t="t" r="r" b="b"/>
                <a:pathLst>
                  <a:path w="1743" h="1558" extrusionOk="0">
                    <a:moveTo>
                      <a:pt x="1743" y="1"/>
                    </a:moveTo>
                    <a:lnTo>
                      <a:pt x="872" y="504"/>
                    </a:lnTo>
                    <a:lnTo>
                      <a:pt x="0" y="1557"/>
                    </a:lnTo>
                    <a:lnTo>
                      <a:pt x="871" y="1054"/>
                    </a:lnTo>
                    <a:lnTo>
                      <a:pt x="17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44"/>
              <p:cNvSpPr/>
              <p:nvPr/>
            </p:nvSpPr>
            <p:spPr>
              <a:xfrm>
                <a:off x="-1896528" y="2935890"/>
                <a:ext cx="34544" cy="44122"/>
              </a:xfrm>
              <a:custGeom>
                <a:avLst/>
                <a:gdLst/>
                <a:ahLst/>
                <a:cxnLst/>
                <a:rect l="l" t="t" r="r" b="b"/>
                <a:pathLst>
                  <a:path w="898" h="1147" extrusionOk="0">
                    <a:moveTo>
                      <a:pt x="898" y="0"/>
                    </a:moveTo>
                    <a:lnTo>
                      <a:pt x="27" y="503"/>
                    </a:lnTo>
                    <a:lnTo>
                      <a:pt x="1" y="1146"/>
                    </a:lnTo>
                    <a:lnTo>
                      <a:pt x="872" y="643"/>
                    </a:lnTo>
                    <a:lnTo>
                      <a:pt x="89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44"/>
              <p:cNvSpPr/>
              <p:nvPr/>
            </p:nvSpPr>
            <p:spPr>
              <a:xfrm>
                <a:off x="-1902798" y="2944776"/>
                <a:ext cx="7347" cy="35236"/>
              </a:xfrm>
              <a:custGeom>
                <a:avLst/>
                <a:gdLst/>
                <a:ahLst/>
                <a:cxnLst/>
                <a:rect l="l" t="t" r="r" b="b"/>
                <a:pathLst>
                  <a:path w="191" h="916" extrusionOk="0">
                    <a:moveTo>
                      <a:pt x="27" y="0"/>
                    </a:moveTo>
                    <a:lnTo>
                      <a:pt x="1" y="643"/>
                    </a:lnTo>
                    <a:lnTo>
                      <a:pt x="164" y="915"/>
                    </a:lnTo>
                    <a:lnTo>
                      <a:pt x="190" y="272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44"/>
              <p:cNvSpPr/>
              <p:nvPr/>
            </p:nvSpPr>
            <p:spPr>
              <a:xfrm>
                <a:off x="-1891411" y="2934390"/>
                <a:ext cx="49200" cy="52547"/>
              </a:xfrm>
              <a:custGeom>
                <a:avLst/>
                <a:gdLst/>
                <a:ahLst/>
                <a:cxnLst/>
                <a:rect l="l" t="t" r="r" b="b"/>
                <a:pathLst>
                  <a:path w="1279" h="1366" extrusionOk="0">
                    <a:moveTo>
                      <a:pt x="600" y="0"/>
                    </a:moveTo>
                    <a:cubicBezTo>
                      <a:pt x="545" y="0"/>
                      <a:pt x="482" y="18"/>
                      <a:pt x="415" y="56"/>
                    </a:cubicBezTo>
                    <a:cubicBezTo>
                      <a:pt x="186" y="189"/>
                      <a:pt x="0" y="510"/>
                      <a:pt x="0" y="773"/>
                    </a:cubicBezTo>
                    <a:cubicBezTo>
                      <a:pt x="0" y="909"/>
                      <a:pt x="49" y="1002"/>
                      <a:pt x="129" y="1042"/>
                    </a:cubicBezTo>
                    <a:lnTo>
                      <a:pt x="129" y="1044"/>
                    </a:lnTo>
                    <a:lnTo>
                      <a:pt x="694" y="1365"/>
                    </a:lnTo>
                    <a:lnTo>
                      <a:pt x="751" y="1268"/>
                    </a:lnTo>
                    <a:cubicBezTo>
                      <a:pt x="769" y="1261"/>
                      <a:pt x="788" y="1252"/>
                      <a:pt x="808" y="1241"/>
                    </a:cubicBezTo>
                    <a:cubicBezTo>
                      <a:pt x="1037" y="1108"/>
                      <a:pt x="1222" y="789"/>
                      <a:pt x="1222" y="526"/>
                    </a:cubicBezTo>
                    <a:cubicBezTo>
                      <a:pt x="1222" y="504"/>
                      <a:pt x="1220" y="484"/>
                      <a:pt x="1218" y="466"/>
                    </a:cubicBezTo>
                    <a:lnTo>
                      <a:pt x="1278" y="361"/>
                    </a:lnTo>
                    <a:lnTo>
                      <a:pt x="740" y="49"/>
                    </a:lnTo>
                    <a:lnTo>
                      <a:pt x="739" y="49"/>
                    </a:lnTo>
                    <a:cubicBezTo>
                      <a:pt x="701" y="17"/>
                      <a:pt x="654" y="0"/>
                      <a:pt x="6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44"/>
              <p:cNvSpPr/>
              <p:nvPr/>
            </p:nvSpPr>
            <p:spPr>
              <a:xfrm>
                <a:off x="-1870639" y="2946354"/>
                <a:ext cx="31928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0" h="1067" extrusionOk="0">
                    <a:moveTo>
                      <a:pt x="600" y="1"/>
                    </a:moveTo>
                    <a:cubicBezTo>
                      <a:pt x="544" y="1"/>
                      <a:pt x="481" y="19"/>
                      <a:pt x="414" y="58"/>
                    </a:cubicBezTo>
                    <a:cubicBezTo>
                      <a:pt x="185" y="190"/>
                      <a:pt x="0" y="510"/>
                      <a:pt x="0" y="773"/>
                    </a:cubicBezTo>
                    <a:cubicBezTo>
                      <a:pt x="0" y="959"/>
                      <a:pt x="93" y="1067"/>
                      <a:pt x="228" y="1067"/>
                    </a:cubicBezTo>
                    <a:cubicBezTo>
                      <a:pt x="284" y="1067"/>
                      <a:pt x="347" y="1048"/>
                      <a:pt x="414" y="1010"/>
                    </a:cubicBezTo>
                    <a:cubicBezTo>
                      <a:pt x="643" y="877"/>
                      <a:pt x="829" y="558"/>
                      <a:pt x="829" y="294"/>
                    </a:cubicBezTo>
                    <a:cubicBezTo>
                      <a:pt x="829" y="108"/>
                      <a:pt x="736" y="1"/>
                      <a:pt x="6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44"/>
              <p:cNvSpPr/>
              <p:nvPr/>
            </p:nvSpPr>
            <p:spPr>
              <a:xfrm>
                <a:off x="-1809477" y="2938122"/>
                <a:ext cx="32005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2" h="1067" extrusionOk="0">
                    <a:moveTo>
                      <a:pt x="229" y="1"/>
                    </a:moveTo>
                    <a:cubicBezTo>
                      <a:pt x="94" y="1"/>
                      <a:pt x="1" y="107"/>
                      <a:pt x="1" y="293"/>
                    </a:cubicBezTo>
                    <a:cubicBezTo>
                      <a:pt x="1" y="556"/>
                      <a:pt x="187" y="878"/>
                      <a:pt x="416" y="1010"/>
                    </a:cubicBezTo>
                    <a:cubicBezTo>
                      <a:pt x="483" y="1049"/>
                      <a:pt x="546" y="1067"/>
                      <a:pt x="602" y="1067"/>
                    </a:cubicBezTo>
                    <a:cubicBezTo>
                      <a:pt x="738" y="1067"/>
                      <a:pt x="831" y="959"/>
                      <a:pt x="831" y="773"/>
                    </a:cubicBezTo>
                    <a:cubicBezTo>
                      <a:pt x="831" y="510"/>
                      <a:pt x="645" y="190"/>
                      <a:pt x="416" y="58"/>
                    </a:cubicBezTo>
                    <a:cubicBezTo>
                      <a:pt x="349" y="19"/>
                      <a:pt x="285" y="1"/>
                      <a:pt x="2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44"/>
              <p:cNvSpPr/>
              <p:nvPr/>
            </p:nvSpPr>
            <p:spPr>
              <a:xfrm>
                <a:off x="-1811669" y="2940045"/>
                <a:ext cx="29158" cy="41737"/>
              </a:xfrm>
              <a:custGeom>
                <a:avLst/>
                <a:gdLst/>
                <a:ahLst/>
                <a:cxnLst/>
                <a:rect l="l" t="t" r="r" b="b"/>
                <a:pathLst>
                  <a:path w="758" h="1085" extrusionOk="0">
                    <a:moveTo>
                      <a:pt x="148" y="0"/>
                    </a:moveTo>
                    <a:lnTo>
                      <a:pt x="1" y="79"/>
                    </a:lnTo>
                    <a:lnTo>
                      <a:pt x="585" y="1085"/>
                    </a:lnTo>
                    <a:lnTo>
                      <a:pt x="757" y="994"/>
                    </a:lnTo>
                    <a:lnTo>
                      <a:pt x="757" y="451"/>
                    </a:lnTo>
                    <a:lnTo>
                      <a:pt x="379" y="15"/>
                    </a:lnTo>
                    <a:lnTo>
                      <a:pt x="1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44"/>
              <p:cNvSpPr/>
              <p:nvPr/>
            </p:nvSpPr>
            <p:spPr>
              <a:xfrm>
                <a:off x="-1815170" y="2941199"/>
                <a:ext cx="32005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2" h="1067" extrusionOk="0">
                    <a:moveTo>
                      <a:pt x="229" y="1"/>
                    </a:moveTo>
                    <a:cubicBezTo>
                      <a:pt x="94" y="1"/>
                      <a:pt x="1" y="107"/>
                      <a:pt x="1" y="293"/>
                    </a:cubicBezTo>
                    <a:cubicBezTo>
                      <a:pt x="1" y="556"/>
                      <a:pt x="187" y="878"/>
                      <a:pt x="416" y="1010"/>
                    </a:cubicBezTo>
                    <a:cubicBezTo>
                      <a:pt x="483" y="1049"/>
                      <a:pt x="546" y="1067"/>
                      <a:pt x="602" y="1067"/>
                    </a:cubicBezTo>
                    <a:cubicBezTo>
                      <a:pt x="738" y="1067"/>
                      <a:pt x="832" y="959"/>
                      <a:pt x="832" y="773"/>
                    </a:cubicBezTo>
                    <a:cubicBezTo>
                      <a:pt x="832" y="510"/>
                      <a:pt x="645" y="190"/>
                      <a:pt x="416" y="58"/>
                    </a:cubicBezTo>
                    <a:cubicBezTo>
                      <a:pt x="349" y="19"/>
                      <a:pt x="285" y="1"/>
                      <a:pt x="2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44"/>
              <p:cNvSpPr/>
              <p:nvPr/>
            </p:nvSpPr>
            <p:spPr>
              <a:xfrm>
                <a:off x="-1863600" y="2938122"/>
                <a:ext cx="79358" cy="79397"/>
              </a:xfrm>
              <a:custGeom>
                <a:avLst/>
                <a:gdLst/>
                <a:ahLst/>
                <a:cxnLst/>
                <a:rect l="l" t="t" r="r" b="b"/>
                <a:pathLst>
                  <a:path w="2063" h="2064" extrusionOk="0">
                    <a:moveTo>
                      <a:pt x="1032" y="1"/>
                    </a:moveTo>
                    <a:cubicBezTo>
                      <a:pt x="462" y="1"/>
                      <a:pt x="0" y="462"/>
                      <a:pt x="0" y="1031"/>
                    </a:cubicBezTo>
                    <a:cubicBezTo>
                      <a:pt x="0" y="1601"/>
                      <a:pt x="462" y="2064"/>
                      <a:pt x="1032" y="2064"/>
                    </a:cubicBezTo>
                    <a:cubicBezTo>
                      <a:pt x="1601" y="2064"/>
                      <a:pt x="2063" y="1601"/>
                      <a:pt x="2063" y="1031"/>
                    </a:cubicBezTo>
                    <a:cubicBezTo>
                      <a:pt x="2063" y="462"/>
                      <a:pt x="1601" y="1"/>
                      <a:pt x="10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44"/>
              <p:cNvSpPr/>
              <p:nvPr/>
            </p:nvSpPr>
            <p:spPr>
              <a:xfrm>
                <a:off x="-1815785" y="2972511"/>
                <a:ext cx="31928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0" h="1067" extrusionOk="0">
                    <a:moveTo>
                      <a:pt x="601" y="0"/>
                    </a:moveTo>
                    <a:cubicBezTo>
                      <a:pt x="545" y="0"/>
                      <a:pt x="481" y="19"/>
                      <a:pt x="414" y="57"/>
                    </a:cubicBezTo>
                    <a:cubicBezTo>
                      <a:pt x="185" y="190"/>
                      <a:pt x="0" y="510"/>
                      <a:pt x="0" y="773"/>
                    </a:cubicBezTo>
                    <a:cubicBezTo>
                      <a:pt x="0" y="959"/>
                      <a:pt x="93" y="1067"/>
                      <a:pt x="228" y="1067"/>
                    </a:cubicBezTo>
                    <a:cubicBezTo>
                      <a:pt x="284" y="1067"/>
                      <a:pt x="347" y="1048"/>
                      <a:pt x="414" y="1010"/>
                    </a:cubicBezTo>
                    <a:cubicBezTo>
                      <a:pt x="643" y="877"/>
                      <a:pt x="829" y="556"/>
                      <a:pt x="829" y="293"/>
                    </a:cubicBezTo>
                    <a:cubicBezTo>
                      <a:pt x="829" y="107"/>
                      <a:pt x="736" y="0"/>
                      <a:pt x="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44"/>
              <p:cNvSpPr/>
              <p:nvPr/>
            </p:nvSpPr>
            <p:spPr>
              <a:xfrm>
                <a:off x="-1811977" y="2977435"/>
                <a:ext cx="24273" cy="31159"/>
              </a:xfrm>
              <a:custGeom>
                <a:avLst/>
                <a:gdLst/>
                <a:ahLst/>
                <a:cxnLst/>
                <a:rect l="l" t="t" r="r" b="b"/>
                <a:pathLst>
                  <a:path w="631" h="810" extrusionOk="0">
                    <a:moveTo>
                      <a:pt x="457" y="0"/>
                    </a:moveTo>
                    <a:cubicBezTo>
                      <a:pt x="414" y="0"/>
                      <a:pt x="366" y="14"/>
                      <a:pt x="315" y="43"/>
                    </a:cubicBezTo>
                    <a:cubicBezTo>
                      <a:pt x="141" y="143"/>
                      <a:pt x="1" y="388"/>
                      <a:pt x="1" y="586"/>
                    </a:cubicBezTo>
                    <a:cubicBezTo>
                      <a:pt x="1" y="728"/>
                      <a:pt x="71" y="810"/>
                      <a:pt x="174" y="810"/>
                    </a:cubicBezTo>
                    <a:cubicBezTo>
                      <a:pt x="216" y="810"/>
                      <a:pt x="264" y="796"/>
                      <a:pt x="315" y="766"/>
                    </a:cubicBezTo>
                    <a:cubicBezTo>
                      <a:pt x="490" y="666"/>
                      <a:pt x="630" y="423"/>
                      <a:pt x="630" y="223"/>
                    </a:cubicBezTo>
                    <a:cubicBezTo>
                      <a:pt x="630" y="82"/>
                      <a:pt x="560" y="0"/>
                      <a:pt x="45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44"/>
              <p:cNvSpPr/>
              <p:nvPr/>
            </p:nvSpPr>
            <p:spPr>
              <a:xfrm>
                <a:off x="-1875371" y="2973396"/>
                <a:ext cx="31966" cy="41045"/>
              </a:xfrm>
              <a:custGeom>
                <a:avLst/>
                <a:gdLst/>
                <a:ahLst/>
                <a:cxnLst/>
                <a:rect l="l" t="t" r="r" b="b"/>
                <a:pathLst>
                  <a:path w="831" h="1067" extrusionOk="0">
                    <a:moveTo>
                      <a:pt x="228" y="0"/>
                    </a:moveTo>
                    <a:cubicBezTo>
                      <a:pt x="93" y="0"/>
                      <a:pt x="0" y="107"/>
                      <a:pt x="0" y="293"/>
                    </a:cubicBezTo>
                    <a:cubicBezTo>
                      <a:pt x="0" y="556"/>
                      <a:pt x="186" y="877"/>
                      <a:pt x="415" y="1010"/>
                    </a:cubicBezTo>
                    <a:cubicBezTo>
                      <a:pt x="482" y="1048"/>
                      <a:pt x="546" y="1067"/>
                      <a:pt x="602" y="1067"/>
                    </a:cubicBezTo>
                    <a:cubicBezTo>
                      <a:pt x="737" y="1067"/>
                      <a:pt x="831" y="959"/>
                      <a:pt x="831" y="773"/>
                    </a:cubicBezTo>
                    <a:cubicBezTo>
                      <a:pt x="831" y="510"/>
                      <a:pt x="645" y="190"/>
                      <a:pt x="415" y="58"/>
                    </a:cubicBezTo>
                    <a:cubicBezTo>
                      <a:pt x="348" y="19"/>
                      <a:pt x="285" y="0"/>
                      <a:pt x="2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44"/>
              <p:cNvSpPr/>
              <p:nvPr/>
            </p:nvSpPr>
            <p:spPr>
              <a:xfrm>
                <a:off x="-1877563" y="2975281"/>
                <a:ext cx="29120" cy="41776"/>
              </a:xfrm>
              <a:custGeom>
                <a:avLst/>
                <a:gdLst/>
                <a:ahLst/>
                <a:cxnLst/>
                <a:rect l="l" t="t" r="r" b="b"/>
                <a:pathLst>
                  <a:path w="757" h="1086" extrusionOk="0">
                    <a:moveTo>
                      <a:pt x="148" y="1"/>
                    </a:moveTo>
                    <a:lnTo>
                      <a:pt x="0" y="79"/>
                    </a:lnTo>
                    <a:lnTo>
                      <a:pt x="585" y="1085"/>
                    </a:lnTo>
                    <a:lnTo>
                      <a:pt x="757" y="995"/>
                    </a:lnTo>
                    <a:lnTo>
                      <a:pt x="757" y="452"/>
                    </a:lnTo>
                    <a:lnTo>
                      <a:pt x="379" y="16"/>
                    </a:lnTo>
                    <a:lnTo>
                      <a:pt x="14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44"/>
              <p:cNvSpPr/>
              <p:nvPr/>
            </p:nvSpPr>
            <p:spPr>
              <a:xfrm>
                <a:off x="-1881064" y="2976474"/>
                <a:ext cx="31966" cy="41006"/>
              </a:xfrm>
              <a:custGeom>
                <a:avLst/>
                <a:gdLst/>
                <a:ahLst/>
                <a:cxnLst/>
                <a:rect l="l" t="t" r="r" b="b"/>
                <a:pathLst>
                  <a:path w="831" h="1066" extrusionOk="0">
                    <a:moveTo>
                      <a:pt x="229" y="0"/>
                    </a:moveTo>
                    <a:cubicBezTo>
                      <a:pt x="93" y="0"/>
                      <a:pt x="0" y="107"/>
                      <a:pt x="0" y="293"/>
                    </a:cubicBezTo>
                    <a:cubicBezTo>
                      <a:pt x="0" y="556"/>
                      <a:pt x="186" y="877"/>
                      <a:pt x="416" y="1010"/>
                    </a:cubicBezTo>
                    <a:cubicBezTo>
                      <a:pt x="483" y="1048"/>
                      <a:pt x="546" y="1066"/>
                      <a:pt x="602" y="1066"/>
                    </a:cubicBezTo>
                    <a:cubicBezTo>
                      <a:pt x="738" y="1066"/>
                      <a:pt x="831" y="959"/>
                      <a:pt x="831" y="773"/>
                    </a:cubicBezTo>
                    <a:cubicBezTo>
                      <a:pt x="831" y="510"/>
                      <a:pt x="645" y="190"/>
                      <a:pt x="416" y="58"/>
                    </a:cubicBezTo>
                    <a:cubicBezTo>
                      <a:pt x="348" y="19"/>
                      <a:pt x="285" y="0"/>
                      <a:pt x="2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44"/>
              <p:cNvSpPr/>
              <p:nvPr/>
            </p:nvSpPr>
            <p:spPr>
              <a:xfrm>
                <a:off x="-1859715" y="2891999"/>
                <a:ext cx="71626" cy="43353"/>
              </a:xfrm>
              <a:custGeom>
                <a:avLst/>
                <a:gdLst/>
                <a:ahLst/>
                <a:cxnLst/>
                <a:rect l="l" t="t" r="r" b="b"/>
                <a:pathLst>
                  <a:path w="1862" h="1127" extrusionOk="0">
                    <a:moveTo>
                      <a:pt x="13" y="0"/>
                    </a:moveTo>
                    <a:lnTo>
                      <a:pt x="13" y="563"/>
                    </a:lnTo>
                    <a:cubicBezTo>
                      <a:pt x="1" y="709"/>
                      <a:pt x="91" y="857"/>
                      <a:pt x="285" y="969"/>
                    </a:cubicBezTo>
                    <a:cubicBezTo>
                      <a:pt x="467" y="1074"/>
                      <a:pt x="705" y="1127"/>
                      <a:pt x="942" y="1127"/>
                    </a:cubicBezTo>
                    <a:cubicBezTo>
                      <a:pt x="1178" y="1127"/>
                      <a:pt x="1413" y="1075"/>
                      <a:pt x="1593" y="971"/>
                    </a:cubicBezTo>
                    <a:cubicBezTo>
                      <a:pt x="1771" y="868"/>
                      <a:pt x="1860" y="732"/>
                      <a:pt x="1862" y="597"/>
                    </a:cubicBezTo>
                    <a:lnTo>
                      <a:pt x="1862" y="595"/>
                    </a:lnTo>
                    <a:lnTo>
                      <a:pt x="1862" y="29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44"/>
              <p:cNvSpPr/>
              <p:nvPr/>
            </p:nvSpPr>
            <p:spPr>
              <a:xfrm>
                <a:off x="-1862792" y="2872612"/>
                <a:ext cx="78204" cy="41122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1069" extrusionOk="0">
                    <a:moveTo>
                      <a:pt x="1010" y="0"/>
                    </a:moveTo>
                    <a:cubicBezTo>
                      <a:pt x="774" y="0"/>
                      <a:pt x="540" y="52"/>
                      <a:pt x="361" y="155"/>
                    </a:cubicBezTo>
                    <a:cubicBezTo>
                      <a:pt x="1" y="363"/>
                      <a:pt x="2" y="701"/>
                      <a:pt x="365" y="910"/>
                    </a:cubicBezTo>
                    <a:cubicBezTo>
                      <a:pt x="547" y="1015"/>
                      <a:pt x="785" y="1068"/>
                      <a:pt x="1023" y="1068"/>
                    </a:cubicBezTo>
                    <a:cubicBezTo>
                      <a:pt x="1259" y="1068"/>
                      <a:pt x="1494" y="1017"/>
                      <a:pt x="1673" y="913"/>
                    </a:cubicBezTo>
                    <a:cubicBezTo>
                      <a:pt x="2033" y="704"/>
                      <a:pt x="2031" y="367"/>
                      <a:pt x="1668" y="158"/>
                    </a:cubicBezTo>
                    <a:cubicBezTo>
                      <a:pt x="1486" y="53"/>
                      <a:pt x="1248" y="0"/>
                      <a:pt x="10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44"/>
              <p:cNvSpPr/>
              <p:nvPr/>
            </p:nvSpPr>
            <p:spPr>
              <a:xfrm>
                <a:off x="-1857176" y="2853878"/>
                <a:ext cx="33544" cy="57778"/>
              </a:xfrm>
              <a:custGeom>
                <a:avLst/>
                <a:gdLst/>
                <a:ahLst/>
                <a:cxnLst/>
                <a:rect l="l" t="t" r="r" b="b"/>
                <a:pathLst>
                  <a:path w="872" h="1502" extrusionOk="0">
                    <a:moveTo>
                      <a:pt x="1" y="0"/>
                    </a:moveTo>
                    <a:lnTo>
                      <a:pt x="1" y="999"/>
                    </a:lnTo>
                    <a:lnTo>
                      <a:pt x="871" y="1502"/>
                    </a:lnTo>
                    <a:lnTo>
                      <a:pt x="871" y="50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44"/>
              <p:cNvSpPr/>
              <p:nvPr/>
            </p:nvSpPr>
            <p:spPr>
              <a:xfrm>
                <a:off x="-1857176" y="2834529"/>
                <a:ext cx="67049" cy="38814"/>
              </a:xfrm>
              <a:custGeom>
                <a:avLst/>
                <a:gdLst/>
                <a:ahLst/>
                <a:cxnLst/>
                <a:rect l="l" t="t" r="r" b="b"/>
                <a:pathLst>
                  <a:path w="1743" h="1009" extrusionOk="0">
                    <a:moveTo>
                      <a:pt x="871" y="0"/>
                    </a:moveTo>
                    <a:lnTo>
                      <a:pt x="1" y="505"/>
                    </a:lnTo>
                    <a:lnTo>
                      <a:pt x="871" y="1008"/>
                    </a:lnTo>
                    <a:lnTo>
                      <a:pt x="1742" y="503"/>
                    </a:lnTo>
                    <a:lnTo>
                      <a:pt x="871" y="0"/>
                    </a:lnTo>
                    <a:close/>
                  </a:path>
                </a:pathLst>
              </a:custGeom>
              <a:solidFill>
                <a:srgbClr val="2A2C2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44"/>
              <p:cNvSpPr/>
              <p:nvPr/>
            </p:nvSpPr>
            <p:spPr>
              <a:xfrm>
                <a:off x="-1823671" y="2853878"/>
                <a:ext cx="33544" cy="57778"/>
              </a:xfrm>
              <a:custGeom>
                <a:avLst/>
                <a:gdLst/>
                <a:ahLst/>
                <a:cxnLst/>
                <a:rect l="l" t="t" r="r" b="b"/>
                <a:pathLst>
                  <a:path w="872" h="1502" extrusionOk="0">
                    <a:moveTo>
                      <a:pt x="871" y="0"/>
                    </a:moveTo>
                    <a:lnTo>
                      <a:pt x="0" y="503"/>
                    </a:lnTo>
                    <a:lnTo>
                      <a:pt x="0" y="1502"/>
                    </a:lnTo>
                    <a:lnTo>
                      <a:pt x="871" y="999"/>
                    </a:lnTo>
                    <a:lnTo>
                      <a:pt x="8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44"/>
              <p:cNvSpPr/>
              <p:nvPr/>
            </p:nvSpPr>
            <p:spPr>
              <a:xfrm>
                <a:off x="-1858599" y="1985246"/>
                <a:ext cx="63664" cy="36006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936" extrusionOk="0">
                    <a:moveTo>
                      <a:pt x="1" y="1"/>
                    </a:moveTo>
                    <a:lnTo>
                      <a:pt x="1654" y="936"/>
                    </a:lnTo>
                    <a:lnTo>
                      <a:pt x="1442" y="561"/>
                    </a:lnTo>
                    <a:lnTo>
                      <a:pt x="129" y="6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23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44"/>
              <p:cNvSpPr/>
              <p:nvPr/>
            </p:nvSpPr>
            <p:spPr>
              <a:xfrm>
                <a:off x="-2086554" y="1985246"/>
                <a:ext cx="232921" cy="337552"/>
              </a:xfrm>
              <a:custGeom>
                <a:avLst/>
                <a:gdLst/>
                <a:ahLst/>
                <a:cxnLst/>
                <a:rect l="l" t="t" r="r" b="b"/>
                <a:pathLst>
                  <a:path w="6055" h="8775" extrusionOk="0">
                    <a:moveTo>
                      <a:pt x="5927" y="1"/>
                    </a:moveTo>
                    <a:lnTo>
                      <a:pt x="0" y="8775"/>
                    </a:lnTo>
                    <a:lnTo>
                      <a:pt x="442" y="8510"/>
                    </a:lnTo>
                    <a:lnTo>
                      <a:pt x="6055" y="64"/>
                    </a:lnTo>
                    <a:lnTo>
                      <a:pt x="59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44"/>
              <p:cNvSpPr/>
              <p:nvPr/>
            </p:nvSpPr>
            <p:spPr>
              <a:xfrm>
                <a:off x="-2069591" y="1987669"/>
                <a:ext cx="266503" cy="352362"/>
              </a:xfrm>
              <a:custGeom>
                <a:avLst/>
                <a:gdLst/>
                <a:ahLst/>
                <a:cxnLst/>
                <a:rect l="l" t="t" r="r" b="b"/>
                <a:pathLst>
                  <a:path w="6928" h="9160" extrusionOk="0">
                    <a:moveTo>
                      <a:pt x="5614" y="1"/>
                    </a:moveTo>
                    <a:lnTo>
                      <a:pt x="1703" y="5886"/>
                    </a:lnTo>
                    <a:lnTo>
                      <a:pt x="1433" y="6292"/>
                    </a:lnTo>
                    <a:lnTo>
                      <a:pt x="1" y="8447"/>
                    </a:lnTo>
                    <a:lnTo>
                      <a:pt x="1886" y="9159"/>
                    </a:lnTo>
                    <a:lnTo>
                      <a:pt x="3148" y="6992"/>
                    </a:lnTo>
                    <a:lnTo>
                      <a:pt x="3402" y="6558"/>
                    </a:lnTo>
                    <a:lnTo>
                      <a:pt x="6927" y="496"/>
                    </a:lnTo>
                    <a:lnTo>
                      <a:pt x="561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44"/>
              <p:cNvSpPr/>
              <p:nvPr/>
            </p:nvSpPr>
            <p:spPr>
              <a:xfrm>
                <a:off x="-2086554" y="2312565"/>
                <a:ext cx="94092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2446" h="1191" extrusionOk="0">
                    <a:moveTo>
                      <a:pt x="442" y="1"/>
                    </a:moveTo>
                    <a:lnTo>
                      <a:pt x="0" y="266"/>
                    </a:lnTo>
                    <a:lnTo>
                      <a:pt x="2446" y="1190"/>
                    </a:lnTo>
                    <a:lnTo>
                      <a:pt x="2327" y="713"/>
                    </a:lnTo>
                    <a:lnTo>
                      <a:pt x="4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44"/>
              <p:cNvSpPr/>
              <p:nvPr/>
            </p:nvSpPr>
            <p:spPr>
              <a:xfrm>
                <a:off x="-1994311" y="2021213"/>
                <a:ext cx="204993" cy="392830"/>
              </a:xfrm>
              <a:custGeom>
                <a:avLst/>
                <a:gdLst/>
                <a:ahLst/>
                <a:cxnLst/>
                <a:rect l="l" t="t" r="r" b="b"/>
                <a:pathLst>
                  <a:path w="5329" h="10212" extrusionOk="0">
                    <a:moveTo>
                      <a:pt x="0" y="10211"/>
                    </a:moveTo>
                    <a:lnTo>
                      <a:pt x="1306" y="7869"/>
                    </a:lnTo>
                    <a:lnTo>
                      <a:pt x="1783" y="7014"/>
                    </a:lnTo>
                    <a:lnTo>
                      <a:pt x="5329" y="653"/>
                    </a:lnTo>
                    <a:lnTo>
                      <a:pt x="5182" y="1"/>
                    </a:lnTo>
                    <a:lnTo>
                      <a:pt x="1689" y="5963"/>
                    </a:lnTo>
                    <a:lnTo>
                      <a:pt x="1306" y="6617"/>
                    </a:lnTo>
                    <a:lnTo>
                      <a:pt x="48" y="876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44"/>
              <p:cNvSpPr/>
              <p:nvPr/>
            </p:nvSpPr>
            <p:spPr>
              <a:xfrm>
                <a:off x="-2088401" y="2322759"/>
                <a:ext cx="95938" cy="69819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1815" extrusionOk="0">
                    <a:moveTo>
                      <a:pt x="48" y="1"/>
                    </a:moveTo>
                    <a:lnTo>
                      <a:pt x="0" y="890"/>
                    </a:lnTo>
                    <a:lnTo>
                      <a:pt x="2446" y="1814"/>
                    </a:lnTo>
                    <a:lnTo>
                      <a:pt x="2494" y="925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44"/>
              <p:cNvSpPr/>
              <p:nvPr/>
            </p:nvSpPr>
            <p:spPr>
              <a:xfrm>
                <a:off x="-1997042" y="2006787"/>
                <a:ext cx="202108" cy="351593"/>
              </a:xfrm>
              <a:custGeom>
                <a:avLst/>
                <a:gdLst/>
                <a:ahLst/>
                <a:cxnLst/>
                <a:rect l="l" t="t" r="r" b="b"/>
                <a:pathLst>
                  <a:path w="5254" h="9140" extrusionOk="0">
                    <a:moveTo>
                      <a:pt x="0" y="8662"/>
                    </a:moveTo>
                    <a:lnTo>
                      <a:pt x="119" y="9139"/>
                    </a:lnTo>
                    <a:lnTo>
                      <a:pt x="5253" y="376"/>
                    </a:lnTo>
                    <a:lnTo>
                      <a:pt x="504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44"/>
              <p:cNvSpPr/>
              <p:nvPr/>
            </p:nvSpPr>
            <p:spPr>
              <a:xfrm>
                <a:off x="-2003273" y="2326375"/>
                <a:ext cx="31313" cy="66203"/>
              </a:xfrm>
              <a:custGeom>
                <a:avLst/>
                <a:gdLst/>
                <a:ahLst/>
                <a:cxnLst/>
                <a:rect l="l" t="t" r="r" b="b"/>
                <a:pathLst>
                  <a:path w="814" h="1721" extrusionOk="0">
                    <a:moveTo>
                      <a:pt x="813" y="0"/>
                    </a:moveTo>
                    <a:lnTo>
                      <a:pt x="581" y="236"/>
                    </a:lnTo>
                    <a:lnTo>
                      <a:pt x="1" y="1720"/>
                    </a:lnTo>
                    <a:lnTo>
                      <a:pt x="813" y="1720"/>
                    </a:lnTo>
                    <a:lnTo>
                      <a:pt x="813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44"/>
              <p:cNvSpPr/>
              <p:nvPr/>
            </p:nvSpPr>
            <p:spPr>
              <a:xfrm>
                <a:off x="-1695691" y="2377190"/>
                <a:ext cx="575705" cy="183836"/>
              </a:xfrm>
              <a:custGeom>
                <a:avLst/>
                <a:gdLst/>
                <a:ahLst/>
                <a:cxnLst/>
                <a:rect l="l" t="t" r="r" b="b"/>
                <a:pathLst>
                  <a:path w="14966" h="4779" extrusionOk="0">
                    <a:moveTo>
                      <a:pt x="14966" y="1"/>
                    </a:moveTo>
                    <a:lnTo>
                      <a:pt x="14806" y="39"/>
                    </a:lnTo>
                    <a:lnTo>
                      <a:pt x="11234" y="1192"/>
                    </a:lnTo>
                    <a:lnTo>
                      <a:pt x="14966" y="1"/>
                    </a:lnTo>
                    <a:close/>
                    <a:moveTo>
                      <a:pt x="11234" y="1192"/>
                    </a:moveTo>
                    <a:lnTo>
                      <a:pt x="1" y="4778"/>
                    </a:lnTo>
                    <a:lnTo>
                      <a:pt x="419" y="4683"/>
                    </a:lnTo>
                    <a:lnTo>
                      <a:pt x="11234" y="1192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44"/>
              <p:cNvSpPr/>
              <p:nvPr/>
            </p:nvSpPr>
            <p:spPr>
              <a:xfrm>
                <a:off x="-1679612" y="2378690"/>
                <a:ext cx="576205" cy="226073"/>
              </a:xfrm>
              <a:custGeom>
                <a:avLst/>
                <a:gdLst/>
                <a:ahLst/>
                <a:cxnLst/>
                <a:rect l="l" t="t" r="r" b="b"/>
                <a:pathLst>
                  <a:path w="14979" h="5877" extrusionOk="0">
                    <a:moveTo>
                      <a:pt x="14388" y="0"/>
                    </a:moveTo>
                    <a:lnTo>
                      <a:pt x="4034" y="3343"/>
                    </a:lnTo>
                    <a:lnTo>
                      <a:pt x="3568" y="3493"/>
                    </a:lnTo>
                    <a:lnTo>
                      <a:pt x="1" y="4644"/>
                    </a:lnTo>
                    <a:lnTo>
                      <a:pt x="852" y="5876"/>
                    </a:lnTo>
                    <a:lnTo>
                      <a:pt x="4243" y="4670"/>
                    </a:lnTo>
                    <a:lnTo>
                      <a:pt x="4720" y="4501"/>
                    </a:lnTo>
                    <a:lnTo>
                      <a:pt x="14979" y="857"/>
                    </a:lnTo>
                    <a:lnTo>
                      <a:pt x="1438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44"/>
              <p:cNvSpPr/>
              <p:nvPr/>
            </p:nvSpPr>
            <p:spPr>
              <a:xfrm>
                <a:off x="-1695691" y="2557333"/>
                <a:ext cx="48854" cy="65049"/>
              </a:xfrm>
              <a:custGeom>
                <a:avLst/>
                <a:gdLst/>
                <a:ahLst/>
                <a:cxnLst/>
                <a:rect l="l" t="t" r="r" b="b"/>
                <a:pathLst>
                  <a:path w="1270" h="1691" extrusionOk="0">
                    <a:moveTo>
                      <a:pt x="419" y="0"/>
                    </a:moveTo>
                    <a:lnTo>
                      <a:pt x="1" y="95"/>
                    </a:lnTo>
                    <a:lnTo>
                      <a:pt x="1102" y="1690"/>
                    </a:lnTo>
                    <a:lnTo>
                      <a:pt x="1270" y="1232"/>
                    </a:lnTo>
                    <a:lnTo>
                      <a:pt x="419" y="0"/>
                    </a:lnTo>
                    <a:close/>
                  </a:path>
                </a:pathLst>
              </a:custGeom>
              <a:solidFill>
                <a:srgbClr val="FCFCF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44"/>
              <p:cNvSpPr/>
              <p:nvPr/>
            </p:nvSpPr>
            <p:spPr>
              <a:xfrm>
                <a:off x="-1654378" y="2423582"/>
                <a:ext cx="566395" cy="254963"/>
              </a:xfrm>
              <a:custGeom>
                <a:avLst/>
                <a:gdLst/>
                <a:ahLst/>
                <a:cxnLst/>
                <a:rect l="l" t="t" r="r" b="b"/>
                <a:pathLst>
                  <a:path w="14724" h="6628" extrusionOk="0">
                    <a:moveTo>
                      <a:pt x="0" y="6627"/>
                    </a:moveTo>
                    <a:lnTo>
                      <a:pt x="3587" y="5229"/>
                    </a:lnTo>
                    <a:lnTo>
                      <a:pt x="4064" y="5044"/>
                    </a:lnTo>
                    <a:lnTo>
                      <a:pt x="14698" y="902"/>
                    </a:lnTo>
                    <a:lnTo>
                      <a:pt x="14724" y="1"/>
                    </a:lnTo>
                    <a:lnTo>
                      <a:pt x="4064" y="3748"/>
                    </a:lnTo>
                    <a:lnTo>
                      <a:pt x="3587" y="3915"/>
                    </a:lnTo>
                    <a:lnTo>
                      <a:pt x="28" y="516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44"/>
              <p:cNvSpPr/>
              <p:nvPr/>
            </p:nvSpPr>
            <p:spPr>
              <a:xfrm>
                <a:off x="-1696692" y="2560987"/>
                <a:ext cx="43391" cy="96015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2496" extrusionOk="0">
                    <a:moveTo>
                      <a:pt x="27" y="0"/>
                    </a:moveTo>
                    <a:lnTo>
                      <a:pt x="0" y="900"/>
                    </a:lnTo>
                    <a:lnTo>
                      <a:pt x="1100" y="2495"/>
                    </a:lnTo>
                    <a:lnTo>
                      <a:pt x="1128" y="1595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ABABA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44"/>
              <p:cNvSpPr/>
              <p:nvPr/>
            </p:nvSpPr>
            <p:spPr>
              <a:xfrm>
                <a:off x="-1653339" y="2411618"/>
                <a:ext cx="565357" cy="210763"/>
              </a:xfrm>
              <a:custGeom>
                <a:avLst/>
                <a:gdLst/>
                <a:ahLst/>
                <a:cxnLst/>
                <a:rect l="l" t="t" r="r" b="b"/>
                <a:pathLst>
                  <a:path w="14697" h="5479" extrusionOk="0">
                    <a:moveTo>
                      <a:pt x="169" y="5020"/>
                    </a:moveTo>
                    <a:lnTo>
                      <a:pt x="1" y="5478"/>
                    </a:lnTo>
                    <a:lnTo>
                      <a:pt x="14697" y="312"/>
                    </a:lnTo>
                    <a:lnTo>
                      <a:pt x="1429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44"/>
              <p:cNvSpPr/>
              <p:nvPr/>
            </p:nvSpPr>
            <p:spPr>
              <a:xfrm>
                <a:off x="-2422371" y="2386884"/>
                <a:ext cx="844785" cy="456571"/>
              </a:xfrm>
              <a:custGeom>
                <a:avLst/>
                <a:gdLst/>
                <a:ahLst/>
                <a:cxnLst/>
                <a:rect l="l" t="t" r="r" b="b"/>
                <a:pathLst>
                  <a:path w="21961" h="11869" extrusionOk="0">
                    <a:moveTo>
                      <a:pt x="1537" y="166"/>
                    </a:moveTo>
                    <a:lnTo>
                      <a:pt x="9635" y="1"/>
                    </a:lnTo>
                    <a:lnTo>
                      <a:pt x="21960" y="8161"/>
                    </a:lnTo>
                    <a:lnTo>
                      <a:pt x="21213" y="10345"/>
                    </a:lnTo>
                    <a:lnTo>
                      <a:pt x="19276" y="11868"/>
                    </a:lnTo>
                    <a:lnTo>
                      <a:pt x="1" y="105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44"/>
              <p:cNvSpPr/>
              <p:nvPr/>
            </p:nvSpPr>
            <p:spPr>
              <a:xfrm>
                <a:off x="-2505268" y="2462703"/>
                <a:ext cx="824435" cy="438183"/>
              </a:xfrm>
              <a:custGeom>
                <a:avLst/>
                <a:gdLst/>
                <a:ahLst/>
                <a:cxnLst/>
                <a:rect l="l" t="t" r="r" b="b"/>
                <a:pathLst>
                  <a:path w="21432" h="11391" extrusionOk="0">
                    <a:moveTo>
                      <a:pt x="185" y="1352"/>
                    </a:moveTo>
                    <a:lnTo>
                      <a:pt x="1" y="0"/>
                    </a:lnTo>
                    <a:lnTo>
                      <a:pt x="19358" y="8499"/>
                    </a:lnTo>
                    <a:lnTo>
                      <a:pt x="21431" y="9897"/>
                    </a:lnTo>
                    <a:lnTo>
                      <a:pt x="18144" y="11391"/>
                    </a:lnTo>
                    <a:lnTo>
                      <a:pt x="11722" y="10977"/>
                    </a:lnTo>
                    <a:lnTo>
                      <a:pt x="1344" y="5944"/>
                    </a:lnTo>
                    <a:lnTo>
                      <a:pt x="688" y="3646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44"/>
              <p:cNvSpPr/>
              <p:nvPr/>
            </p:nvSpPr>
            <p:spPr>
              <a:xfrm>
                <a:off x="-2363247" y="2286792"/>
                <a:ext cx="785660" cy="414064"/>
              </a:xfrm>
              <a:custGeom>
                <a:avLst/>
                <a:gdLst/>
                <a:ahLst/>
                <a:cxnLst/>
                <a:rect l="l" t="t" r="r" b="b"/>
                <a:pathLst>
                  <a:path w="20424" h="10764" extrusionOk="0">
                    <a:moveTo>
                      <a:pt x="8098" y="0"/>
                    </a:moveTo>
                    <a:lnTo>
                      <a:pt x="0" y="165"/>
                    </a:lnTo>
                    <a:lnTo>
                      <a:pt x="2214" y="519"/>
                    </a:lnTo>
                    <a:lnTo>
                      <a:pt x="8098" y="0"/>
                    </a:lnTo>
                    <a:close/>
                    <a:moveTo>
                      <a:pt x="8098" y="0"/>
                    </a:moveTo>
                    <a:lnTo>
                      <a:pt x="10830" y="1878"/>
                    </a:lnTo>
                    <a:lnTo>
                      <a:pt x="9539" y="977"/>
                    </a:lnTo>
                    <a:lnTo>
                      <a:pt x="8098" y="0"/>
                    </a:lnTo>
                    <a:close/>
                    <a:moveTo>
                      <a:pt x="10830" y="1878"/>
                    </a:moveTo>
                    <a:lnTo>
                      <a:pt x="16922" y="6129"/>
                    </a:lnTo>
                    <a:lnTo>
                      <a:pt x="16922" y="6129"/>
                    </a:lnTo>
                    <a:lnTo>
                      <a:pt x="16816" y="5992"/>
                    </a:lnTo>
                    <a:lnTo>
                      <a:pt x="10830" y="1878"/>
                    </a:lnTo>
                    <a:close/>
                    <a:moveTo>
                      <a:pt x="16922" y="6129"/>
                    </a:moveTo>
                    <a:lnTo>
                      <a:pt x="19676" y="9700"/>
                    </a:lnTo>
                    <a:lnTo>
                      <a:pt x="20423" y="10763"/>
                    </a:lnTo>
                    <a:lnTo>
                      <a:pt x="18187" y="7011"/>
                    </a:lnTo>
                    <a:lnTo>
                      <a:pt x="16922" y="612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44"/>
              <p:cNvSpPr/>
              <p:nvPr/>
            </p:nvSpPr>
            <p:spPr>
              <a:xfrm>
                <a:off x="-2422371" y="2286792"/>
                <a:ext cx="816011" cy="451493"/>
              </a:xfrm>
              <a:custGeom>
                <a:avLst/>
                <a:gdLst/>
                <a:ahLst/>
                <a:cxnLst/>
                <a:rect l="l" t="t" r="r" b="b"/>
                <a:pathLst>
                  <a:path w="21213" h="11737" extrusionOk="0">
                    <a:moveTo>
                      <a:pt x="1537" y="165"/>
                    </a:moveTo>
                    <a:lnTo>
                      <a:pt x="9635" y="0"/>
                    </a:lnTo>
                    <a:lnTo>
                      <a:pt x="18353" y="5992"/>
                    </a:lnTo>
                    <a:lnTo>
                      <a:pt x="21213" y="9700"/>
                    </a:lnTo>
                    <a:lnTo>
                      <a:pt x="19518" y="11737"/>
                    </a:lnTo>
                    <a:lnTo>
                      <a:pt x="4811" y="2046"/>
                    </a:lnTo>
                    <a:lnTo>
                      <a:pt x="1" y="105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44"/>
              <p:cNvSpPr/>
              <p:nvPr/>
            </p:nvSpPr>
            <p:spPr>
              <a:xfrm>
                <a:off x="-2481457" y="2327259"/>
                <a:ext cx="809895" cy="448723"/>
              </a:xfrm>
              <a:custGeom>
                <a:avLst/>
                <a:gdLst/>
                <a:ahLst/>
                <a:cxnLst/>
                <a:rect l="l" t="t" r="r" b="b"/>
                <a:pathLst>
                  <a:path w="21054" h="11665" extrusionOk="0">
                    <a:moveTo>
                      <a:pt x="1537" y="0"/>
                    </a:moveTo>
                    <a:lnTo>
                      <a:pt x="0" y="888"/>
                    </a:lnTo>
                    <a:lnTo>
                      <a:pt x="725" y="4980"/>
                    </a:lnTo>
                    <a:lnTo>
                      <a:pt x="11103" y="10014"/>
                    </a:lnTo>
                    <a:lnTo>
                      <a:pt x="17525" y="11665"/>
                    </a:lnTo>
                    <a:lnTo>
                      <a:pt x="21054" y="10685"/>
                    </a:lnTo>
                    <a:lnTo>
                      <a:pt x="17068" y="7184"/>
                    </a:lnTo>
                    <a:lnTo>
                      <a:pt x="6347" y="994"/>
                    </a:lnTo>
                    <a:lnTo>
                      <a:pt x="153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44"/>
              <p:cNvSpPr/>
              <p:nvPr/>
            </p:nvSpPr>
            <p:spPr>
              <a:xfrm>
                <a:off x="-2453606" y="2365496"/>
                <a:ext cx="628751" cy="347015"/>
              </a:xfrm>
              <a:custGeom>
                <a:avLst/>
                <a:gdLst/>
                <a:ahLst/>
                <a:cxnLst/>
                <a:rect l="l" t="t" r="r" b="b"/>
                <a:pathLst>
                  <a:path w="16345" h="9021" extrusionOk="0">
                    <a:moveTo>
                      <a:pt x="5623" y="0"/>
                    </a:moveTo>
                    <a:lnTo>
                      <a:pt x="1" y="3986"/>
                    </a:lnTo>
                    <a:lnTo>
                      <a:pt x="10379" y="9020"/>
                    </a:lnTo>
                    <a:lnTo>
                      <a:pt x="16344" y="6190"/>
                    </a:lnTo>
                    <a:lnTo>
                      <a:pt x="562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44"/>
              <p:cNvSpPr/>
              <p:nvPr/>
            </p:nvSpPr>
            <p:spPr>
              <a:xfrm>
                <a:off x="-2237345" y="2286792"/>
                <a:ext cx="521004" cy="316818"/>
              </a:xfrm>
              <a:custGeom>
                <a:avLst/>
                <a:gdLst/>
                <a:ahLst/>
                <a:cxnLst/>
                <a:rect l="l" t="t" r="r" b="b"/>
                <a:pathLst>
                  <a:path w="13544" h="8236" extrusionOk="0">
                    <a:moveTo>
                      <a:pt x="4825" y="0"/>
                    </a:moveTo>
                    <a:lnTo>
                      <a:pt x="1" y="2046"/>
                    </a:lnTo>
                    <a:lnTo>
                      <a:pt x="10722" y="8236"/>
                    </a:lnTo>
                    <a:lnTo>
                      <a:pt x="13543" y="5992"/>
                    </a:lnTo>
                    <a:lnTo>
                      <a:pt x="482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44"/>
              <p:cNvSpPr/>
              <p:nvPr/>
            </p:nvSpPr>
            <p:spPr>
              <a:xfrm>
                <a:off x="-2505268" y="2361418"/>
                <a:ext cx="697954" cy="483344"/>
              </a:xfrm>
              <a:custGeom>
                <a:avLst/>
                <a:gdLst/>
                <a:ahLst/>
                <a:cxnLst/>
                <a:rect l="l" t="t" r="r" b="b"/>
                <a:pathLst>
                  <a:path w="18144" h="12565" extrusionOk="0">
                    <a:moveTo>
                      <a:pt x="619" y="0"/>
                    </a:moveTo>
                    <a:lnTo>
                      <a:pt x="1" y="2633"/>
                    </a:lnTo>
                    <a:lnTo>
                      <a:pt x="688" y="6279"/>
                    </a:lnTo>
                    <a:lnTo>
                      <a:pt x="11137" y="11272"/>
                    </a:lnTo>
                    <a:lnTo>
                      <a:pt x="17636" y="12564"/>
                    </a:lnTo>
                    <a:lnTo>
                      <a:pt x="18144" y="10777"/>
                    </a:lnTo>
                    <a:lnTo>
                      <a:pt x="11722" y="9126"/>
                    </a:lnTo>
                    <a:lnTo>
                      <a:pt x="1344" y="40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44"/>
              <p:cNvSpPr/>
              <p:nvPr/>
            </p:nvSpPr>
            <p:spPr>
              <a:xfrm>
                <a:off x="-2478802" y="2518788"/>
                <a:ext cx="424450" cy="276235"/>
              </a:xfrm>
              <a:custGeom>
                <a:avLst/>
                <a:gdLst/>
                <a:ahLst/>
                <a:cxnLst/>
                <a:rect l="l" t="t" r="r" b="b"/>
                <a:pathLst>
                  <a:path w="11034" h="7181" extrusionOk="0">
                    <a:moveTo>
                      <a:pt x="11034" y="5035"/>
                    </a:moveTo>
                    <a:lnTo>
                      <a:pt x="10449" y="7181"/>
                    </a:lnTo>
                    <a:lnTo>
                      <a:pt x="0" y="2188"/>
                    </a:lnTo>
                    <a:lnTo>
                      <a:pt x="65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44"/>
              <p:cNvSpPr/>
              <p:nvPr/>
            </p:nvSpPr>
            <p:spPr>
              <a:xfrm>
                <a:off x="-1671611" y="2659925"/>
                <a:ext cx="94015" cy="121096"/>
              </a:xfrm>
              <a:custGeom>
                <a:avLst/>
                <a:gdLst/>
                <a:ahLst/>
                <a:cxnLst/>
                <a:rect l="l" t="t" r="r" b="b"/>
                <a:pathLst>
                  <a:path w="2444" h="3148" extrusionOk="0">
                    <a:moveTo>
                      <a:pt x="2443" y="1063"/>
                    </a:moveTo>
                    <a:lnTo>
                      <a:pt x="241" y="3147"/>
                    </a:lnTo>
                    <a:lnTo>
                      <a:pt x="1" y="2037"/>
                    </a:lnTo>
                    <a:lnTo>
                      <a:pt x="169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44"/>
              <p:cNvSpPr/>
              <p:nvPr/>
            </p:nvSpPr>
            <p:spPr>
              <a:xfrm>
                <a:off x="-1826864" y="2738245"/>
                <a:ext cx="164525" cy="106517"/>
              </a:xfrm>
              <a:custGeom>
                <a:avLst/>
                <a:gdLst/>
                <a:ahLst/>
                <a:cxnLst/>
                <a:rect l="l" t="t" r="r" b="b"/>
                <a:pathLst>
                  <a:path w="4277" h="2769" extrusionOk="0">
                    <a:moveTo>
                      <a:pt x="508" y="981"/>
                    </a:moveTo>
                    <a:lnTo>
                      <a:pt x="4037" y="1"/>
                    </a:lnTo>
                    <a:lnTo>
                      <a:pt x="4277" y="1111"/>
                    </a:lnTo>
                    <a:lnTo>
                      <a:pt x="0" y="276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44"/>
              <p:cNvSpPr/>
              <p:nvPr/>
            </p:nvSpPr>
            <p:spPr>
              <a:xfrm>
                <a:off x="-2478802" y="2602917"/>
                <a:ext cx="424450" cy="282082"/>
              </a:xfrm>
              <a:custGeom>
                <a:avLst/>
                <a:gdLst/>
                <a:ahLst/>
                <a:cxnLst/>
                <a:rect l="l" t="t" r="r" b="b"/>
                <a:pathLst>
                  <a:path w="11034" h="7333" extrusionOk="0">
                    <a:moveTo>
                      <a:pt x="10449" y="4994"/>
                    </a:moveTo>
                    <a:lnTo>
                      <a:pt x="11034" y="7332"/>
                    </a:lnTo>
                    <a:lnTo>
                      <a:pt x="656" y="229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44"/>
              <p:cNvSpPr/>
              <p:nvPr/>
            </p:nvSpPr>
            <p:spPr>
              <a:xfrm>
                <a:off x="-2076861" y="2794984"/>
                <a:ext cx="269542" cy="105901"/>
              </a:xfrm>
              <a:custGeom>
                <a:avLst/>
                <a:gdLst/>
                <a:ahLst/>
                <a:cxnLst/>
                <a:rect l="l" t="t" r="r" b="b"/>
                <a:pathLst>
                  <a:path w="7007" h="2753" extrusionOk="0">
                    <a:moveTo>
                      <a:pt x="6499" y="1293"/>
                    </a:moveTo>
                    <a:lnTo>
                      <a:pt x="7007" y="2753"/>
                    </a:lnTo>
                    <a:lnTo>
                      <a:pt x="585" y="2339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44"/>
              <p:cNvSpPr/>
              <p:nvPr/>
            </p:nvSpPr>
            <p:spPr>
              <a:xfrm>
                <a:off x="-2433180" y="2812756"/>
                <a:ext cx="330436" cy="334898"/>
              </a:xfrm>
              <a:custGeom>
                <a:avLst/>
                <a:gdLst/>
                <a:ahLst/>
                <a:cxnLst/>
                <a:rect l="l" t="t" r="r" b="b"/>
                <a:pathLst>
                  <a:path w="8590" h="8706" extrusionOk="0">
                    <a:moveTo>
                      <a:pt x="8590" y="0"/>
                    </a:moveTo>
                    <a:lnTo>
                      <a:pt x="8342" y="87"/>
                    </a:lnTo>
                    <a:lnTo>
                      <a:pt x="6893" y="1583"/>
                    </a:lnTo>
                    <a:lnTo>
                      <a:pt x="6432" y="2062"/>
                    </a:lnTo>
                    <a:lnTo>
                      <a:pt x="0" y="8705"/>
                    </a:lnTo>
                    <a:lnTo>
                      <a:pt x="406" y="8396"/>
                    </a:lnTo>
                    <a:lnTo>
                      <a:pt x="6628" y="2011"/>
                    </a:lnTo>
                    <a:lnTo>
                      <a:pt x="7013" y="1617"/>
                    </a:lnTo>
                    <a:lnTo>
                      <a:pt x="859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44"/>
              <p:cNvSpPr/>
              <p:nvPr/>
            </p:nvSpPr>
            <p:spPr>
              <a:xfrm>
                <a:off x="-2433296" y="3183351"/>
                <a:ext cx="74627" cy="18849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490" extrusionOk="0">
                    <a:moveTo>
                      <a:pt x="0" y="0"/>
                    </a:moveTo>
                    <a:lnTo>
                      <a:pt x="405" y="119"/>
                    </a:lnTo>
                    <a:lnTo>
                      <a:pt x="1782" y="466"/>
                    </a:lnTo>
                    <a:lnTo>
                      <a:pt x="1940" y="4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2363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44"/>
              <p:cNvSpPr/>
              <p:nvPr/>
            </p:nvSpPr>
            <p:spPr>
              <a:xfrm>
                <a:off x="-2417563" y="2812756"/>
                <a:ext cx="389907" cy="336360"/>
              </a:xfrm>
              <a:custGeom>
                <a:avLst/>
                <a:gdLst/>
                <a:ahLst/>
                <a:cxnLst/>
                <a:rect l="l" t="t" r="r" b="b"/>
                <a:pathLst>
                  <a:path w="10136" h="8744" extrusionOk="0">
                    <a:moveTo>
                      <a:pt x="8184" y="0"/>
                    </a:moveTo>
                    <a:lnTo>
                      <a:pt x="0" y="8396"/>
                    </a:lnTo>
                    <a:lnTo>
                      <a:pt x="1376" y="8744"/>
                    </a:lnTo>
                    <a:lnTo>
                      <a:pt x="10136" y="543"/>
                    </a:lnTo>
                    <a:lnTo>
                      <a:pt x="8968" y="80"/>
                    </a:lnTo>
                    <a:lnTo>
                      <a:pt x="818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44"/>
              <p:cNvSpPr/>
              <p:nvPr/>
            </p:nvSpPr>
            <p:spPr>
              <a:xfrm>
                <a:off x="-2433296" y="3147615"/>
                <a:ext cx="74704" cy="54585"/>
              </a:xfrm>
              <a:custGeom>
                <a:avLst/>
                <a:gdLst/>
                <a:ahLst/>
                <a:cxnLst/>
                <a:rect l="l" t="t" r="r" b="b"/>
                <a:pathLst>
                  <a:path w="1942" h="1419" extrusionOk="0">
                    <a:moveTo>
                      <a:pt x="3" y="0"/>
                    </a:moveTo>
                    <a:lnTo>
                      <a:pt x="0" y="929"/>
                    </a:lnTo>
                    <a:lnTo>
                      <a:pt x="1940" y="1418"/>
                    </a:lnTo>
                    <a:lnTo>
                      <a:pt x="1941" y="489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5158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44"/>
              <p:cNvSpPr/>
              <p:nvPr/>
            </p:nvSpPr>
            <p:spPr>
              <a:xfrm>
                <a:off x="-2358708" y="2842684"/>
                <a:ext cx="353901" cy="359517"/>
              </a:xfrm>
              <a:custGeom>
                <a:avLst/>
                <a:gdLst/>
                <a:ahLst/>
                <a:cxnLst/>
                <a:rect l="l" t="t" r="r" b="b"/>
                <a:pathLst>
                  <a:path w="9200" h="9346" extrusionOk="0">
                    <a:moveTo>
                      <a:pt x="1" y="9345"/>
                    </a:moveTo>
                    <a:lnTo>
                      <a:pt x="6981" y="3149"/>
                    </a:lnTo>
                    <a:lnTo>
                      <a:pt x="7407" y="2771"/>
                    </a:lnTo>
                    <a:lnTo>
                      <a:pt x="9199" y="1182"/>
                    </a:lnTo>
                    <a:lnTo>
                      <a:pt x="8944" y="1"/>
                    </a:lnTo>
                    <a:lnTo>
                      <a:pt x="7224" y="1620"/>
                    </a:lnTo>
                    <a:lnTo>
                      <a:pt x="6812" y="2007"/>
                    </a:lnTo>
                    <a:lnTo>
                      <a:pt x="2" y="84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44"/>
              <p:cNvSpPr/>
              <p:nvPr/>
            </p:nvSpPr>
            <p:spPr>
              <a:xfrm>
                <a:off x="-2364671" y="2833644"/>
                <a:ext cx="350054" cy="332821"/>
              </a:xfrm>
              <a:custGeom>
                <a:avLst/>
                <a:gdLst/>
                <a:ahLst/>
                <a:cxnLst/>
                <a:rect l="l" t="t" r="r" b="b"/>
                <a:pathLst>
                  <a:path w="9100" h="8652" extrusionOk="0">
                    <a:moveTo>
                      <a:pt x="1" y="8201"/>
                    </a:moveTo>
                    <a:lnTo>
                      <a:pt x="157" y="8651"/>
                    </a:lnTo>
                    <a:lnTo>
                      <a:pt x="9099" y="236"/>
                    </a:lnTo>
                    <a:lnTo>
                      <a:pt x="8761" y="0"/>
                    </a:lnTo>
                    <a:close/>
                  </a:path>
                </a:pathLst>
              </a:custGeom>
              <a:solidFill>
                <a:srgbClr val="F7F7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44"/>
              <p:cNvSpPr/>
              <p:nvPr/>
            </p:nvSpPr>
            <p:spPr>
              <a:xfrm>
                <a:off x="-2433180" y="3135690"/>
                <a:ext cx="74588" cy="30774"/>
              </a:xfrm>
              <a:custGeom>
                <a:avLst/>
                <a:gdLst/>
                <a:ahLst/>
                <a:cxnLst/>
                <a:rect l="l" t="t" r="r" b="b"/>
                <a:pathLst>
                  <a:path w="1939" h="800" extrusionOk="0">
                    <a:moveTo>
                      <a:pt x="406" y="1"/>
                    </a:moveTo>
                    <a:lnTo>
                      <a:pt x="0" y="310"/>
                    </a:lnTo>
                    <a:lnTo>
                      <a:pt x="1938" y="799"/>
                    </a:lnTo>
                    <a:lnTo>
                      <a:pt x="1782" y="349"/>
                    </a:lnTo>
                    <a:lnTo>
                      <a:pt x="406" y="1"/>
                    </a:lnTo>
                    <a:close/>
                  </a:path>
                </a:pathLst>
              </a:custGeom>
              <a:solidFill>
                <a:srgbClr val="59606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44"/>
              <p:cNvSpPr/>
              <p:nvPr/>
            </p:nvSpPr>
            <p:spPr>
              <a:xfrm>
                <a:off x="-2517808" y="2602917"/>
                <a:ext cx="61510" cy="88514"/>
              </a:xfrm>
              <a:custGeom>
                <a:avLst/>
                <a:gdLst/>
                <a:ahLst/>
                <a:cxnLst/>
                <a:rect l="l" t="t" r="r" b="b"/>
                <a:pathLst>
                  <a:path w="1599" h="2301" extrusionOk="0">
                    <a:moveTo>
                      <a:pt x="1014" y="1"/>
                    </a:moveTo>
                    <a:lnTo>
                      <a:pt x="1" y="213"/>
                    </a:lnTo>
                    <a:lnTo>
                      <a:pt x="676" y="2301"/>
                    </a:lnTo>
                    <a:lnTo>
                      <a:pt x="1599" y="2050"/>
                    </a:lnTo>
                    <a:lnTo>
                      <a:pt x="1074" y="213"/>
                    </a:lnTo>
                    <a:lnTo>
                      <a:pt x="101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44"/>
              <p:cNvSpPr/>
              <p:nvPr/>
            </p:nvSpPr>
            <p:spPr>
              <a:xfrm>
                <a:off x="-2596511" y="2512518"/>
                <a:ext cx="117749" cy="98631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2564" extrusionOk="0">
                    <a:moveTo>
                      <a:pt x="2550" y="1"/>
                    </a:moveTo>
                    <a:lnTo>
                      <a:pt x="1" y="579"/>
                    </a:lnTo>
                    <a:lnTo>
                      <a:pt x="2047" y="2563"/>
                    </a:lnTo>
                    <a:lnTo>
                      <a:pt x="3060" y="2351"/>
                    </a:lnTo>
                    <a:lnTo>
                      <a:pt x="255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44"/>
              <p:cNvSpPr/>
              <p:nvPr/>
            </p:nvSpPr>
            <p:spPr>
              <a:xfrm>
                <a:off x="-2596511" y="2534752"/>
                <a:ext cx="104709" cy="156678"/>
              </a:xfrm>
              <a:custGeom>
                <a:avLst/>
                <a:gdLst/>
                <a:ahLst/>
                <a:cxnLst/>
                <a:rect l="l" t="t" r="r" b="b"/>
                <a:pathLst>
                  <a:path w="2722" h="4073" extrusionOk="0">
                    <a:moveTo>
                      <a:pt x="1" y="1"/>
                    </a:moveTo>
                    <a:lnTo>
                      <a:pt x="630" y="2245"/>
                    </a:lnTo>
                    <a:lnTo>
                      <a:pt x="2722" y="4073"/>
                    </a:lnTo>
                    <a:lnTo>
                      <a:pt x="2047" y="198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44"/>
              <p:cNvSpPr/>
              <p:nvPr/>
            </p:nvSpPr>
            <p:spPr>
              <a:xfrm>
                <a:off x="-3058961" y="2666773"/>
                <a:ext cx="543700" cy="99438"/>
              </a:xfrm>
              <a:custGeom>
                <a:avLst/>
                <a:gdLst/>
                <a:ahLst/>
                <a:cxnLst/>
                <a:rect l="l" t="t" r="r" b="b"/>
                <a:pathLst>
                  <a:path w="14134" h="2585" extrusionOk="0">
                    <a:moveTo>
                      <a:pt x="14133" y="1"/>
                    </a:moveTo>
                    <a:lnTo>
                      <a:pt x="2104" y="2200"/>
                    </a:lnTo>
                    <a:lnTo>
                      <a:pt x="2104" y="2200"/>
                    </a:lnTo>
                    <a:lnTo>
                      <a:pt x="13715" y="125"/>
                    </a:lnTo>
                    <a:lnTo>
                      <a:pt x="14133" y="1"/>
                    </a:lnTo>
                    <a:close/>
                    <a:moveTo>
                      <a:pt x="2104" y="2200"/>
                    </a:moveTo>
                    <a:lnTo>
                      <a:pt x="149" y="2549"/>
                    </a:lnTo>
                    <a:lnTo>
                      <a:pt x="0" y="2585"/>
                    </a:lnTo>
                    <a:lnTo>
                      <a:pt x="2104" y="2200"/>
                    </a:lnTo>
                    <a:close/>
                  </a:path>
                </a:pathLst>
              </a:custGeom>
              <a:solidFill>
                <a:srgbClr val="A8A8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44"/>
              <p:cNvSpPr/>
              <p:nvPr/>
            </p:nvSpPr>
            <p:spPr>
              <a:xfrm>
                <a:off x="-3069924" y="2577836"/>
                <a:ext cx="549431" cy="135598"/>
              </a:xfrm>
              <a:custGeom>
                <a:avLst/>
                <a:gdLst/>
                <a:ahLst/>
                <a:cxnLst/>
                <a:rect l="l" t="t" r="r" b="b"/>
                <a:pathLst>
                  <a:path w="14283" h="3525" extrusionOk="0">
                    <a:moveTo>
                      <a:pt x="12982" y="1"/>
                    </a:moveTo>
                    <a:lnTo>
                      <a:pt x="10888" y="428"/>
                    </a:lnTo>
                    <a:lnTo>
                      <a:pt x="10396" y="528"/>
                    </a:lnTo>
                    <a:lnTo>
                      <a:pt x="1" y="2650"/>
                    </a:lnTo>
                    <a:lnTo>
                      <a:pt x="416" y="3525"/>
                    </a:lnTo>
                    <a:lnTo>
                      <a:pt x="11019" y="1614"/>
                    </a:lnTo>
                    <a:lnTo>
                      <a:pt x="11516" y="1524"/>
                    </a:lnTo>
                    <a:lnTo>
                      <a:pt x="14283" y="1025"/>
                    </a:lnTo>
                    <a:lnTo>
                      <a:pt x="1298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44"/>
              <p:cNvSpPr/>
              <p:nvPr/>
            </p:nvSpPr>
            <p:spPr>
              <a:xfrm>
                <a:off x="-3059461" y="2631498"/>
                <a:ext cx="559394" cy="134790"/>
              </a:xfrm>
              <a:custGeom>
                <a:avLst/>
                <a:gdLst/>
                <a:ahLst/>
                <a:cxnLst/>
                <a:rect l="l" t="t" r="r" b="b"/>
                <a:pathLst>
                  <a:path w="14542" h="3504" extrusionOk="0">
                    <a:moveTo>
                      <a:pt x="1" y="2585"/>
                    </a:moveTo>
                    <a:lnTo>
                      <a:pt x="13" y="3503"/>
                    </a:lnTo>
                    <a:lnTo>
                      <a:pt x="10882" y="1907"/>
                    </a:lnTo>
                    <a:lnTo>
                      <a:pt x="11359" y="1836"/>
                    </a:lnTo>
                    <a:lnTo>
                      <a:pt x="14542" y="1368"/>
                    </a:lnTo>
                    <a:lnTo>
                      <a:pt x="14134" y="1"/>
                    </a:lnTo>
                    <a:lnTo>
                      <a:pt x="11345" y="512"/>
                    </a:lnTo>
                    <a:lnTo>
                      <a:pt x="10875" y="59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44"/>
              <p:cNvSpPr/>
              <p:nvPr/>
            </p:nvSpPr>
            <p:spPr>
              <a:xfrm>
                <a:off x="-3059461" y="2617265"/>
                <a:ext cx="543700" cy="113710"/>
              </a:xfrm>
              <a:custGeom>
                <a:avLst/>
                <a:gdLst/>
                <a:ahLst/>
                <a:cxnLst/>
                <a:rect l="l" t="t" r="r" b="b"/>
                <a:pathLst>
                  <a:path w="14134" h="2956" extrusionOk="0">
                    <a:moveTo>
                      <a:pt x="144" y="2500"/>
                    </a:moveTo>
                    <a:lnTo>
                      <a:pt x="1" y="2955"/>
                    </a:lnTo>
                    <a:lnTo>
                      <a:pt x="14134" y="371"/>
                    </a:lnTo>
                    <a:lnTo>
                      <a:pt x="140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44"/>
              <p:cNvSpPr/>
              <p:nvPr/>
            </p:nvSpPr>
            <p:spPr>
              <a:xfrm>
                <a:off x="-2213842" y="2516057"/>
                <a:ext cx="498500" cy="302124"/>
              </a:xfrm>
              <a:custGeom>
                <a:avLst/>
                <a:gdLst/>
                <a:ahLst/>
                <a:cxnLst/>
                <a:rect l="l" t="t" r="r" b="b"/>
                <a:pathLst>
                  <a:path w="12959" h="7854" extrusionOk="0">
                    <a:moveTo>
                      <a:pt x="12908" y="1"/>
                    </a:moveTo>
                    <a:lnTo>
                      <a:pt x="10087" y="2245"/>
                    </a:lnTo>
                    <a:lnTo>
                      <a:pt x="4146" y="5062"/>
                    </a:lnTo>
                    <a:lnTo>
                      <a:pt x="1934" y="3989"/>
                    </a:lnTo>
                    <a:lnTo>
                      <a:pt x="1914" y="4005"/>
                    </a:lnTo>
                    <a:lnTo>
                      <a:pt x="0" y="5555"/>
                    </a:lnTo>
                    <a:lnTo>
                      <a:pt x="508" y="7853"/>
                    </a:lnTo>
                    <a:lnTo>
                      <a:pt x="587" y="7836"/>
                    </a:lnTo>
                    <a:lnTo>
                      <a:pt x="88" y="5586"/>
                    </a:lnTo>
                    <a:lnTo>
                      <a:pt x="1945" y="4083"/>
                    </a:lnTo>
                    <a:lnTo>
                      <a:pt x="4144" y="5149"/>
                    </a:lnTo>
                    <a:lnTo>
                      <a:pt x="4163" y="5142"/>
                    </a:lnTo>
                    <a:lnTo>
                      <a:pt x="10128" y="2313"/>
                    </a:lnTo>
                    <a:lnTo>
                      <a:pt x="12958" y="64"/>
                    </a:lnTo>
                    <a:lnTo>
                      <a:pt x="1290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44"/>
              <p:cNvSpPr/>
              <p:nvPr/>
            </p:nvSpPr>
            <p:spPr>
              <a:xfrm>
                <a:off x="-2123021" y="2238977"/>
                <a:ext cx="151062" cy="96476"/>
              </a:xfrm>
              <a:custGeom>
                <a:avLst/>
                <a:gdLst/>
                <a:ahLst/>
                <a:cxnLst/>
                <a:rect l="l" t="t" r="r" b="b"/>
                <a:pathLst>
                  <a:path w="3927" h="2508" extrusionOk="0">
                    <a:moveTo>
                      <a:pt x="1560" y="0"/>
                    </a:moveTo>
                    <a:lnTo>
                      <a:pt x="1" y="1282"/>
                    </a:lnTo>
                    <a:lnTo>
                      <a:pt x="1853" y="1243"/>
                    </a:lnTo>
                    <a:lnTo>
                      <a:pt x="3694" y="2508"/>
                    </a:lnTo>
                    <a:lnTo>
                      <a:pt x="3926" y="2272"/>
                    </a:lnTo>
                    <a:lnTo>
                      <a:pt x="156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44"/>
              <p:cNvSpPr/>
              <p:nvPr/>
            </p:nvSpPr>
            <p:spPr>
              <a:xfrm>
                <a:off x="-2185799" y="2873650"/>
                <a:ext cx="112056" cy="90206"/>
              </a:xfrm>
              <a:custGeom>
                <a:avLst/>
                <a:gdLst/>
                <a:ahLst/>
                <a:cxnLst/>
                <a:rect l="l" t="t" r="r" b="b"/>
                <a:pathLst>
                  <a:path w="2913" h="2345" extrusionOk="0">
                    <a:moveTo>
                      <a:pt x="462" y="0"/>
                    </a:moveTo>
                    <a:lnTo>
                      <a:pt x="1" y="479"/>
                    </a:lnTo>
                    <a:lnTo>
                      <a:pt x="197" y="428"/>
                    </a:lnTo>
                    <a:lnTo>
                      <a:pt x="211" y="425"/>
                    </a:lnTo>
                    <a:lnTo>
                      <a:pt x="2082" y="951"/>
                    </a:lnTo>
                    <a:lnTo>
                      <a:pt x="2302" y="1102"/>
                    </a:lnTo>
                    <a:lnTo>
                      <a:pt x="2317" y="1202"/>
                    </a:lnTo>
                    <a:lnTo>
                      <a:pt x="2486" y="2344"/>
                    </a:lnTo>
                    <a:lnTo>
                      <a:pt x="2912" y="1966"/>
                    </a:lnTo>
                    <a:lnTo>
                      <a:pt x="2743" y="825"/>
                    </a:lnTo>
                    <a:lnTo>
                      <a:pt x="2729" y="815"/>
                    </a:lnTo>
                    <a:lnTo>
                      <a:pt x="2286" y="512"/>
                    </a:lnTo>
                    <a:lnTo>
                      <a:pt x="582" y="34"/>
                    </a:lnTo>
                    <a:lnTo>
                      <a:pt x="46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44"/>
              <p:cNvSpPr/>
              <p:nvPr/>
            </p:nvSpPr>
            <p:spPr>
              <a:xfrm>
                <a:off x="-1542362" y="2507248"/>
                <a:ext cx="44353" cy="117518"/>
              </a:xfrm>
              <a:custGeom>
                <a:avLst/>
                <a:gdLst/>
                <a:ahLst/>
                <a:cxnLst/>
                <a:rect l="l" t="t" r="r" b="b"/>
                <a:pathLst>
                  <a:path w="1153" h="3055" extrusionOk="0">
                    <a:moveTo>
                      <a:pt x="466" y="1"/>
                    </a:moveTo>
                    <a:lnTo>
                      <a:pt x="0" y="151"/>
                    </a:lnTo>
                    <a:lnTo>
                      <a:pt x="675" y="1279"/>
                    </a:lnTo>
                    <a:lnTo>
                      <a:pt x="675" y="3054"/>
                    </a:lnTo>
                    <a:lnTo>
                      <a:pt x="1152" y="2869"/>
                    </a:lnTo>
                    <a:lnTo>
                      <a:pt x="1152" y="1147"/>
                    </a:lnTo>
                    <a:lnTo>
                      <a:pt x="466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44"/>
              <p:cNvSpPr/>
              <p:nvPr/>
            </p:nvSpPr>
            <p:spPr>
              <a:xfrm>
                <a:off x="-2014506" y="2214050"/>
                <a:ext cx="88821" cy="109863"/>
              </a:xfrm>
              <a:custGeom>
                <a:avLst/>
                <a:gdLst/>
                <a:ahLst/>
                <a:cxnLst/>
                <a:rect l="l" t="t" r="r" b="b"/>
                <a:pathLst>
                  <a:path w="2309" h="2856" extrusionOk="0">
                    <a:moveTo>
                      <a:pt x="271" y="1"/>
                    </a:moveTo>
                    <a:lnTo>
                      <a:pt x="1" y="407"/>
                    </a:lnTo>
                    <a:lnTo>
                      <a:pt x="1662" y="1044"/>
                    </a:lnTo>
                    <a:lnTo>
                      <a:pt x="1716" y="1107"/>
                    </a:lnTo>
                    <a:lnTo>
                      <a:pt x="1831" y="1236"/>
                    </a:lnTo>
                    <a:lnTo>
                      <a:pt x="1831" y="2856"/>
                    </a:lnTo>
                    <a:lnTo>
                      <a:pt x="2308" y="2001"/>
                    </a:lnTo>
                    <a:lnTo>
                      <a:pt x="2308" y="1055"/>
                    </a:lnTo>
                    <a:lnTo>
                      <a:pt x="2214" y="950"/>
                    </a:lnTo>
                    <a:lnTo>
                      <a:pt x="1970" y="673"/>
                    </a:lnTo>
                    <a:lnTo>
                      <a:pt x="1940" y="641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44"/>
              <p:cNvSpPr/>
              <p:nvPr/>
            </p:nvSpPr>
            <p:spPr>
              <a:xfrm>
                <a:off x="-2670060" y="2594300"/>
                <a:ext cx="47584" cy="110556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2874" extrusionOk="0">
                    <a:moveTo>
                      <a:pt x="493" y="0"/>
                    </a:moveTo>
                    <a:lnTo>
                      <a:pt x="1" y="100"/>
                    </a:lnTo>
                    <a:lnTo>
                      <a:pt x="624" y="1186"/>
                    </a:lnTo>
                    <a:lnTo>
                      <a:pt x="675" y="1272"/>
                    </a:lnTo>
                    <a:lnTo>
                      <a:pt x="752" y="1565"/>
                    </a:lnTo>
                    <a:lnTo>
                      <a:pt x="759" y="1591"/>
                    </a:lnTo>
                    <a:lnTo>
                      <a:pt x="759" y="2874"/>
                    </a:lnTo>
                    <a:lnTo>
                      <a:pt x="1236" y="2803"/>
                    </a:lnTo>
                    <a:lnTo>
                      <a:pt x="1236" y="1529"/>
                    </a:lnTo>
                    <a:lnTo>
                      <a:pt x="1222" y="1479"/>
                    </a:lnTo>
                    <a:lnTo>
                      <a:pt x="1121" y="1096"/>
                    </a:lnTo>
                    <a:lnTo>
                      <a:pt x="1119" y="1089"/>
                    </a:lnTo>
                    <a:lnTo>
                      <a:pt x="49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44"/>
              <p:cNvSpPr/>
              <p:nvPr/>
            </p:nvSpPr>
            <p:spPr>
              <a:xfrm>
                <a:off x="-2505268" y="2361418"/>
                <a:ext cx="51700" cy="241537"/>
              </a:xfrm>
              <a:custGeom>
                <a:avLst/>
                <a:gdLst/>
                <a:ahLst/>
                <a:cxnLst/>
                <a:rect l="l" t="t" r="r" b="b"/>
                <a:pathLst>
                  <a:path w="1344" h="6279" extrusionOk="0">
                    <a:moveTo>
                      <a:pt x="619" y="0"/>
                    </a:moveTo>
                    <a:lnTo>
                      <a:pt x="1" y="2633"/>
                    </a:lnTo>
                    <a:lnTo>
                      <a:pt x="688" y="6279"/>
                    </a:lnTo>
                    <a:lnTo>
                      <a:pt x="1344" y="4092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61" name="Google Shape;1161;p44"/>
              <p:cNvGrpSpPr/>
              <p:nvPr/>
            </p:nvGrpSpPr>
            <p:grpSpPr>
              <a:xfrm>
                <a:off x="-3209756" y="2554613"/>
                <a:ext cx="163333" cy="251385"/>
                <a:chOff x="-3916750" y="2838725"/>
                <a:chExt cx="106150" cy="163375"/>
              </a:xfrm>
            </p:grpSpPr>
            <p:sp>
              <p:nvSpPr>
                <p:cNvPr id="1162" name="Google Shape;1162;p44"/>
                <p:cNvSpPr/>
                <p:nvPr/>
              </p:nvSpPr>
              <p:spPr>
                <a:xfrm>
                  <a:off x="-3912025" y="2929400"/>
                  <a:ext cx="97175" cy="7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" h="2908" extrusionOk="0">
                      <a:moveTo>
                        <a:pt x="1" y="1686"/>
                      </a:moveTo>
                      <a:lnTo>
                        <a:pt x="1" y="1685"/>
                      </a:lnTo>
                      <a:lnTo>
                        <a:pt x="1" y="62"/>
                      </a:lnTo>
                      <a:lnTo>
                        <a:pt x="3865" y="0"/>
                      </a:lnTo>
                      <a:lnTo>
                        <a:pt x="3865" y="1622"/>
                      </a:lnTo>
                      <a:lnTo>
                        <a:pt x="3862" y="1622"/>
                      </a:lnTo>
                      <a:cubicBezTo>
                        <a:pt x="3886" y="1926"/>
                        <a:pt x="3700" y="2235"/>
                        <a:pt x="3295" y="2468"/>
                      </a:cubicBezTo>
                      <a:cubicBezTo>
                        <a:pt x="2539" y="2904"/>
                        <a:pt x="1316" y="2908"/>
                        <a:pt x="564" y="2474"/>
                      </a:cubicBezTo>
                      <a:cubicBezTo>
                        <a:pt x="190" y="2257"/>
                        <a:pt x="2" y="1975"/>
                        <a:pt x="2" y="1691"/>
                      </a:cubicBezTo>
                      <a:lnTo>
                        <a:pt x="1" y="1691"/>
                      </a:lnTo>
                      <a:lnTo>
                        <a:pt x="1" y="168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44"/>
                <p:cNvSpPr/>
                <p:nvPr/>
              </p:nvSpPr>
              <p:spPr>
                <a:xfrm>
                  <a:off x="-3916750" y="2903025"/>
                  <a:ext cx="106150" cy="5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2233" extrusionOk="0">
                      <a:moveTo>
                        <a:pt x="2135" y="1"/>
                      </a:moveTo>
                      <a:cubicBezTo>
                        <a:pt x="1638" y="1"/>
                        <a:pt x="1141" y="110"/>
                        <a:pt x="760" y="329"/>
                      </a:cubicBezTo>
                      <a:cubicBezTo>
                        <a:pt x="3" y="766"/>
                        <a:pt x="0" y="1474"/>
                        <a:pt x="753" y="1907"/>
                      </a:cubicBezTo>
                      <a:cubicBezTo>
                        <a:pt x="1127" y="2124"/>
                        <a:pt x="1618" y="2232"/>
                        <a:pt x="2110" y="2232"/>
                      </a:cubicBezTo>
                      <a:cubicBezTo>
                        <a:pt x="2607" y="2232"/>
                        <a:pt x="3105" y="2122"/>
                        <a:pt x="3486" y="1903"/>
                      </a:cubicBezTo>
                      <a:cubicBezTo>
                        <a:pt x="4243" y="1466"/>
                        <a:pt x="4246" y="758"/>
                        <a:pt x="3494" y="325"/>
                      </a:cubicBezTo>
                      <a:cubicBezTo>
                        <a:pt x="3119" y="109"/>
                        <a:pt x="2627" y="1"/>
                        <a:pt x="21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44"/>
                <p:cNvSpPr/>
                <p:nvPr/>
              </p:nvSpPr>
              <p:spPr>
                <a:xfrm>
                  <a:off x="-3903975" y="2906525"/>
                  <a:ext cx="81075" cy="4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3" h="1789" extrusionOk="0">
                      <a:moveTo>
                        <a:pt x="3223" y="0"/>
                      </a:moveTo>
                      <a:lnTo>
                        <a:pt x="0" y="51"/>
                      </a:lnTo>
                      <a:lnTo>
                        <a:pt x="0" y="860"/>
                      </a:lnTo>
                      <a:lnTo>
                        <a:pt x="0" y="863"/>
                      </a:lnTo>
                      <a:lnTo>
                        <a:pt x="0" y="866"/>
                      </a:lnTo>
                      <a:cubicBezTo>
                        <a:pt x="0" y="1103"/>
                        <a:pt x="157" y="1338"/>
                        <a:pt x="468" y="1518"/>
                      </a:cubicBezTo>
                      <a:cubicBezTo>
                        <a:pt x="781" y="1698"/>
                        <a:pt x="1191" y="1788"/>
                        <a:pt x="1602" y="1788"/>
                      </a:cubicBezTo>
                      <a:cubicBezTo>
                        <a:pt x="2016" y="1788"/>
                        <a:pt x="2431" y="1697"/>
                        <a:pt x="2749" y="1514"/>
                      </a:cubicBezTo>
                      <a:cubicBezTo>
                        <a:pt x="3086" y="1320"/>
                        <a:pt x="3243" y="1061"/>
                        <a:pt x="3223" y="808"/>
                      </a:cubicBezTo>
                      <a:lnTo>
                        <a:pt x="322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44"/>
                <p:cNvSpPr/>
                <p:nvPr/>
              </p:nvSpPr>
              <p:spPr>
                <a:xfrm>
                  <a:off x="-3907975" y="2884525"/>
                  <a:ext cx="88575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1863" extrusionOk="0">
                      <a:moveTo>
                        <a:pt x="1783" y="0"/>
                      </a:moveTo>
                      <a:cubicBezTo>
                        <a:pt x="1369" y="0"/>
                        <a:pt x="953" y="92"/>
                        <a:pt x="635" y="276"/>
                      </a:cubicBezTo>
                      <a:cubicBezTo>
                        <a:pt x="3" y="640"/>
                        <a:pt x="0" y="1229"/>
                        <a:pt x="628" y="1592"/>
                      </a:cubicBezTo>
                      <a:cubicBezTo>
                        <a:pt x="940" y="1772"/>
                        <a:pt x="1350" y="1862"/>
                        <a:pt x="1761" y="1862"/>
                      </a:cubicBezTo>
                      <a:cubicBezTo>
                        <a:pt x="2176" y="1862"/>
                        <a:pt x="2591" y="1771"/>
                        <a:pt x="2909" y="1588"/>
                      </a:cubicBezTo>
                      <a:cubicBezTo>
                        <a:pt x="3540" y="1223"/>
                        <a:pt x="3543" y="634"/>
                        <a:pt x="2915" y="271"/>
                      </a:cubicBezTo>
                      <a:cubicBezTo>
                        <a:pt x="2603" y="90"/>
                        <a:pt x="2194" y="0"/>
                        <a:pt x="17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44"/>
                <p:cNvSpPr/>
                <p:nvPr/>
              </p:nvSpPr>
              <p:spPr>
                <a:xfrm>
                  <a:off x="-3884325" y="2871525"/>
                  <a:ext cx="36125" cy="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5" h="1705" extrusionOk="0">
                      <a:moveTo>
                        <a:pt x="1435" y="0"/>
                      </a:moveTo>
                      <a:lnTo>
                        <a:pt x="0" y="23"/>
                      </a:lnTo>
                      <a:lnTo>
                        <a:pt x="0" y="1292"/>
                      </a:lnTo>
                      <a:lnTo>
                        <a:pt x="0" y="1294"/>
                      </a:lnTo>
                      <a:cubicBezTo>
                        <a:pt x="2" y="1399"/>
                        <a:pt x="71" y="1503"/>
                        <a:pt x="209" y="1583"/>
                      </a:cubicBezTo>
                      <a:cubicBezTo>
                        <a:pt x="349" y="1664"/>
                        <a:pt x="532" y="1704"/>
                        <a:pt x="715" y="1704"/>
                      </a:cubicBezTo>
                      <a:cubicBezTo>
                        <a:pt x="899" y="1704"/>
                        <a:pt x="1083" y="1663"/>
                        <a:pt x="1225" y="1582"/>
                      </a:cubicBezTo>
                      <a:cubicBezTo>
                        <a:pt x="1374" y="1495"/>
                        <a:pt x="1445" y="1380"/>
                        <a:pt x="1435" y="1268"/>
                      </a:cubicBezTo>
                      <a:lnTo>
                        <a:pt x="1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44"/>
                <p:cNvSpPr/>
                <p:nvPr/>
              </p:nvSpPr>
              <p:spPr>
                <a:xfrm>
                  <a:off x="-3896025" y="2838725"/>
                  <a:ext cx="56700" cy="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8" h="2254" extrusionOk="0">
                      <a:moveTo>
                        <a:pt x="1157" y="0"/>
                      </a:moveTo>
                      <a:cubicBezTo>
                        <a:pt x="47" y="0"/>
                        <a:pt x="114" y="1302"/>
                        <a:pt x="114" y="1302"/>
                      </a:cubicBezTo>
                      <a:cubicBezTo>
                        <a:pt x="114" y="1302"/>
                        <a:pt x="1" y="2192"/>
                        <a:pt x="954" y="2249"/>
                      </a:cubicBezTo>
                      <a:cubicBezTo>
                        <a:pt x="1008" y="2252"/>
                        <a:pt x="1059" y="2254"/>
                        <a:pt x="1107" y="2254"/>
                      </a:cubicBezTo>
                      <a:cubicBezTo>
                        <a:pt x="2171" y="2254"/>
                        <a:pt x="2172" y="1518"/>
                        <a:pt x="2172" y="1518"/>
                      </a:cubicBezTo>
                      <a:cubicBezTo>
                        <a:pt x="2172" y="1518"/>
                        <a:pt x="2268" y="0"/>
                        <a:pt x="115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68" name="Google Shape;1168;p44"/>
              <p:cNvGrpSpPr/>
              <p:nvPr/>
            </p:nvGrpSpPr>
            <p:grpSpPr>
              <a:xfrm>
                <a:off x="-2491885" y="3025377"/>
                <a:ext cx="163333" cy="251385"/>
                <a:chOff x="-3916750" y="2838725"/>
                <a:chExt cx="106150" cy="163375"/>
              </a:xfrm>
            </p:grpSpPr>
            <p:sp>
              <p:nvSpPr>
                <p:cNvPr id="1169" name="Google Shape;1169;p44"/>
                <p:cNvSpPr/>
                <p:nvPr/>
              </p:nvSpPr>
              <p:spPr>
                <a:xfrm>
                  <a:off x="-3912025" y="2929400"/>
                  <a:ext cx="97175" cy="7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7" h="2908" extrusionOk="0">
                      <a:moveTo>
                        <a:pt x="1" y="1686"/>
                      </a:moveTo>
                      <a:lnTo>
                        <a:pt x="1" y="1685"/>
                      </a:lnTo>
                      <a:lnTo>
                        <a:pt x="1" y="62"/>
                      </a:lnTo>
                      <a:lnTo>
                        <a:pt x="3865" y="0"/>
                      </a:lnTo>
                      <a:lnTo>
                        <a:pt x="3865" y="1622"/>
                      </a:lnTo>
                      <a:lnTo>
                        <a:pt x="3862" y="1622"/>
                      </a:lnTo>
                      <a:cubicBezTo>
                        <a:pt x="3886" y="1926"/>
                        <a:pt x="3700" y="2235"/>
                        <a:pt x="3295" y="2468"/>
                      </a:cubicBezTo>
                      <a:cubicBezTo>
                        <a:pt x="2539" y="2904"/>
                        <a:pt x="1316" y="2908"/>
                        <a:pt x="564" y="2474"/>
                      </a:cubicBezTo>
                      <a:cubicBezTo>
                        <a:pt x="190" y="2257"/>
                        <a:pt x="2" y="1975"/>
                        <a:pt x="2" y="1691"/>
                      </a:cubicBezTo>
                      <a:lnTo>
                        <a:pt x="1" y="1691"/>
                      </a:lnTo>
                      <a:lnTo>
                        <a:pt x="1" y="168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0" name="Google Shape;1170;p44"/>
                <p:cNvSpPr/>
                <p:nvPr/>
              </p:nvSpPr>
              <p:spPr>
                <a:xfrm>
                  <a:off x="-3916750" y="2903025"/>
                  <a:ext cx="106150" cy="55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6" h="2233" extrusionOk="0">
                      <a:moveTo>
                        <a:pt x="2135" y="1"/>
                      </a:moveTo>
                      <a:cubicBezTo>
                        <a:pt x="1638" y="1"/>
                        <a:pt x="1141" y="110"/>
                        <a:pt x="760" y="329"/>
                      </a:cubicBezTo>
                      <a:cubicBezTo>
                        <a:pt x="3" y="766"/>
                        <a:pt x="0" y="1474"/>
                        <a:pt x="753" y="1907"/>
                      </a:cubicBezTo>
                      <a:cubicBezTo>
                        <a:pt x="1127" y="2124"/>
                        <a:pt x="1618" y="2232"/>
                        <a:pt x="2110" y="2232"/>
                      </a:cubicBezTo>
                      <a:cubicBezTo>
                        <a:pt x="2607" y="2232"/>
                        <a:pt x="3105" y="2122"/>
                        <a:pt x="3486" y="1903"/>
                      </a:cubicBezTo>
                      <a:cubicBezTo>
                        <a:pt x="4243" y="1466"/>
                        <a:pt x="4246" y="758"/>
                        <a:pt x="3494" y="325"/>
                      </a:cubicBezTo>
                      <a:cubicBezTo>
                        <a:pt x="3119" y="109"/>
                        <a:pt x="2627" y="1"/>
                        <a:pt x="213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1" name="Google Shape;1171;p44"/>
                <p:cNvSpPr/>
                <p:nvPr/>
              </p:nvSpPr>
              <p:spPr>
                <a:xfrm>
                  <a:off x="-3903975" y="2906525"/>
                  <a:ext cx="81075" cy="4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43" h="1789" extrusionOk="0">
                      <a:moveTo>
                        <a:pt x="3223" y="0"/>
                      </a:moveTo>
                      <a:lnTo>
                        <a:pt x="0" y="51"/>
                      </a:lnTo>
                      <a:lnTo>
                        <a:pt x="0" y="860"/>
                      </a:lnTo>
                      <a:lnTo>
                        <a:pt x="0" y="863"/>
                      </a:lnTo>
                      <a:lnTo>
                        <a:pt x="0" y="866"/>
                      </a:lnTo>
                      <a:cubicBezTo>
                        <a:pt x="0" y="1103"/>
                        <a:pt x="157" y="1338"/>
                        <a:pt x="468" y="1518"/>
                      </a:cubicBezTo>
                      <a:cubicBezTo>
                        <a:pt x="781" y="1698"/>
                        <a:pt x="1191" y="1788"/>
                        <a:pt x="1602" y="1788"/>
                      </a:cubicBezTo>
                      <a:cubicBezTo>
                        <a:pt x="2016" y="1788"/>
                        <a:pt x="2431" y="1697"/>
                        <a:pt x="2749" y="1514"/>
                      </a:cubicBezTo>
                      <a:cubicBezTo>
                        <a:pt x="3086" y="1320"/>
                        <a:pt x="3243" y="1061"/>
                        <a:pt x="3223" y="808"/>
                      </a:cubicBezTo>
                      <a:lnTo>
                        <a:pt x="3223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2" name="Google Shape;1172;p44"/>
                <p:cNvSpPr/>
                <p:nvPr/>
              </p:nvSpPr>
              <p:spPr>
                <a:xfrm>
                  <a:off x="-3907975" y="2884525"/>
                  <a:ext cx="88575" cy="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3" h="1863" extrusionOk="0">
                      <a:moveTo>
                        <a:pt x="1783" y="0"/>
                      </a:moveTo>
                      <a:cubicBezTo>
                        <a:pt x="1369" y="0"/>
                        <a:pt x="953" y="92"/>
                        <a:pt x="635" y="276"/>
                      </a:cubicBezTo>
                      <a:cubicBezTo>
                        <a:pt x="3" y="640"/>
                        <a:pt x="0" y="1229"/>
                        <a:pt x="628" y="1592"/>
                      </a:cubicBezTo>
                      <a:cubicBezTo>
                        <a:pt x="940" y="1772"/>
                        <a:pt x="1350" y="1862"/>
                        <a:pt x="1761" y="1862"/>
                      </a:cubicBezTo>
                      <a:cubicBezTo>
                        <a:pt x="2176" y="1862"/>
                        <a:pt x="2591" y="1771"/>
                        <a:pt x="2909" y="1588"/>
                      </a:cubicBezTo>
                      <a:cubicBezTo>
                        <a:pt x="3540" y="1223"/>
                        <a:pt x="3543" y="634"/>
                        <a:pt x="2915" y="271"/>
                      </a:cubicBezTo>
                      <a:cubicBezTo>
                        <a:pt x="2603" y="90"/>
                        <a:pt x="2194" y="0"/>
                        <a:pt x="17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3" name="Google Shape;1173;p44"/>
                <p:cNvSpPr/>
                <p:nvPr/>
              </p:nvSpPr>
              <p:spPr>
                <a:xfrm>
                  <a:off x="-3884325" y="2871525"/>
                  <a:ext cx="36125" cy="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5" h="1705" extrusionOk="0">
                      <a:moveTo>
                        <a:pt x="1435" y="0"/>
                      </a:moveTo>
                      <a:lnTo>
                        <a:pt x="0" y="23"/>
                      </a:lnTo>
                      <a:lnTo>
                        <a:pt x="0" y="1292"/>
                      </a:lnTo>
                      <a:lnTo>
                        <a:pt x="0" y="1294"/>
                      </a:lnTo>
                      <a:cubicBezTo>
                        <a:pt x="2" y="1399"/>
                        <a:pt x="71" y="1503"/>
                        <a:pt x="209" y="1583"/>
                      </a:cubicBezTo>
                      <a:cubicBezTo>
                        <a:pt x="349" y="1664"/>
                        <a:pt x="532" y="1704"/>
                        <a:pt x="715" y="1704"/>
                      </a:cubicBezTo>
                      <a:cubicBezTo>
                        <a:pt x="899" y="1704"/>
                        <a:pt x="1083" y="1663"/>
                        <a:pt x="1225" y="1582"/>
                      </a:cubicBezTo>
                      <a:cubicBezTo>
                        <a:pt x="1374" y="1495"/>
                        <a:pt x="1445" y="1380"/>
                        <a:pt x="1435" y="1268"/>
                      </a:cubicBezTo>
                      <a:lnTo>
                        <a:pt x="1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4" name="Google Shape;1174;p44"/>
                <p:cNvSpPr/>
                <p:nvPr/>
              </p:nvSpPr>
              <p:spPr>
                <a:xfrm>
                  <a:off x="-3896025" y="2838725"/>
                  <a:ext cx="56700" cy="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8" h="2254" extrusionOk="0">
                      <a:moveTo>
                        <a:pt x="1157" y="0"/>
                      </a:moveTo>
                      <a:cubicBezTo>
                        <a:pt x="47" y="0"/>
                        <a:pt x="114" y="1302"/>
                        <a:pt x="114" y="1302"/>
                      </a:cubicBezTo>
                      <a:cubicBezTo>
                        <a:pt x="114" y="1302"/>
                        <a:pt x="1" y="2192"/>
                        <a:pt x="954" y="2249"/>
                      </a:cubicBezTo>
                      <a:cubicBezTo>
                        <a:pt x="1008" y="2252"/>
                        <a:pt x="1059" y="2254"/>
                        <a:pt x="1107" y="2254"/>
                      </a:cubicBezTo>
                      <a:cubicBezTo>
                        <a:pt x="2171" y="2254"/>
                        <a:pt x="2172" y="1518"/>
                        <a:pt x="2172" y="1518"/>
                      </a:cubicBezTo>
                      <a:cubicBezTo>
                        <a:pt x="2172" y="1518"/>
                        <a:pt x="2268" y="0"/>
                        <a:pt x="115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75" name="Google Shape;1175;p44"/>
            <p:cNvGrpSpPr/>
            <p:nvPr/>
          </p:nvGrpSpPr>
          <p:grpSpPr>
            <a:xfrm>
              <a:off x="3792143" y="3346195"/>
              <a:ext cx="814292" cy="488991"/>
              <a:chOff x="3357500" y="1620888"/>
              <a:chExt cx="867375" cy="457300"/>
            </a:xfrm>
          </p:grpSpPr>
          <p:sp>
            <p:nvSpPr>
              <p:cNvPr id="1176" name="Google Shape;1176;p44"/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44"/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44"/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44"/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0" name="Google Shape;1180;p44"/>
            <p:cNvGrpSpPr/>
            <p:nvPr/>
          </p:nvGrpSpPr>
          <p:grpSpPr>
            <a:xfrm>
              <a:off x="3024078" y="2806336"/>
              <a:ext cx="814292" cy="488991"/>
              <a:chOff x="3357500" y="1620888"/>
              <a:chExt cx="867375" cy="457300"/>
            </a:xfrm>
          </p:grpSpPr>
          <p:sp>
            <p:nvSpPr>
              <p:cNvPr id="1181" name="Google Shape;1181;p44"/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44"/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44"/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44"/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5" name="Google Shape;1185;p44"/>
            <p:cNvGrpSpPr/>
            <p:nvPr/>
          </p:nvGrpSpPr>
          <p:grpSpPr>
            <a:xfrm>
              <a:off x="4482582" y="1987423"/>
              <a:ext cx="814292" cy="488991"/>
              <a:chOff x="3357500" y="1620888"/>
              <a:chExt cx="867375" cy="457300"/>
            </a:xfrm>
          </p:grpSpPr>
          <p:sp>
            <p:nvSpPr>
              <p:cNvPr id="1186" name="Google Shape;1186;p44"/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44"/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44"/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44"/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0" name="Google Shape;1190;p44"/>
            <p:cNvGrpSpPr/>
            <p:nvPr/>
          </p:nvGrpSpPr>
          <p:grpSpPr>
            <a:xfrm>
              <a:off x="5311667" y="2439653"/>
              <a:ext cx="814292" cy="488991"/>
              <a:chOff x="3357500" y="1620888"/>
              <a:chExt cx="867375" cy="457300"/>
            </a:xfrm>
          </p:grpSpPr>
          <p:sp>
            <p:nvSpPr>
              <p:cNvPr id="1191" name="Google Shape;1191;p44"/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44"/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44"/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44"/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95" name="Google Shape;1195;p44"/>
          <p:cNvGrpSpPr/>
          <p:nvPr/>
        </p:nvGrpSpPr>
        <p:grpSpPr>
          <a:xfrm>
            <a:off x="8094622" y="3494475"/>
            <a:ext cx="757976" cy="672190"/>
            <a:chOff x="7464925" y="-1654250"/>
            <a:chExt cx="757976" cy="672190"/>
          </a:xfrm>
        </p:grpSpPr>
        <p:sp>
          <p:nvSpPr>
            <p:cNvPr id="1196" name="Google Shape;1196;p44"/>
            <p:cNvSpPr/>
            <p:nvPr/>
          </p:nvSpPr>
          <p:spPr>
            <a:xfrm>
              <a:off x="7464925" y="-1654250"/>
              <a:ext cx="757976" cy="672190"/>
            </a:xfrm>
            <a:custGeom>
              <a:avLst/>
              <a:gdLst/>
              <a:ahLst/>
              <a:cxnLst/>
              <a:rect l="l" t="t" r="r" b="b"/>
              <a:pathLst>
                <a:path w="34170" h="17973" extrusionOk="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4"/>
            <p:cNvSpPr/>
            <p:nvPr/>
          </p:nvSpPr>
          <p:spPr>
            <a:xfrm>
              <a:off x="7498685" y="-1654213"/>
              <a:ext cx="690430" cy="672078"/>
            </a:xfrm>
            <a:custGeom>
              <a:avLst/>
              <a:gdLst/>
              <a:ahLst/>
              <a:cxnLst/>
              <a:rect l="l" t="t" r="r" b="b"/>
              <a:pathLst>
                <a:path w="31125" h="17970" extrusionOk="0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8" name="Google Shape;1198;p44"/>
          <p:cNvGrpSpPr/>
          <p:nvPr/>
        </p:nvGrpSpPr>
        <p:grpSpPr>
          <a:xfrm>
            <a:off x="7520016" y="4134363"/>
            <a:ext cx="538155" cy="568125"/>
            <a:chOff x="-3171395" y="736983"/>
            <a:chExt cx="1712232" cy="1807587"/>
          </a:xfrm>
        </p:grpSpPr>
        <p:grpSp>
          <p:nvGrpSpPr>
            <p:cNvPr id="1199" name="Google Shape;1199;p44"/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200" name="Google Shape;1200;p44"/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4"/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2" name="Google Shape;1202;p44"/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203" name="Google Shape;1203;p44"/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4"/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4"/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4"/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" name="Google Shape;3823;p69">
            <a:extLst>
              <a:ext uri="{FF2B5EF4-FFF2-40B4-BE49-F238E27FC236}">
                <a16:creationId xmlns:a16="http://schemas.microsoft.com/office/drawing/2014/main" id="{87715D00-31C4-1F37-BC31-0197248E54D7}"/>
              </a:ext>
            </a:extLst>
          </p:cNvPr>
          <p:cNvGrpSpPr/>
          <p:nvPr/>
        </p:nvGrpSpPr>
        <p:grpSpPr>
          <a:xfrm flipH="1">
            <a:off x="310359" y="5363256"/>
            <a:ext cx="1484459" cy="3907172"/>
            <a:chOff x="2562382" y="1842098"/>
            <a:chExt cx="1090552" cy="2870388"/>
          </a:xfrm>
        </p:grpSpPr>
        <p:sp>
          <p:nvSpPr>
            <p:cNvPr id="4" name="Google Shape;3824;p69">
              <a:extLst>
                <a:ext uri="{FF2B5EF4-FFF2-40B4-BE49-F238E27FC236}">
                  <a16:creationId xmlns:a16="http://schemas.microsoft.com/office/drawing/2014/main" id="{2DA1E587-95BE-006E-7987-C209E8ABA232}"/>
                </a:ext>
              </a:extLst>
            </p:cNvPr>
            <p:cNvSpPr/>
            <p:nvPr/>
          </p:nvSpPr>
          <p:spPr>
            <a:xfrm>
              <a:off x="2798912" y="2469605"/>
              <a:ext cx="301364" cy="210451"/>
            </a:xfrm>
            <a:custGeom>
              <a:avLst/>
              <a:gdLst/>
              <a:ahLst/>
              <a:cxnLst/>
              <a:rect l="l" t="t" r="r" b="b"/>
              <a:pathLst>
                <a:path w="6043" h="4220" extrusionOk="0">
                  <a:moveTo>
                    <a:pt x="1074" y="1"/>
                  </a:moveTo>
                  <a:cubicBezTo>
                    <a:pt x="1046" y="1"/>
                    <a:pt x="1018" y="6"/>
                    <a:pt x="993" y="18"/>
                  </a:cubicBezTo>
                  <a:cubicBezTo>
                    <a:pt x="913" y="52"/>
                    <a:pt x="819" y="177"/>
                    <a:pt x="778" y="352"/>
                  </a:cubicBezTo>
                  <a:cubicBezTo>
                    <a:pt x="754" y="443"/>
                    <a:pt x="747" y="546"/>
                    <a:pt x="761" y="660"/>
                  </a:cubicBezTo>
                  <a:cubicBezTo>
                    <a:pt x="801" y="992"/>
                    <a:pt x="1027" y="1147"/>
                    <a:pt x="1027" y="1147"/>
                  </a:cubicBezTo>
                  <a:lnTo>
                    <a:pt x="1" y="1904"/>
                  </a:lnTo>
                  <a:cubicBezTo>
                    <a:pt x="1" y="1904"/>
                    <a:pt x="433" y="2838"/>
                    <a:pt x="624" y="3115"/>
                  </a:cubicBezTo>
                  <a:cubicBezTo>
                    <a:pt x="813" y="3391"/>
                    <a:pt x="1004" y="3668"/>
                    <a:pt x="1431" y="3785"/>
                  </a:cubicBezTo>
                  <a:cubicBezTo>
                    <a:pt x="1565" y="3822"/>
                    <a:pt x="1681" y="3833"/>
                    <a:pt x="1785" y="3833"/>
                  </a:cubicBezTo>
                  <a:cubicBezTo>
                    <a:pt x="1930" y="3833"/>
                    <a:pt x="2050" y="3812"/>
                    <a:pt x="2156" y="3812"/>
                  </a:cubicBezTo>
                  <a:cubicBezTo>
                    <a:pt x="2215" y="3812"/>
                    <a:pt x="2270" y="3818"/>
                    <a:pt x="2323" y="3839"/>
                  </a:cubicBezTo>
                  <a:cubicBezTo>
                    <a:pt x="2505" y="3912"/>
                    <a:pt x="3627" y="4220"/>
                    <a:pt x="4254" y="4220"/>
                  </a:cubicBezTo>
                  <a:cubicBezTo>
                    <a:pt x="4369" y="4220"/>
                    <a:pt x="4467" y="4209"/>
                    <a:pt x="4540" y="4185"/>
                  </a:cubicBezTo>
                  <a:cubicBezTo>
                    <a:pt x="4618" y="4159"/>
                    <a:pt x="4714" y="4084"/>
                    <a:pt x="4817" y="3974"/>
                  </a:cubicBezTo>
                  <a:cubicBezTo>
                    <a:pt x="5332" y="3428"/>
                    <a:pt x="6043" y="2058"/>
                    <a:pt x="5757" y="2050"/>
                  </a:cubicBezTo>
                  <a:cubicBezTo>
                    <a:pt x="5732" y="2049"/>
                    <a:pt x="5699" y="2049"/>
                    <a:pt x="5658" y="2049"/>
                  </a:cubicBezTo>
                  <a:cubicBezTo>
                    <a:pt x="5358" y="2049"/>
                    <a:pt x="4654" y="2067"/>
                    <a:pt x="4076" y="2067"/>
                  </a:cubicBezTo>
                  <a:cubicBezTo>
                    <a:pt x="3629" y="2067"/>
                    <a:pt x="3257" y="2056"/>
                    <a:pt x="3202" y="2018"/>
                  </a:cubicBezTo>
                  <a:cubicBezTo>
                    <a:pt x="3068" y="1919"/>
                    <a:pt x="2407" y="1043"/>
                    <a:pt x="2231" y="867"/>
                  </a:cubicBezTo>
                  <a:cubicBezTo>
                    <a:pt x="2057" y="690"/>
                    <a:pt x="1427" y="660"/>
                    <a:pt x="1427" y="660"/>
                  </a:cubicBezTo>
                  <a:cubicBezTo>
                    <a:pt x="1427" y="660"/>
                    <a:pt x="1297" y="441"/>
                    <a:pt x="1291" y="240"/>
                  </a:cubicBezTo>
                  <a:cubicBezTo>
                    <a:pt x="1286" y="81"/>
                    <a:pt x="1178" y="1"/>
                    <a:pt x="1074" y="1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825;p69">
              <a:extLst>
                <a:ext uri="{FF2B5EF4-FFF2-40B4-BE49-F238E27FC236}">
                  <a16:creationId xmlns:a16="http://schemas.microsoft.com/office/drawing/2014/main" id="{2DD8AB9A-8088-CCF6-6681-EB669C9F2734}"/>
                </a:ext>
              </a:extLst>
            </p:cNvPr>
            <p:cNvSpPr/>
            <p:nvPr/>
          </p:nvSpPr>
          <p:spPr>
            <a:xfrm>
              <a:off x="2911168" y="4497895"/>
              <a:ext cx="394222" cy="214591"/>
            </a:xfrm>
            <a:custGeom>
              <a:avLst/>
              <a:gdLst/>
              <a:ahLst/>
              <a:cxnLst/>
              <a:rect l="l" t="t" r="r" b="b"/>
              <a:pathLst>
                <a:path w="7905" h="4303" extrusionOk="0">
                  <a:moveTo>
                    <a:pt x="716" y="0"/>
                  </a:moveTo>
                  <a:cubicBezTo>
                    <a:pt x="703" y="0"/>
                    <a:pt x="690" y="1"/>
                    <a:pt x="680" y="2"/>
                  </a:cubicBezTo>
                  <a:cubicBezTo>
                    <a:pt x="171" y="73"/>
                    <a:pt x="89" y="452"/>
                    <a:pt x="89" y="452"/>
                  </a:cubicBezTo>
                  <a:cubicBezTo>
                    <a:pt x="89" y="452"/>
                    <a:pt x="0" y="1073"/>
                    <a:pt x="32" y="1221"/>
                  </a:cubicBezTo>
                  <a:cubicBezTo>
                    <a:pt x="63" y="1367"/>
                    <a:pt x="168" y="2131"/>
                    <a:pt x="1465" y="2750"/>
                  </a:cubicBezTo>
                  <a:cubicBezTo>
                    <a:pt x="2229" y="3115"/>
                    <a:pt x="2807" y="3182"/>
                    <a:pt x="3200" y="3182"/>
                  </a:cubicBezTo>
                  <a:cubicBezTo>
                    <a:pt x="3424" y="3182"/>
                    <a:pt x="3588" y="3160"/>
                    <a:pt x="3692" y="3160"/>
                  </a:cubicBezTo>
                  <a:cubicBezTo>
                    <a:pt x="3714" y="3160"/>
                    <a:pt x="3734" y="3161"/>
                    <a:pt x="3750" y="3163"/>
                  </a:cubicBezTo>
                  <a:cubicBezTo>
                    <a:pt x="3980" y="3197"/>
                    <a:pt x="4455" y="3343"/>
                    <a:pt x="4472" y="3451"/>
                  </a:cubicBezTo>
                  <a:cubicBezTo>
                    <a:pt x="4489" y="3557"/>
                    <a:pt x="4573" y="3703"/>
                    <a:pt x="4573" y="3703"/>
                  </a:cubicBezTo>
                  <a:cubicBezTo>
                    <a:pt x="4573" y="3703"/>
                    <a:pt x="5395" y="4162"/>
                    <a:pt x="5936" y="4266"/>
                  </a:cubicBezTo>
                  <a:cubicBezTo>
                    <a:pt x="6064" y="4291"/>
                    <a:pt x="6191" y="4302"/>
                    <a:pt x="6315" y="4302"/>
                  </a:cubicBezTo>
                  <a:cubicBezTo>
                    <a:pt x="6721" y="4302"/>
                    <a:pt x="7102" y="4184"/>
                    <a:pt x="7394" y="4020"/>
                  </a:cubicBezTo>
                  <a:cubicBezTo>
                    <a:pt x="7777" y="3806"/>
                    <a:pt x="7903" y="3546"/>
                    <a:pt x="7897" y="3305"/>
                  </a:cubicBezTo>
                  <a:cubicBezTo>
                    <a:pt x="7890" y="3063"/>
                    <a:pt x="7876" y="2607"/>
                    <a:pt x="7876" y="2607"/>
                  </a:cubicBezTo>
                  <a:cubicBezTo>
                    <a:pt x="7876" y="2607"/>
                    <a:pt x="7905" y="2256"/>
                    <a:pt x="7074" y="1931"/>
                  </a:cubicBezTo>
                  <a:cubicBezTo>
                    <a:pt x="6261" y="1613"/>
                    <a:pt x="1392" y="0"/>
                    <a:pt x="7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826;p69">
              <a:extLst>
                <a:ext uri="{FF2B5EF4-FFF2-40B4-BE49-F238E27FC236}">
                  <a16:creationId xmlns:a16="http://schemas.microsoft.com/office/drawing/2014/main" id="{AAB8B23C-3521-BC36-9738-9AD6CC0D0929}"/>
                </a:ext>
              </a:extLst>
            </p:cNvPr>
            <p:cNvSpPr/>
            <p:nvPr/>
          </p:nvSpPr>
          <p:spPr>
            <a:xfrm>
              <a:off x="3180413" y="4323153"/>
              <a:ext cx="345300" cy="227607"/>
            </a:xfrm>
            <a:custGeom>
              <a:avLst/>
              <a:gdLst/>
              <a:ahLst/>
              <a:cxnLst/>
              <a:rect l="l" t="t" r="r" b="b"/>
              <a:pathLst>
                <a:path w="6924" h="4564" extrusionOk="0">
                  <a:moveTo>
                    <a:pt x="1482" y="0"/>
                  </a:moveTo>
                  <a:cubicBezTo>
                    <a:pt x="1451" y="0"/>
                    <a:pt x="1421" y="3"/>
                    <a:pt x="1392" y="9"/>
                  </a:cubicBezTo>
                  <a:cubicBezTo>
                    <a:pt x="1371" y="12"/>
                    <a:pt x="1351" y="18"/>
                    <a:pt x="1329" y="22"/>
                  </a:cubicBezTo>
                  <a:cubicBezTo>
                    <a:pt x="882" y="141"/>
                    <a:pt x="351" y="648"/>
                    <a:pt x="305" y="707"/>
                  </a:cubicBezTo>
                  <a:cubicBezTo>
                    <a:pt x="274" y="745"/>
                    <a:pt x="94" y="1155"/>
                    <a:pt x="34" y="1490"/>
                  </a:cubicBezTo>
                  <a:cubicBezTo>
                    <a:pt x="0" y="1674"/>
                    <a:pt x="3" y="1839"/>
                    <a:pt x="88" y="1904"/>
                  </a:cubicBezTo>
                  <a:cubicBezTo>
                    <a:pt x="326" y="2088"/>
                    <a:pt x="1402" y="2600"/>
                    <a:pt x="1857" y="2687"/>
                  </a:cubicBezTo>
                  <a:cubicBezTo>
                    <a:pt x="2315" y="2773"/>
                    <a:pt x="3086" y="2890"/>
                    <a:pt x="3280" y="2945"/>
                  </a:cubicBezTo>
                  <a:cubicBezTo>
                    <a:pt x="3354" y="2968"/>
                    <a:pt x="3426" y="3020"/>
                    <a:pt x="3501" y="3086"/>
                  </a:cubicBezTo>
                  <a:cubicBezTo>
                    <a:pt x="3618" y="3196"/>
                    <a:pt x="3740" y="3339"/>
                    <a:pt x="3880" y="3451"/>
                  </a:cubicBezTo>
                  <a:cubicBezTo>
                    <a:pt x="4107" y="3637"/>
                    <a:pt x="4424" y="4434"/>
                    <a:pt x="5366" y="4546"/>
                  </a:cubicBezTo>
                  <a:cubicBezTo>
                    <a:pt x="5467" y="4558"/>
                    <a:pt x="5563" y="4564"/>
                    <a:pt x="5654" y="4564"/>
                  </a:cubicBezTo>
                  <a:cubicBezTo>
                    <a:pt x="6404" y="4564"/>
                    <a:pt x="6784" y="4183"/>
                    <a:pt x="6850" y="3966"/>
                  </a:cubicBezTo>
                  <a:cubicBezTo>
                    <a:pt x="6924" y="3722"/>
                    <a:pt x="6910" y="3277"/>
                    <a:pt x="6821" y="3008"/>
                  </a:cubicBezTo>
                  <a:cubicBezTo>
                    <a:pt x="6807" y="2965"/>
                    <a:pt x="6787" y="2923"/>
                    <a:pt x="6765" y="2885"/>
                  </a:cubicBezTo>
                  <a:cubicBezTo>
                    <a:pt x="6647" y="2682"/>
                    <a:pt x="6442" y="2545"/>
                    <a:pt x="6442" y="2545"/>
                  </a:cubicBezTo>
                  <a:cubicBezTo>
                    <a:pt x="6442" y="2545"/>
                    <a:pt x="4996" y="1781"/>
                    <a:pt x="3898" y="1213"/>
                  </a:cubicBezTo>
                  <a:cubicBezTo>
                    <a:pt x="3281" y="891"/>
                    <a:pt x="2775" y="630"/>
                    <a:pt x="2701" y="604"/>
                  </a:cubicBezTo>
                  <a:cubicBezTo>
                    <a:pt x="2531" y="541"/>
                    <a:pt x="2041" y="98"/>
                    <a:pt x="1617" y="15"/>
                  </a:cubicBezTo>
                  <a:cubicBezTo>
                    <a:pt x="1571" y="6"/>
                    <a:pt x="1525" y="0"/>
                    <a:pt x="1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827;p69">
              <a:extLst>
                <a:ext uri="{FF2B5EF4-FFF2-40B4-BE49-F238E27FC236}">
                  <a16:creationId xmlns:a16="http://schemas.microsoft.com/office/drawing/2014/main" id="{4B35A242-27A8-E0BC-CDCF-46223AAFDD5E}"/>
                </a:ext>
              </a:extLst>
            </p:cNvPr>
            <p:cNvSpPr/>
            <p:nvPr/>
          </p:nvSpPr>
          <p:spPr>
            <a:xfrm>
              <a:off x="2915607" y="4476102"/>
              <a:ext cx="387191" cy="199530"/>
            </a:xfrm>
            <a:custGeom>
              <a:avLst/>
              <a:gdLst/>
              <a:ahLst/>
              <a:cxnLst/>
              <a:rect l="l" t="t" r="r" b="b"/>
              <a:pathLst>
                <a:path w="7764" h="4001" extrusionOk="0">
                  <a:moveTo>
                    <a:pt x="5293" y="1"/>
                  </a:moveTo>
                  <a:cubicBezTo>
                    <a:pt x="5113" y="1"/>
                    <a:pt x="4934" y="14"/>
                    <a:pt x="4763" y="46"/>
                  </a:cubicBezTo>
                  <a:cubicBezTo>
                    <a:pt x="4106" y="167"/>
                    <a:pt x="3364" y="292"/>
                    <a:pt x="2773" y="292"/>
                  </a:cubicBezTo>
                  <a:cubicBezTo>
                    <a:pt x="2592" y="292"/>
                    <a:pt x="2426" y="280"/>
                    <a:pt x="2280" y="253"/>
                  </a:cubicBezTo>
                  <a:cubicBezTo>
                    <a:pt x="2280" y="253"/>
                    <a:pt x="1352" y="167"/>
                    <a:pt x="876" y="167"/>
                  </a:cubicBezTo>
                  <a:cubicBezTo>
                    <a:pt x="767" y="167"/>
                    <a:pt x="682" y="171"/>
                    <a:pt x="637" y="183"/>
                  </a:cubicBezTo>
                  <a:cubicBezTo>
                    <a:pt x="397" y="244"/>
                    <a:pt x="0" y="441"/>
                    <a:pt x="53" y="1278"/>
                  </a:cubicBezTo>
                  <a:cubicBezTo>
                    <a:pt x="105" y="2113"/>
                    <a:pt x="751" y="2561"/>
                    <a:pt x="1451" y="2833"/>
                  </a:cubicBezTo>
                  <a:cubicBezTo>
                    <a:pt x="1982" y="3041"/>
                    <a:pt x="2072" y="3097"/>
                    <a:pt x="3180" y="3265"/>
                  </a:cubicBezTo>
                  <a:cubicBezTo>
                    <a:pt x="3574" y="3325"/>
                    <a:pt x="4132" y="3405"/>
                    <a:pt x="4480" y="3522"/>
                  </a:cubicBezTo>
                  <a:cubicBezTo>
                    <a:pt x="5100" y="3730"/>
                    <a:pt x="5460" y="3988"/>
                    <a:pt x="5904" y="3988"/>
                  </a:cubicBezTo>
                  <a:cubicBezTo>
                    <a:pt x="5909" y="3988"/>
                    <a:pt x="5914" y="3988"/>
                    <a:pt x="5919" y="3988"/>
                  </a:cubicBezTo>
                  <a:cubicBezTo>
                    <a:pt x="6499" y="3982"/>
                    <a:pt x="7136" y="4000"/>
                    <a:pt x="7450" y="3471"/>
                  </a:cubicBezTo>
                  <a:cubicBezTo>
                    <a:pt x="7764" y="2941"/>
                    <a:pt x="7641" y="2779"/>
                    <a:pt x="7625" y="2187"/>
                  </a:cubicBezTo>
                  <a:cubicBezTo>
                    <a:pt x="7593" y="870"/>
                    <a:pt x="7493" y="682"/>
                    <a:pt x="7039" y="403"/>
                  </a:cubicBezTo>
                  <a:cubicBezTo>
                    <a:pt x="6742" y="219"/>
                    <a:pt x="6011" y="1"/>
                    <a:pt x="52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828;p69">
              <a:extLst>
                <a:ext uri="{FF2B5EF4-FFF2-40B4-BE49-F238E27FC236}">
                  <a16:creationId xmlns:a16="http://schemas.microsoft.com/office/drawing/2014/main" id="{4A7AF61C-1451-0F2A-EDCB-44C3D28CDB04}"/>
                </a:ext>
              </a:extLst>
            </p:cNvPr>
            <p:cNvSpPr/>
            <p:nvPr/>
          </p:nvSpPr>
          <p:spPr>
            <a:xfrm>
              <a:off x="3175725" y="4319562"/>
              <a:ext cx="342806" cy="197236"/>
            </a:xfrm>
            <a:custGeom>
              <a:avLst/>
              <a:gdLst/>
              <a:ahLst/>
              <a:cxnLst/>
              <a:rect l="l" t="t" r="r" b="b"/>
              <a:pathLst>
                <a:path w="6874" h="3955" extrusionOk="0">
                  <a:moveTo>
                    <a:pt x="4144" y="0"/>
                  </a:moveTo>
                  <a:cubicBezTo>
                    <a:pt x="4140" y="0"/>
                    <a:pt x="4136" y="0"/>
                    <a:pt x="4132" y="1"/>
                  </a:cubicBezTo>
                  <a:cubicBezTo>
                    <a:pt x="4127" y="0"/>
                    <a:pt x="4122" y="0"/>
                    <a:pt x="4117" y="0"/>
                  </a:cubicBezTo>
                  <a:cubicBezTo>
                    <a:pt x="3892" y="0"/>
                    <a:pt x="3754" y="164"/>
                    <a:pt x="3472" y="181"/>
                  </a:cubicBezTo>
                  <a:cubicBezTo>
                    <a:pt x="3456" y="181"/>
                    <a:pt x="3435" y="181"/>
                    <a:pt x="3409" y="181"/>
                  </a:cubicBezTo>
                  <a:cubicBezTo>
                    <a:pt x="3396" y="181"/>
                    <a:pt x="3381" y="181"/>
                    <a:pt x="3366" y="181"/>
                  </a:cubicBezTo>
                  <a:cubicBezTo>
                    <a:pt x="3069" y="165"/>
                    <a:pt x="2366" y="85"/>
                    <a:pt x="1729" y="85"/>
                  </a:cubicBezTo>
                  <a:cubicBezTo>
                    <a:pt x="1723" y="85"/>
                    <a:pt x="1717" y="85"/>
                    <a:pt x="1711" y="85"/>
                  </a:cubicBezTo>
                  <a:cubicBezTo>
                    <a:pt x="1612" y="87"/>
                    <a:pt x="1516" y="88"/>
                    <a:pt x="1423" y="94"/>
                  </a:cubicBezTo>
                  <a:cubicBezTo>
                    <a:pt x="1088" y="111"/>
                    <a:pt x="797" y="161"/>
                    <a:pt x="625" y="268"/>
                  </a:cubicBezTo>
                  <a:cubicBezTo>
                    <a:pt x="171" y="548"/>
                    <a:pt x="0" y="1147"/>
                    <a:pt x="128" y="1562"/>
                  </a:cubicBezTo>
                  <a:cubicBezTo>
                    <a:pt x="164" y="1682"/>
                    <a:pt x="223" y="1785"/>
                    <a:pt x="310" y="1862"/>
                  </a:cubicBezTo>
                  <a:cubicBezTo>
                    <a:pt x="694" y="2203"/>
                    <a:pt x="2580" y="2517"/>
                    <a:pt x="3261" y="2689"/>
                  </a:cubicBezTo>
                  <a:cubicBezTo>
                    <a:pt x="3375" y="2717"/>
                    <a:pt x="3481" y="2762"/>
                    <a:pt x="3583" y="2817"/>
                  </a:cubicBezTo>
                  <a:cubicBezTo>
                    <a:pt x="4087" y="3086"/>
                    <a:pt x="4478" y="3623"/>
                    <a:pt x="5175" y="3869"/>
                  </a:cubicBezTo>
                  <a:cubicBezTo>
                    <a:pt x="5345" y="3930"/>
                    <a:pt x="5512" y="3955"/>
                    <a:pt x="5670" y="3955"/>
                  </a:cubicBezTo>
                  <a:cubicBezTo>
                    <a:pt x="6287" y="3955"/>
                    <a:pt x="6773" y="3574"/>
                    <a:pt x="6825" y="3435"/>
                  </a:cubicBezTo>
                  <a:cubicBezTo>
                    <a:pt x="6862" y="3334"/>
                    <a:pt x="6873" y="3198"/>
                    <a:pt x="6859" y="2957"/>
                  </a:cubicBezTo>
                  <a:cubicBezTo>
                    <a:pt x="6849" y="2785"/>
                    <a:pt x="6824" y="2560"/>
                    <a:pt x="6789" y="2257"/>
                  </a:cubicBezTo>
                  <a:cubicBezTo>
                    <a:pt x="6718" y="1650"/>
                    <a:pt x="6710" y="1483"/>
                    <a:pt x="6536" y="1125"/>
                  </a:cubicBezTo>
                  <a:cubicBezTo>
                    <a:pt x="6502" y="1056"/>
                    <a:pt x="6461" y="977"/>
                    <a:pt x="6413" y="887"/>
                  </a:cubicBezTo>
                  <a:cubicBezTo>
                    <a:pt x="6221" y="528"/>
                    <a:pt x="4492" y="59"/>
                    <a:pt x="4207" y="8"/>
                  </a:cubicBezTo>
                  <a:cubicBezTo>
                    <a:pt x="4186" y="3"/>
                    <a:pt x="4164" y="0"/>
                    <a:pt x="4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829;p69">
              <a:extLst>
                <a:ext uri="{FF2B5EF4-FFF2-40B4-BE49-F238E27FC236}">
                  <a16:creationId xmlns:a16="http://schemas.microsoft.com/office/drawing/2014/main" id="{67AF5940-51F3-4576-6C1C-5BF3F73D198A}"/>
                </a:ext>
              </a:extLst>
            </p:cNvPr>
            <p:cNvSpPr/>
            <p:nvPr/>
          </p:nvSpPr>
          <p:spPr>
            <a:xfrm>
              <a:off x="3087107" y="4476551"/>
              <a:ext cx="207659" cy="102283"/>
            </a:xfrm>
            <a:custGeom>
              <a:avLst/>
              <a:gdLst/>
              <a:ahLst/>
              <a:cxnLst/>
              <a:rect l="l" t="t" r="r" b="b"/>
              <a:pathLst>
                <a:path w="4164" h="2051" extrusionOk="0">
                  <a:moveTo>
                    <a:pt x="1952" y="1"/>
                  </a:moveTo>
                  <a:cubicBezTo>
                    <a:pt x="1502" y="1"/>
                    <a:pt x="1028" y="92"/>
                    <a:pt x="579" y="324"/>
                  </a:cubicBezTo>
                  <a:cubicBezTo>
                    <a:pt x="579" y="324"/>
                    <a:pt x="1" y="927"/>
                    <a:pt x="921" y="1469"/>
                  </a:cubicBezTo>
                  <a:cubicBezTo>
                    <a:pt x="1595" y="1865"/>
                    <a:pt x="2262" y="2050"/>
                    <a:pt x="2801" y="2050"/>
                  </a:cubicBezTo>
                  <a:cubicBezTo>
                    <a:pt x="2997" y="2050"/>
                    <a:pt x="3176" y="2026"/>
                    <a:pt x="3333" y="1978"/>
                  </a:cubicBezTo>
                  <a:cubicBezTo>
                    <a:pt x="3920" y="1796"/>
                    <a:pt x="4163" y="1598"/>
                    <a:pt x="4063" y="930"/>
                  </a:cubicBezTo>
                  <a:cubicBezTo>
                    <a:pt x="4005" y="551"/>
                    <a:pt x="3053" y="1"/>
                    <a:pt x="1952" y="1"/>
                  </a:cubicBezTo>
                  <a:close/>
                </a:path>
              </a:pathLst>
            </a:custGeom>
            <a:solidFill>
              <a:srgbClr val="312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830;p69">
              <a:extLst>
                <a:ext uri="{FF2B5EF4-FFF2-40B4-BE49-F238E27FC236}">
                  <a16:creationId xmlns:a16="http://schemas.microsoft.com/office/drawing/2014/main" id="{C4C44E3B-B1F3-608B-FE19-4EC7321D9493}"/>
                </a:ext>
              </a:extLst>
            </p:cNvPr>
            <p:cNvSpPr/>
            <p:nvPr/>
          </p:nvSpPr>
          <p:spPr>
            <a:xfrm>
              <a:off x="3334360" y="4326793"/>
              <a:ext cx="170406" cy="98094"/>
            </a:xfrm>
            <a:custGeom>
              <a:avLst/>
              <a:gdLst/>
              <a:ahLst/>
              <a:cxnLst/>
              <a:rect l="l" t="t" r="r" b="b"/>
              <a:pathLst>
                <a:path w="3417" h="1967" extrusionOk="0">
                  <a:moveTo>
                    <a:pt x="789" y="1"/>
                  </a:moveTo>
                  <a:cubicBezTo>
                    <a:pt x="665" y="1"/>
                    <a:pt x="617" y="16"/>
                    <a:pt x="617" y="16"/>
                  </a:cubicBezTo>
                  <a:cubicBezTo>
                    <a:pt x="142" y="154"/>
                    <a:pt x="0" y="619"/>
                    <a:pt x="257" y="851"/>
                  </a:cubicBezTo>
                  <a:cubicBezTo>
                    <a:pt x="514" y="1083"/>
                    <a:pt x="842" y="1391"/>
                    <a:pt x="1751" y="1775"/>
                  </a:cubicBezTo>
                  <a:cubicBezTo>
                    <a:pt x="2070" y="1911"/>
                    <a:pt x="2344" y="1967"/>
                    <a:pt x="2569" y="1967"/>
                  </a:cubicBezTo>
                  <a:cubicBezTo>
                    <a:pt x="2986" y="1967"/>
                    <a:pt x="3237" y="1774"/>
                    <a:pt x="3308" y="1537"/>
                  </a:cubicBezTo>
                  <a:cubicBezTo>
                    <a:pt x="3417" y="1169"/>
                    <a:pt x="3334" y="934"/>
                    <a:pt x="3101" y="715"/>
                  </a:cubicBezTo>
                  <a:cubicBezTo>
                    <a:pt x="2869" y="497"/>
                    <a:pt x="2539" y="325"/>
                    <a:pt x="1700" y="132"/>
                  </a:cubicBezTo>
                  <a:cubicBezTo>
                    <a:pt x="1231" y="25"/>
                    <a:pt x="948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831;p69">
              <a:extLst>
                <a:ext uri="{FF2B5EF4-FFF2-40B4-BE49-F238E27FC236}">
                  <a16:creationId xmlns:a16="http://schemas.microsoft.com/office/drawing/2014/main" id="{49C73428-14C1-7E8E-DD04-EC9D61656DFB}"/>
                </a:ext>
              </a:extLst>
            </p:cNvPr>
            <p:cNvSpPr/>
            <p:nvPr/>
          </p:nvSpPr>
          <p:spPr>
            <a:xfrm>
              <a:off x="3277658" y="3096813"/>
              <a:ext cx="285256" cy="1314424"/>
            </a:xfrm>
            <a:custGeom>
              <a:avLst/>
              <a:gdLst/>
              <a:ahLst/>
              <a:cxnLst/>
              <a:rect l="l" t="t" r="r" b="b"/>
              <a:pathLst>
                <a:path w="5720" h="26357" extrusionOk="0">
                  <a:moveTo>
                    <a:pt x="953" y="14730"/>
                  </a:moveTo>
                  <a:cubicBezTo>
                    <a:pt x="1479" y="16678"/>
                    <a:pt x="1364" y="24533"/>
                    <a:pt x="1364" y="24533"/>
                  </a:cubicBezTo>
                  <a:cubicBezTo>
                    <a:pt x="1364" y="24533"/>
                    <a:pt x="1325" y="24593"/>
                    <a:pt x="1322" y="24700"/>
                  </a:cubicBezTo>
                  <a:cubicBezTo>
                    <a:pt x="1314" y="24890"/>
                    <a:pt x="1416" y="25235"/>
                    <a:pt x="2036" y="25672"/>
                  </a:cubicBezTo>
                  <a:cubicBezTo>
                    <a:pt x="3006" y="26356"/>
                    <a:pt x="4162" y="26098"/>
                    <a:pt x="4489" y="25807"/>
                  </a:cubicBezTo>
                  <a:cubicBezTo>
                    <a:pt x="4488" y="25756"/>
                    <a:pt x="4489" y="25702"/>
                    <a:pt x="4492" y="25646"/>
                  </a:cubicBezTo>
                  <a:cubicBezTo>
                    <a:pt x="4534" y="24536"/>
                    <a:pt x="5049" y="20105"/>
                    <a:pt x="5057" y="17267"/>
                  </a:cubicBezTo>
                  <a:cubicBezTo>
                    <a:pt x="5065" y="14281"/>
                    <a:pt x="3912" y="13551"/>
                    <a:pt x="4566" y="9877"/>
                  </a:cubicBezTo>
                  <a:cubicBezTo>
                    <a:pt x="4635" y="9490"/>
                    <a:pt x="4655" y="9121"/>
                    <a:pt x="4765" y="8799"/>
                  </a:cubicBezTo>
                  <a:cubicBezTo>
                    <a:pt x="5200" y="7499"/>
                    <a:pt x="5720" y="6683"/>
                    <a:pt x="5663" y="4592"/>
                  </a:cubicBezTo>
                  <a:cubicBezTo>
                    <a:pt x="5661" y="4531"/>
                    <a:pt x="5658" y="4468"/>
                    <a:pt x="5655" y="4403"/>
                  </a:cubicBezTo>
                  <a:cubicBezTo>
                    <a:pt x="5643" y="4114"/>
                    <a:pt x="5620" y="3801"/>
                    <a:pt x="5586" y="3460"/>
                  </a:cubicBezTo>
                  <a:cubicBezTo>
                    <a:pt x="5578" y="3389"/>
                    <a:pt x="5571" y="3319"/>
                    <a:pt x="5561" y="3245"/>
                  </a:cubicBezTo>
                  <a:cubicBezTo>
                    <a:pt x="5543" y="3082"/>
                    <a:pt x="5521" y="2911"/>
                    <a:pt x="5497" y="2734"/>
                  </a:cubicBezTo>
                  <a:cubicBezTo>
                    <a:pt x="5125" y="39"/>
                    <a:pt x="3226" y="1"/>
                    <a:pt x="3226" y="1"/>
                  </a:cubicBezTo>
                  <a:cubicBezTo>
                    <a:pt x="3226" y="1"/>
                    <a:pt x="195" y="1566"/>
                    <a:pt x="22" y="4857"/>
                  </a:cubicBezTo>
                  <a:cubicBezTo>
                    <a:pt x="19" y="4894"/>
                    <a:pt x="18" y="4931"/>
                    <a:pt x="16" y="4967"/>
                  </a:cubicBezTo>
                  <a:cubicBezTo>
                    <a:pt x="8" y="5192"/>
                    <a:pt x="5" y="5421"/>
                    <a:pt x="4" y="5655"/>
                  </a:cubicBezTo>
                  <a:cubicBezTo>
                    <a:pt x="2" y="5712"/>
                    <a:pt x="2" y="5769"/>
                    <a:pt x="2" y="5826"/>
                  </a:cubicBezTo>
                  <a:cubicBezTo>
                    <a:pt x="1" y="6038"/>
                    <a:pt x="2" y="6252"/>
                    <a:pt x="5" y="6469"/>
                  </a:cubicBezTo>
                  <a:lnTo>
                    <a:pt x="10" y="6630"/>
                  </a:lnTo>
                  <a:cubicBezTo>
                    <a:pt x="70" y="9676"/>
                    <a:pt x="510" y="13089"/>
                    <a:pt x="953" y="147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832;p69">
              <a:extLst>
                <a:ext uri="{FF2B5EF4-FFF2-40B4-BE49-F238E27FC236}">
                  <a16:creationId xmlns:a16="http://schemas.microsoft.com/office/drawing/2014/main" id="{38195294-829B-7DF9-72E3-B49F409DEBB6}"/>
                </a:ext>
              </a:extLst>
            </p:cNvPr>
            <p:cNvSpPr/>
            <p:nvPr/>
          </p:nvSpPr>
          <p:spPr>
            <a:xfrm>
              <a:off x="3035443" y="3228918"/>
              <a:ext cx="374773" cy="1355666"/>
            </a:xfrm>
            <a:custGeom>
              <a:avLst/>
              <a:gdLst/>
              <a:ahLst/>
              <a:cxnLst/>
              <a:rect l="l" t="t" r="r" b="b"/>
              <a:pathLst>
                <a:path w="7515" h="27184" extrusionOk="0">
                  <a:moveTo>
                    <a:pt x="7511" y="3357"/>
                  </a:moveTo>
                  <a:cubicBezTo>
                    <a:pt x="7511" y="3406"/>
                    <a:pt x="7508" y="3454"/>
                    <a:pt x="7507" y="3501"/>
                  </a:cubicBezTo>
                  <a:cubicBezTo>
                    <a:pt x="7500" y="3791"/>
                    <a:pt x="7479" y="4092"/>
                    <a:pt x="7439" y="4404"/>
                  </a:cubicBezTo>
                  <a:cubicBezTo>
                    <a:pt x="7148" y="6753"/>
                    <a:pt x="5898" y="7056"/>
                    <a:pt x="5716" y="8937"/>
                  </a:cubicBezTo>
                  <a:cubicBezTo>
                    <a:pt x="5531" y="10819"/>
                    <a:pt x="4844" y="13200"/>
                    <a:pt x="5213" y="15369"/>
                  </a:cubicBezTo>
                  <a:cubicBezTo>
                    <a:pt x="5585" y="17536"/>
                    <a:pt x="5333" y="26427"/>
                    <a:pt x="5333" y="26427"/>
                  </a:cubicBezTo>
                  <a:cubicBezTo>
                    <a:pt x="5333" y="26427"/>
                    <a:pt x="5079" y="27184"/>
                    <a:pt x="3307" y="26930"/>
                  </a:cubicBezTo>
                  <a:cubicBezTo>
                    <a:pt x="2586" y="26828"/>
                    <a:pt x="2154" y="26636"/>
                    <a:pt x="1886" y="26419"/>
                  </a:cubicBezTo>
                  <a:cubicBezTo>
                    <a:pt x="1821" y="26368"/>
                    <a:pt x="1769" y="26314"/>
                    <a:pt x="1723" y="26261"/>
                  </a:cubicBezTo>
                  <a:cubicBezTo>
                    <a:pt x="1488" y="25991"/>
                    <a:pt x="1461" y="25713"/>
                    <a:pt x="1426" y="25550"/>
                  </a:cubicBezTo>
                  <a:cubicBezTo>
                    <a:pt x="1360" y="25222"/>
                    <a:pt x="1258" y="13675"/>
                    <a:pt x="1009" y="11960"/>
                  </a:cubicBezTo>
                  <a:cubicBezTo>
                    <a:pt x="769" y="10302"/>
                    <a:pt x="0" y="5981"/>
                    <a:pt x="309" y="3112"/>
                  </a:cubicBezTo>
                  <a:cubicBezTo>
                    <a:pt x="315" y="3055"/>
                    <a:pt x="323" y="3000"/>
                    <a:pt x="331" y="2946"/>
                  </a:cubicBezTo>
                  <a:cubicBezTo>
                    <a:pt x="334" y="2908"/>
                    <a:pt x="338" y="2871"/>
                    <a:pt x="345" y="2834"/>
                  </a:cubicBezTo>
                  <a:cubicBezTo>
                    <a:pt x="374" y="2625"/>
                    <a:pt x="432" y="2432"/>
                    <a:pt x="515" y="2254"/>
                  </a:cubicBezTo>
                  <a:cubicBezTo>
                    <a:pt x="534" y="2214"/>
                    <a:pt x="555" y="2174"/>
                    <a:pt x="577" y="2134"/>
                  </a:cubicBezTo>
                  <a:cubicBezTo>
                    <a:pt x="1752" y="0"/>
                    <a:pt x="6659" y="156"/>
                    <a:pt x="7051" y="300"/>
                  </a:cubicBezTo>
                  <a:cubicBezTo>
                    <a:pt x="7051" y="300"/>
                    <a:pt x="7388" y="1174"/>
                    <a:pt x="7485" y="2515"/>
                  </a:cubicBezTo>
                  <a:cubicBezTo>
                    <a:pt x="7490" y="2563"/>
                    <a:pt x="7493" y="2612"/>
                    <a:pt x="7496" y="2663"/>
                  </a:cubicBezTo>
                  <a:cubicBezTo>
                    <a:pt x="7508" y="2881"/>
                    <a:pt x="7514" y="3114"/>
                    <a:pt x="7511" y="33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833;p69">
              <a:extLst>
                <a:ext uri="{FF2B5EF4-FFF2-40B4-BE49-F238E27FC236}">
                  <a16:creationId xmlns:a16="http://schemas.microsoft.com/office/drawing/2014/main" id="{EE169974-89B9-20C3-C29E-3B5563812C68}"/>
                </a:ext>
              </a:extLst>
            </p:cNvPr>
            <p:cNvSpPr/>
            <p:nvPr/>
          </p:nvSpPr>
          <p:spPr>
            <a:xfrm>
              <a:off x="3444721" y="3363864"/>
              <a:ext cx="110711" cy="75802"/>
            </a:xfrm>
            <a:custGeom>
              <a:avLst/>
              <a:gdLst/>
              <a:ahLst/>
              <a:cxnLst/>
              <a:rect l="l" t="t" r="r" b="b"/>
              <a:pathLst>
                <a:path w="2220" h="1520" extrusionOk="0">
                  <a:moveTo>
                    <a:pt x="2207" y="0"/>
                  </a:moveTo>
                  <a:lnTo>
                    <a:pt x="1108" y="666"/>
                  </a:lnTo>
                  <a:lnTo>
                    <a:pt x="1" y="1065"/>
                  </a:lnTo>
                  <a:lnTo>
                    <a:pt x="15" y="1520"/>
                  </a:lnTo>
                  <a:lnTo>
                    <a:pt x="1079" y="1146"/>
                  </a:lnTo>
                  <a:lnTo>
                    <a:pt x="2219" y="383"/>
                  </a:lnTo>
                  <a:lnTo>
                    <a:pt x="22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834;p69">
              <a:extLst>
                <a:ext uri="{FF2B5EF4-FFF2-40B4-BE49-F238E27FC236}">
                  <a16:creationId xmlns:a16="http://schemas.microsoft.com/office/drawing/2014/main" id="{1D4D2B0B-3FEE-1619-F5E7-A6D5E5B485DC}"/>
                </a:ext>
              </a:extLst>
            </p:cNvPr>
            <p:cNvSpPr/>
            <p:nvPr/>
          </p:nvSpPr>
          <p:spPr>
            <a:xfrm>
              <a:off x="3205547" y="3442159"/>
              <a:ext cx="160332" cy="42190"/>
            </a:xfrm>
            <a:custGeom>
              <a:avLst/>
              <a:gdLst/>
              <a:ahLst/>
              <a:cxnLst/>
              <a:rect l="l" t="t" r="r" b="b"/>
              <a:pathLst>
                <a:path w="3215" h="846" extrusionOk="0">
                  <a:moveTo>
                    <a:pt x="3177" y="1"/>
                  </a:moveTo>
                  <a:cubicBezTo>
                    <a:pt x="2599" y="221"/>
                    <a:pt x="482" y="325"/>
                    <a:pt x="482" y="325"/>
                  </a:cubicBezTo>
                  <a:lnTo>
                    <a:pt x="1" y="341"/>
                  </a:lnTo>
                  <a:lnTo>
                    <a:pt x="16" y="845"/>
                  </a:lnTo>
                  <a:cubicBezTo>
                    <a:pt x="16" y="845"/>
                    <a:pt x="387" y="815"/>
                    <a:pt x="832" y="815"/>
                  </a:cubicBezTo>
                  <a:cubicBezTo>
                    <a:pt x="862" y="815"/>
                    <a:pt x="893" y="816"/>
                    <a:pt x="924" y="816"/>
                  </a:cubicBezTo>
                  <a:cubicBezTo>
                    <a:pt x="928" y="816"/>
                    <a:pt x="933" y="816"/>
                    <a:pt x="938" y="816"/>
                  </a:cubicBezTo>
                  <a:cubicBezTo>
                    <a:pt x="1443" y="816"/>
                    <a:pt x="3214" y="504"/>
                    <a:pt x="3214" y="504"/>
                  </a:cubicBezTo>
                  <a:lnTo>
                    <a:pt x="3205" y="242"/>
                  </a:lnTo>
                  <a:lnTo>
                    <a:pt x="317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835;p69">
              <a:extLst>
                <a:ext uri="{FF2B5EF4-FFF2-40B4-BE49-F238E27FC236}">
                  <a16:creationId xmlns:a16="http://schemas.microsoft.com/office/drawing/2014/main" id="{0D013DE2-9CCC-8059-031E-A49A6862E08E}"/>
                </a:ext>
              </a:extLst>
            </p:cNvPr>
            <p:cNvSpPr/>
            <p:nvPr/>
          </p:nvSpPr>
          <p:spPr>
            <a:xfrm>
              <a:off x="3035792" y="2349719"/>
              <a:ext cx="617141" cy="1059937"/>
            </a:xfrm>
            <a:custGeom>
              <a:avLst/>
              <a:gdLst/>
              <a:ahLst/>
              <a:cxnLst/>
              <a:rect l="l" t="t" r="r" b="b"/>
              <a:pathLst>
                <a:path w="12375" h="21254" extrusionOk="0">
                  <a:moveTo>
                    <a:pt x="9596" y="1"/>
                  </a:moveTo>
                  <a:cubicBezTo>
                    <a:pt x="9113" y="1"/>
                    <a:pt x="8693" y="46"/>
                    <a:pt x="8693" y="46"/>
                  </a:cubicBezTo>
                  <a:lnTo>
                    <a:pt x="5472" y="930"/>
                  </a:lnTo>
                  <a:cubicBezTo>
                    <a:pt x="5472" y="930"/>
                    <a:pt x="1476" y="2433"/>
                    <a:pt x="911" y="3311"/>
                  </a:cubicBezTo>
                  <a:cubicBezTo>
                    <a:pt x="522" y="3917"/>
                    <a:pt x="570" y="6243"/>
                    <a:pt x="604" y="8856"/>
                  </a:cubicBezTo>
                  <a:cubicBezTo>
                    <a:pt x="610" y="9433"/>
                    <a:pt x="616" y="10024"/>
                    <a:pt x="618" y="10613"/>
                  </a:cubicBezTo>
                  <a:cubicBezTo>
                    <a:pt x="619" y="10630"/>
                    <a:pt x="618" y="10648"/>
                    <a:pt x="618" y="10665"/>
                  </a:cubicBezTo>
                  <a:cubicBezTo>
                    <a:pt x="618" y="10932"/>
                    <a:pt x="619" y="11196"/>
                    <a:pt x="616" y="11461"/>
                  </a:cubicBezTo>
                  <a:cubicBezTo>
                    <a:pt x="616" y="11473"/>
                    <a:pt x="615" y="11487"/>
                    <a:pt x="615" y="11501"/>
                  </a:cubicBezTo>
                  <a:cubicBezTo>
                    <a:pt x="615" y="11647"/>
                    <a:pt x="613" y="11794"/>
                    <a:pt x="610" y="11939"/>
                  </a:cubicBezTo>
                  <a:cubicBezTo>
                    <a:pt x="608" y="12097"/>
                    <a:pt x="602" y="12256"/>
                    <a:pt x="599" y="12413"/>
                  </a:cubicBezTo>
                  <a:cubicBezTo>
                    <a:pt x="591" y="12724"/>
                    <a:pt x="579" y="13034"/>
                    <a:pt x="562" y="13346"/>
                  </a:cubicBezTo>
                  <a:cubicBezTo>
                    <a:pt x="538" y="13782"/>
                    <a:pt x="508" y="14217"/>
                    <a:pt x="473" y="14648"/>
                  </a:cubicBezTo>
                  <a:cubicBezTo>
                    <a:pt x="465" y="14749"/>
                    <a:pt x="456" y="14851"/>
                    <a:pt x="447" y="14952"/>
                  </a:cubicBezTo>
                  <a:cubicBezTo>
                    <a:pt x="438" y="15059"/>
                    <a:pt x="427" y="15163"/>
                    <a:pt x="418" y="15269"/>
                  </a:cubicBezTo>
                  <a:cubicBezTo>
                    <a:pt x="408" y="15372"/>
                    <a:pt x="399" y="15475"/>
                    <a:pt x="387" y="15580"/>
                  </a:cubicBezTo>
                  <a:cubicBezTo>
                    <a:pt x="319" y="16264"/>
                    <a:pt x="242" y="16921"/>
                    <a:pt x="164" y="17524"/>
                  </a:cubicBezTo>
                  <a:cubicBezTo>
                    <a:pt x="133" y="17753"/>
                    <a:pt x="98" y="17989"/>
                    <a:pt x="73" y="18223"/>
                  </a:cubicBezTo>
                  <a:cubicBezTo>
                    <a:pt x="8" y="18824"/>
                    <a:pt x="1" y="19435"/>
                    <a:pt x="244" y="19992"/>
                  </a:cubicBezTo>
                  <a:cubicBezTo>
                    <a:pt x="275" y="20062"/>
                    <a:pt x="310" y="20125"/>
                    <a:pt x="347" y="20182"/>
                  </a:cubicBezTo>
                  <a:cubicBezTo>
                    <a:pt x="376" y="20225"/>
                    <a:pt x="405" y="20264"/>
                    <a:pt x="439" y="20301"/>
                  </a:cubicBezTo>
                  <a:cubicBezTo>
                    <a:pt x="708" y="20601"/>
                    <a:pt x="1096" y="20688"/>
                    <a:pt x="1508" y="20845"/>
                  </a:cubicBezTo>
                  <a:cubicBezTo>
                    <a:pt x="2428" y="21196"/>
                    <a:pt x="3386" y="21154"/>
                    <a:pt x="4354" y="21217"/>
                  </a:cubicBezTo>
                  <a:cubicBezTo>
                    <a:pt x="4689" y="21241"/>
                    <a:pt x="5026" y="21253"/>
                    <a:pt x="5364" y="21253"/>
                  </a:cubicBezTo>
                  <a:cubicBezTo>
                    <a:pt x="6175" y="21253"/>
                    <a:pt x="6989" y="21181"/>
                    <a:pt x="7779" y="21008"/>
                  </a:cubicBezTo>
                  <a:cubicBezTo>
                    <a:pt x="8676" y="20811"/>
                    <a:pt x="9710" y="19975"/>
                    <a:pt x="10261" y="19186"/>
                  </a:cubicBezTo>
                  <a:cubicBezTo>
                    <a:pt x="10537" y="18399"/>
                    <a:pt x="10504" y="16037"/>
                    <a:pt x="10494" y="14008"/>
                  </a:cubicBezTo>
                  <a:cubicBezTo>
                    <a:pt x="10485" y="11979"/>
                    <a:pt x="10707" y="10393"/>
                    <a:pt x="11540" y="7341"/>
                  </a:cubicBezTo>
                  <a:cubicBezTo>
                    <a:pt x="12374" y="4290"/>
                    <a:pt x="12220" y="3891"/>
                    <a:pt x="12179" y="2542"/>
                  </a:cubicBezTo>
                  <a:cubicBezTo>
                    <a:pt x="12137" y="1190"/>
                    <a:pt x="11357" y="418"/>
                    <a:pt x="10744" y="153"/>
                  </a:cubicBezTo>
                  <a:cubicBezTo>
                    <a:pt x="10462" y="33"/>
                    <a:pt x="10007" y="1"/>
                    <a:pt x="95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836;p69">
              <a:extLst>
                <a:ext uri="{FF2B5EF4-FFF2-40B4-BE49-F238E27FC236}">
                  <a16:creationId xmlns:a16="http://schemas.microsoft.com/office/drawing/2014/main" id="{2D17F31A-33A1-17CA-87E3-D1CBE989AE61}"/>
                </a:ext>
              </a:extLst>
            </p:cNvPr>
            <p:cNvSpPr/>
            <p:nvPr/>
          </p:nvSpPr>
          <p:spPr>
            <a:xfrm>
              <a:off x="3035792" y="2675417"/>
              <a:ext cx="184220" cy="686710"/>
            </a:xfrm>
            <a:custGeom>
              <a:avLst/>
              <a:gdLst/>
              <a:ahLst/>
              <a:cxnLst/>
              <a:rect l="l" t="t" r="r" b="b"/>
              <a:pathLst>
                <a:path w="3694" h="13770" extrusionOk="0">
                  <a:moveTo>
                    <a:pt x="2653" y="0"/>
                  </a:moveTo>
                  <a:cubicBezTo>
                    <a:pt x="2171" y="0"/>
                    <a:pt x="1867" y="652"/>
                    <a:pt x="1867" y="652"/>
                  </a:cubicBezTo>
                  <a:cubicBezTo>
                    <a:pt x="1867" y="652"/>
                    <a:pt x="1157" y="1478"/>
                    <a:pt x="604" y="2325"/>
                  </a:cubicBezTo>
                  <a:cubicBezTo>
                    <a:pt x="610" y="2902"/>
                    <a:pt x="616" y="3491"/>
                    <a:pt x="619" y="4081"/>
                  </a:cubicBezTo>
                  <a:cubicBezTo>
                    <a:pt x="619" y="4099"/>
                    <a:pt x="618" y="4117"/>
                    <a:pt x="619" y="4134"/>
                  </a:cubicBezTo>
                  <a:cubicBezTo>
                    <a:pt x="618" y="4205"/>
                    <a:pt x="618" y="4274"/>
                    <a:pt x="618" y="4347"/>
                  </a:cubicBezTo>
                  <a:cubicBezTo>
                    <a:pt x="616" y="4542"/>
                    <a:pt x="618" y="4734"/>
                    <a:pt x="616" y="4928"/>
                  </a:cubicBezTo>
                  <a:cubicBezTo>
                    <a:pt x="616" y="4942"/>
                    <a:pt x="615" y="4956"/>
                    <a:pt x="615" y="4970"/>
                  </a:cubicBezTo>
                  <a:cubicBezTo>
                    <a:pt x="615" y="5116"/>
                    <a:pt x="613" y="5263"/>
                    <a:pt x="610" y="5408"/>
                  </a:cubicBezTo>
                  <a:cubicBezTo>
                    <a:pt x="608" y="5566"/>
                    <a:pt x="605" y="5725"/>
                    <a:pt x="599" y="5882"/>
                  </a:cubicBezTo>
                  <a:cubicBezTo>
                    <a:pt x="591" y="6191"/>
                    <a:pt x="579" y="6503"/>
                    <a:pt x="562" y="6815"/>
                  </a:cubicBezTo>
                  <a:cubicBezTo>
                    <a:pt x="539" y="7251"/>
                    <a:pt x="508" y="7686"/>
                    <a:pt x="473" y="8115"/>
                  </a:cubicBezTo>
                  <a:cubicBezTo>
                    <a:pt x="465" y="8218"/>
                    <a:pt x="456" y="8320"/>
                    <a:pt x="447" y="8421"/>
                  </a:cubicBezTo>
                  <a:cubicBezTo>
                    <a:pt x="438" y="8528"/>
                    <a:pt x="428" y="8632"/>
                    <a:pt x="418" y="8737"/>
                  </a:cubicBezTo>
                  <a:cubicBezTo>
                    <a:pt x="408" y="8841"/>
                    <a:pt x="399" y="8944"/>
                    <a:pt x="387" y="9049"/>
                  </a:cubicBezTo>
                  <a:cubicBezTo>
                    <a:pt x="319" y="9733"/>
                    <a:pt x="244" y="10390"/>
                    <a:pt x="165" y="10993"/>
                  </a:cubicBezTo>
                  <a:cubicBezTo>
                    <a:pt x="135" y="11235"/>
                    <a:pt x="104" y="11469"/>
                    <a:pt x="73" y="11692"/>
                  </a:cubicBezTo>
                  <a:cubicBezTo>
                    <a:pt x="10" y="12293"/>
                    <a:pt x="1" y="12904"/>
                    <a:pt x="244" y="13461"/>
                  </a:cubicBezTo>
                  <a:cubicBezTo>
                    <a:pt x="275" y="13531"/>
                    <a:pt x="308" y="13594"/>
                    <a:pt x="347" y="13651"/>
                  </a:cubicBezTo>
                  <a:cubicBezTo>
                    <a:pt x="375" y="13694"/>
                    <a:pt x="405" y="13733"/>
                    <a:pt x="439" y="13770"/>
                  </a:cubicBezTo>
                  <a:lnTo>
                    <a:pt x="1347" y="4837"/>
                  </a:lnTo>
                  <a:cubicBezTo>
                    <a:pt x="1877" y="3771"/>
                    <a:pt x="3694" y="1006"/>
                    <a:pt x="3694" y="1006"/>
                  </a:cubicBezTo>
                  <a:cubicBezTo>
                    <a:pt x="3301" y="239"/>
                    <a:pt x="2944" y="0"/>
                    <a:pt x="26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837;p69">
              <a:extLst>
                <a:ext uri="{FF2B5EF4-FFF2-40B4-BE49-F238E27FC236}">
                  <a16:creationId xmlns:a16="http://schemas.microsoft.com/office/drawing/2014/main" id="{4F7AB4B1-5D01-194B-DB6B-907D9C43A268}"/>
                </a:ext>
              </a:extLst>
            </p:cNvPr>
            <p:cNvSpPr/>
            <p:nvPr/>
          </p:nvSpPr>
          <p:spPr>
            <a:xfrm>
              <a:off x="3051900" y="3258590"/>
              <a:ext cx="507826" cy="161778"/>
            </a:xfrm>
            <a:custGeom>
              <a:avLst/>
              <a:gdLst/>
              <a:ahLst/>
              <a:cxnLst/>
              <a:rect l="l" t="t" r="r" b="b"/>
              <a:pathLst>
                <a:path w="10183" h="3244" extrusionOk="0">
                  <a:moveTo>
                    <a:pt x="10088" y="1"/>
                  </a:moveTo>
                  <a:cubicBezTo>
                    <a:pt x="9602" y="836"/>
                    <a:pt x="8486" y="1497"/>
                    <a:pt x="7155" y="1920"/>
                  </a:cubicBezTo>
                  <a:cubicBezTo>
                    <a:pt x="6329" y="2180"/>
                    <a:pt x="5421" y="2351"/>
                    <a:pt x="4531" y="2411"/>
                  </a:cubicBezTo>
                  <a:cubicBezTo>
                    <a:pt x="4299" y="2426"/>
                    <a:pt x="4068" y="2434"/>
                    <a:pt x="3839" y="2434"/>
                  </a:cubicBezTo>
                  <a:cubicBezTo>
                    <a:pt x="3268" y="2434"/>
                    <a:pt x="2714" y="2386"/>
                    <a:pt x="2207" y="2283"/>
                  </a:cubicBezTo>
                  <a:cubicBezTo>
                    <a:pt x="1084" y="2059"/>
                    <a:pt x="525" y="1771"/>
                    <a:pt x="247" y="1539"/>
                  </a:cubicBezTo>
                  <a:cubicBezTo>
                    <a:pt x="225" y="1577"/>
                    <a:pt x="204" y="1619"/>
                    <a:pt x="185" y="1660"/>
                  </a:cubicBezTo>
                  <a:cubicBezTo>
                    <a:pt x="102" y="1837"/>
                    <a:pt x="44" y="2031"/>
                    <a:pt x="15" y="2240"/>
                  </a:cubicBezTo>
                  <a:cubicBezTo>
                    <a:pt x="10" y="2276"/>
                    <a:pt x="4" y="2313"/>
                    <a:pt x="1" y="2350"/>
                  </a:cubicBezTo>
                  <a:cubicBezTo>
                    <a:pt x="482" y="2656"/>
                    <a:pt x="1167" y="2899"/>
                    <a:pt x="2048" y="3074"/>
                  </a:cubicBezTo>
                  <a:cubicBezTo>
                    <a:pt x="2620" y="3189"/>
                    <a:pt x="3236" y="3244"/>
                    <a:pt x="3868" y="3244"/>
                  </a:cubicBezTo>
                  <a:cubicBezTo>
                    <a:pt x="3982" y="3244"/>
                    <a:pt x="4095" y="3242"/>
                    <a:pt x="4209" y="3239"/>
                  </a:cubicBezTo>
                  <a:cubicBezTo>
                    <a:pt x="4315" y="3236"/>
                    <a:pt x="4423" y="3231"/>
                    <a:pt x="4532" y="3223"/>
                  </a:cubicBezTo>
                  <a:cubicBezTo>
                    <a:pt x="5428" y="3172"/>
                    <a:pt x="6337" y="3014"/>
                    <a:pt x="7181" y="2762"/>
                  </a:cubicBezTo>
                  <a:cubicBezTo>
                    <a:pt x="8382" y="2405"/>
                    <a:pt x="9456" y="1859"/>
                    <a:pt x="10182" y="1159"/>
                  </a:cubicBezTo>
                  <a:cubicBezTo>
                    <a:pt x="10170" y="870"/>
                    <a:pt x="10147" y="557"/>
                    <a:pt x="10113" y="216"/>
                  </a:cubicBezTo>
                  <a:cubicBezTo>
                    <a:pt x="10105" y="145"/>
                    <a:pt x="10098" y="75"/>
                    <a:pt x="10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838;p69">
              <a:extLst>
                <a:ext uri="{FF2B5EF4-FFF2-40B4-BE49-F238E27FC236}">
                  <a16:creationId xmlns:a16="http://schemas.microsoft.com/office/drawing/2014/main" id="{4436A268-CB4C-E068-5D40-67EC85B1ACE5}"/>
                </a:ext>
              </a:extLst>
            </p:cNvPr>
            <p:cNvSpPr/>
            <p:nvPr/>
          </p:nvSpPr>
          <p:spPr>
            <a:xfrm>
              <a:off x="3050852" y="3269362"/>
              <a:ext cx="509223" cy="159385"/>
            </a:xfrm>
            <a:custGeom>
              <a:avLst/>
              <a:gdLst/>
              <a:ahLst/>
              <a:cxnLst/>
              <a:rect l="l" t="t" r="r" b="b"/>
              <a:pathLst>
                <a:path w="10211" h="3196" extrusionOk="0">
                  <a:moveTo>
                    <a:pt x="10134" y="0"/>
                  </a:moveTo>
                  <a:cubicBezTo>
                    <a:pt x="9637" y="758"/>
                    <a:pt x="8523" y="1417"/>
                    <a:pt x="7185" y="1850"/>
                  </a:cubicBezTo>
                  <a:cubicBezTo>
                    <a:pt x="6361" y="2117"/>
                    <a:pt x="5452" y="2300"/>
                    <a:pt x="4550" y="2366"/>
                  </a:cubicBezTo>
                  <a:cubicBezTo>
                    <a:pt x="4301" y="2384"/>
                    <a:pt x="4052" y="2393"/>
                    <a:pt x="3806" y="2393"/>
                  </a:cubicBezTo>
                  <a:cubicBezTo>
                    <a:pt x="3261" y="2393"/>
                    <a:pt x="2729" y="2347"/>
                    <a:pt x="2232" y="2249"/>
                  </a:cubicBezTo>
                  <a:cubicBezTo>
                    <a:pt x="1014" y="2004"/>
                    <a:pt x="457" y="1684"/>
                    <a:pt x="206" y="1444"/>
                  </a:cubicBezTo>
                  <a:cubicBezTo>
                    <a:pt x="123" y="1621"/>
                    <a:pt x="65" y="1815"/>
                    <a:pt x="36" y="2024"/>
                  </a:cubicBezTo>
                  <a:cubicBezTo>
                    <a:pt x="31" y="2060"/>
                    <a:pt x="25" y="2097"/>
                    <a:pt x="22" y="2134"/>
                  </a:cubicBezTo>
                  <a:cubicBezTo>
                    <a:pt x="14" y="2189"/>
                    <a:pt x="6" y="2244"/>
                    <a:pt x="0" y="2300"/>
                  </a:cubicBezTo>
                  <a:cubicBezTo>
                    <a:pt x="483" y="2612"/>
                    <a:pt x="1177" y="2861"/>
                    <a:pt x="2075" y="3040"/>
                  </a:cubicBezTo>
                  <a:cubicBezTo>
                    <a:pt x="2600" y="3145"/>
                    <a:pt x="3174" y="3196"/>
                    <a:pt x="3770" y="3196"/>
                  </a:cubicBezTo>
                  <a:cubicBezTo>
                    <a:pt x="3884" y="3196"/>
                    <a:pt x="4000" y="3194"/>
                    <a:pt x="4116" y="3190"/>
                  </a:cubicBezTo>
                  <a:cubicBezTo>
                    <a:pt x="4263" y="3187"/>
                    <a:pt x="4410" y="3179"/>
                    <a:pt x="4558" y="3169"/>
                  </a:cubicBezTo>
                  <a:cubicBezTo>
                    <a:pt x="5442" y="3107"/>
                    <a:pt x="6350" y="2944"/>
                    <a:pt x="7198" y="2692"/>
                  </a:cubicBezTo>
                  <a:cubicBezTo>
                    <a:pt x="8393" y="2337"/>
                    <a:pt x="9473" y="1804"/>
                    <a:pt x="10211" y="1131"/>
                  </a:cubicBezTo>
                  <a:cubicBezTo>
                    <a:pt x="10208" y="1071"/>
                    <a:pt x="10206" y="1008"/>
                    <a:pt x="10203" y="943"/>
                  </a:cubicBezTo>
                  <a:cubicBezTo>
                    <a:pt x="10191" y="654"/>
                    <a:pt x="10168" y="341"/>
                    <a:pt x="101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839;p69">
              <a:extLst>
                <a:ext uri="{FF2B5EF4-FFF2-40B4-BE49-F238E27FC236}">
                  <a16:creationId xmlns:a16="http://schemas.microsoft.com/office/drawing/2014/main" id="{807FBDFF-227D-A985-B6B0-D641BF6685F1}"/>
                </a:ext>
              </a:extLst>
            </p:cNvPr>
            <p:cNvSpPr/>
            <p:nvPr/>
          </p:nvSpPr>
          <p:spPr>
            <a:xfrm>
              <a:off x="3535184" y="3278687"/>
              <a:ext cx="18402" cy="74256"/>
            </a:xfrm>
            <a:custGeom>
              <a:avLst/>
              <a:gdLst/>
              <a:ahLst/>
              <a:cxnLst/>
              <a:rect l="l" t="t" r="r" b="b"/>
              <a:pathLst>
                <a:path w="369" h="1489" extrusionOk="0">
                  <a:moveTo>
                    <a:pt x="262" y="1"/>
                  </a:moveTo>
                  <a:lnTo>
                    <a:pt x="1" y="25"/>
                  </a:lnTo>
                  <a:cubicBezTo>
                    <a:pt x="30" y="324"/>
                    <a:pt x="88" y="1157"/>
                    <a:pt x="25" y="1428"/>
                  </a:cubicBezTo>
                  <a:lnTo>
                    <a:pt x="280" y="1488"/>
                  </a:lnTo>
                  <a:cubicBezTo>
                    <a:pt x="368" y="1120"/>
                    <a:pt x="267" y="45"/>
                    <a:pt x="2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840;p69">
              <a:extLst>
                <a:ext uri="{FF2B5EF4-FFF2-40B4-BE49-F238E27FC236}">
                  <a16:creationId xmlns:a16="http://schemas.microsoft.com/office/drawing/2014/main" id="{75A1320F-C4E3-1DB7-52FD-202E5E464874}"/>
                </a:ext>
              </a:extLst>
            </p:cNvPr>
            <p:cNvSpPr/>
            <p:nvPr/>
          </p:nvSpPr>
          <p:spPr>
            <a:xfrm>
              <a:off x="3417742" y="3350100"/>
              <a:ext cx="18402" cy="74306"/>
            </a:xfrm>
            <a:custGeom>
              <a:avLst/>
              <a:gdLst/>
              <a:ahLst/>
              <a:cxnLst/>
              <a:rect l="l" t="t" r="r" b="b"/>
              <a:pathLst>
                <a:path w="369" h="1490" extrusionOk="0">
                  <a:moveTo>
                    <a:pt x="262" y="1"/>
                  </a:moveTo>
                  <a:lnTo>
                    <a:pt x="1" y="27"/>
                  </a:lnTo>
                  <a:cubicBezTo>
                    <a:pt x="30" y="325"/>
                    <a:pt x="88" y="1159"/>
                    <a:pt x="25" y="1430"/>
                  </a:cubicBezTo>
                  <a:lnTo>
                    <a:pt x="280" y="1490"/>
                  </a:lnTo>
                  <a:cubicBezTo>
                    <a:pt x="368" y="1122"/>
                    <a:pt x="267" y="47"/>
                    <a:pt x="2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841;p69">
              <a:extLst>
                <a:ext uri="{FF2B5EF4-FFF2-40B4-BE49-F238E27FC236}">
                  <a16:creationId xmlns:a16="http://schemas.microsoft.com/office/drawing/2014/main" id="{FDCA66FD-5E76-E92C-9E2C-F671EAA4AC4E}"/>
                </a:ext>
              </a:extLst>
            </p:cNvPr>
            <p:cNvSpPr/>
            <p:nvPr/>
          </p:nvSpPr>
          <p:spPr>
            <a:xfrm>
              <a:off x="3217167" y="3381269"/>
              <a:ext cx="22940" cy="64332"/>
            </a:xfrm>
            <a:custGeom>
              <a:avLst/>
              <a:gdLst/>
              <a:ahLst/>
              <a:cxnLst/>
              <a:rect l="l" t="t" r="r" b="b"/>
              <a:pathLst>
                <a:path w="460" h="1290" extrusionOk="0">
                  <a:moveTo>
                    <a:pt x="79" y="0"/>
                  </a:moveTo>
                  <a:lnTo>
                    <a:pt x="79" y="0"/>
                  </a:lnTo>
                  <a:cubicBezTo>
                    <a:pt x="71" y="93"/>
                    <a:pt x="0" y="917"/>
                    <a:pt x="165" y="1289"/>
                  </a:cubicBezTo>
                  <a:lnTo>
                    <a:pt x="460" y="1159"/>
                  </a:lnTo>
                  <a:cubicBezTo>
                    <a:pt x="349" y="908"/>
                    <a:pt x="380" y="259"/>
                    <a:pt x="400" y="29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842;p69">
              <a:extLst>
                <a:ext uri="{FF2B5EF4-FFF2-40B4-BE49-F238E27FC236}">
                  <a16:creationId xmlns:a16="http://schemas.microsoft.com/office/drawing/2014/main" id="{77B53721-1A9C-FBA0-514C-BDDAE88A354F}"/>
                </a:ext>
              </a:extLst>
            </p:cNvPr>
            <p:cNvSpPr/>
            <p:nvPr/>
          </p:nvSpPr>
          <p:spPr>
            <a:xfrm>
              <a:off x="3071648" y="3352394"/>
              <a:ext cx="26431" cy="64183"/>
            </a:xfrm>
            <a:custGeom>
              <a:avLst/>
              <a:gdLst/>
              <a:ahLst/>
              <a:cxnLst/>
              <a:rect l="l" t="t" r="r" b="b"/>
              <a:pathLst>
                <a:path w="530" h="1287" extrusionOk="0">
                  <a:moveTo>
                    <a:pt x="215" y="1"/>
                  </a:moveTo>
                  <a:cubicBezTo>
                    <a:pt x="192" y="92"/>
                    <a:pt x="0" y="896"/>
                    <a:pt x="106" y="1287"/>
                  </a:cubicBezTo>
                  <a:lnTo>
                    <a:pt x="108" y="1287"/>
                  </a:lnTo>
                  <a:lnTo>
                    <a:pt x="418" y="1202"/>
                  </a:lnTo>
                  <a:cubicBezTo>
                    <a:pt x="346" y="939"/>
                    <a:pt x="474" y="302"/>
                    <a:pt x="529" y="78"/>
                  </a:cubicBezTo>
                  <a:lnTo>
                    <a:pt x="2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843;p69">
              <a:extLst>
                <a:ext uri="{FF2B5EF4-FFF2-40B4-BE49-F238E27FC236}">
                  <a16:creationId xmlns:a16="http://schemas.microsoft.com/office/drawing/2014/main" id="{76CFC2CE-1B2D-1430-A199-1E5B06F87302}"/>
                </a:ext>
              </a:extLst>
            </p:cNvPr>
            <p:cNvSpPr/>
            <p:nvPr/>
          </p:nvSpPr>
          <p:spPr>
            <a:xfrm>
              <a:off x="3159219" y="1918448"/>
              <a:ext cx="339515" cy="488826"/>
            </a:xfrm>
            <a:custGeom>
              <a:avLst/>
              <a:gdLst/>
              <a:ahLst/>
              <a:cxnLst/>
              <a:rect l="l" t="t" r="r" b="b"/>
              <a:pathLst>
                <a:path w="6808" h="9802" extrusionOk="0">
                  <a:moveTo>
                    <a:pt x="1506" y="0"/>
                  </a:moveTo>
                  <a:cubicBezTo>
                    <a:pt x="979" y="0"/>
                    <a:pt x="610" y="67"/>
                    <a:pt x="547" y="103"/>
                  </a:cubicBezTo>
                  <a:cubicBezTo>
                    <a:pt x="299" y="241"/>
                    <a:pt x="82" y="741"/>
                    <a:pt x="42" y="1732"/>
                  </a:cubicBezTo>
                  <a:cubicBezTo>
                    <a:pt x="1" y="2721"/>
                    <a:pt x="113" y="3362"/>
                    <a:pt x="210" y="3582"/>
                  </a:cubicBezTo>
                  <a:cubicBezTo>
                    <a:pt x="307" y="3801"/>
                    <a:pt x="296" y="4437"/>
                    <a:pt x="321" y="4548"/>
                  </a:cubicBezTo>
                  <a:cubicBezTo>
                    <a:pt x="345" y="4656"/>
                    <a:pt x="515" y="5600"/>
                    <a:pt x="594" y="6243"/>
                  </a:cubicBezTo>
                  <a:cubicBezTo>
                    <a:pt x="650" y="6679"/>
                    <a:pt x="618" y="7172"/>
                    <a:pt x="759" y="7478"/>
                  </a:cubicBezTo>
                  <a:cubicBezTo>
                    <a:pt x="825" y="7625"/>
                    <a:pt x="930" y="7726"/>
                    <a:pt x="1102" y="7761"/>
                  </a:cubicBezTo>
                  <a:cubicBezTo>
                    <a:pt x="1637" y="7866"/>
                    <a:pt x="2239" y="7875"/>
                    <a:pt x="2239" y="7875"/>
                  </a:cubicBezTo>
                  <a:cubicBezTo>
                    <a:pt x="2239" y="7875"/>
                    <a:pt x="2351" y="8503"/>
                    <a:pt x="2431" y="9801"/>
                  </a:cubicBezTo>
                  <a:cubicBezTo>
                    <a:pt x="3094" y="9529"/>
                    <a:pt x="3909" y="9706"/>
                    <a:pt x="5234" y="9450"/>
                  </a:cubicBezTo>
                  <a:cubicBezTo>
                    <a:pt x="6557" y="9195"/>
                    <a:pt x="6806" y="8729"/>
                    <a:pt x="6807" y="8581"/>
                  </a:cubicBezTo>
                  <a:cubicBezTo>
                    <a:pt x="6807" y="8435"/>
                    <a:pt x="6230" y="7765"/>
                    <a:pt x="6192" y="6931"/>
                  </a:cubicBezTo>
                  <a:cubicBezTo>
                    <a:pt x="6181" y="6720"/>
                    <a:pt x="6195" y="6434"/>
                    <a:pt x="6221" y="6125"/>
                  </a:cubicBezTo>
                  <a:cubicBezTo>
                    <a:pt x="6298" y="5222"/>
                    <a:pt x="6481" y="4125"/>
                    <a:pt x="6481" y="4125"/>
                  </a:cubicBezTo>
                  <a:cubicBezTo>
                    <a:pt x="5921" y="568"/>
                    <a:pt x="3042" y="0"/>
                    <a:pt x="1506" y="0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844;p69">
              <a:extLst>
                <a:ext uri="{FF2B5EF4-FFF2-40B4-BE49-F238E27FC236}">
                  <a16:creationId xmlns:a16="http://schemas.microsoft.com/office/drawing/2014/main" id="{AD781A5A-8958-6F1D-FEF9-29E14EECE559}"/>
                </a:ext>
              </a:extLst>
            </p:cNvPr>
            <p:cNvSpPr/>
            <p:nvPr/>
          </p:nvSpPr>
          <p:spPr>
            <a:xfrm>
              <a:off x="3120670" y="1842098"/>
              <a:ext cx="412425" cy="404845"/>
            </a:xfrm>
            <a:custGeom>
              <a:avLst/>
              <a:gdLst/>
              <a:ahLst/>
              <a:cxnLst/>
              <a:rect l="l" t="t" r="r" b="b"/>
              <a:pathLst>
                <a:path w="8270" h="8118" extrusionOk="0">
                  <a:moveTo>
                    <a:pt x="4496" y="1"/>
                  </a:moveTo>
                  <a:cubicBezTo>
                    <a:pt x="3628" y="1"/>
                    <a:pt x="2583" y="180"/>
                    <a:pt x="1727" y="597"/>
                  </a:cubicBezTo>
                  <a:cubicBezTo>
                    <a:pt x="1727" y="597"/>
                    <a:pt x="1547" y="684"/>
                    <a:pt x="1327" y="684"/>
                  </a:cubicBezTo>
                  <a:cubicBezTo>
                    <a:pt x="1231" y="684"/>
                    <a:pt x="1126" y="667"/>
                    <a:pt x="1026" y="619"/>
                  </a:cubicBezTo>
                  <a:cubicBezTo>
                    <a:pt x="984" y="599"/>
                    <a:pt x="943" y="590"/>
                    <a:pt x="903" y="590"/>
                  </a:cubicBezTo>
                  <a:cubicBezTo>
                    <a:pt x="625" y="590"/>
                    <a:pt x="388" y="1014"/>
                    <a:pt x="358" y="1218"/>
                  </a:cubicBezTo>
                  <a:lnTo>
                    <a:pt x="360" y="1218"/>
                  </a:lnTo>
                  <a:cubicBezTo>
                    <a:pt x="326" y="1451"/>
                    <a:pt x="0" y="1774"/>
                    <a:pt x="488" y="1972"/>
                  </a:cubicBezTo>
                  <a:cubicBezTo>
                    <a:pt x="585" y="2044"/>
                    <a:pt x="708" y="2129"/>
                    <a:pt x="812" y="2172"/>
                  </a:cubicBezTo>
                  <a:cubicBezTo>
                    <a:pt x="1017" y="2257"/>
                    <a:pt x="1129" y="2294"/>
                    <a:pt x="1129" y="2294"/>
                  </a:cubicBezTo>
                  <a:cubicBezTo>
                    <a:pt x="1129" y="2294"/>
                    <a:pt x="957" y="3257"/>
                    <a:pt x="969" y="3640"/>
                  </a:cubicBezTo>
                  <a:cubicBezTo>
                    <a:pt x="980" y="4023"/>
                    <a:pt x="931" y="4378"/>
                    <a:pt x="1089" y="4606"/>
                  </a:cubicBezTo>
                  <a:cubicBezTo>
                    <a:pt x="1248" y="4832"/>
                    <a:pt x="1481" y="4916"/>
                    <a:pt x="1538" y="5105"/>
                  </a:cubicBezTo>
                  <a:cubicBezTo>
                    <a:pt x="1592" y="5285"/>
                    <a:pt x="1629" y="5470"/>
                    <a:pt x="1672" y="5653"/>
                  </a:cubicBezTo>
                  <a:cubicBezTo>
                    <a:pt x="1698" y="5767"/>
                    <a:pt x="1724" y="5879"/>
                    <a:pt x="1751" y="5993"/>
                  </a:cubicBezTo>
                  <a:cubicBezTo>
                    <a:pt x="1760" y="6038"/>
                    <a:pt x="1763" y="6088"/>
                    <a:pt x="1797" y="6122"/>
                  </a:cubicBezTo>
                  <a:cubicBezTo>
                    <a:pt x="1834" y="6159"/>
                    <a:pt x="1895" y="6195"/>
                    <a:pt x="1940" y="6230"/>
                  </a:cubicBezTo>
                  <a:cubicBezTo>
                    <a:pt x="2007" y="6285"/>
                    <a:pt x="2095" y="6311"/>
                    <a:pt x="2178" y="6338"/>
                  </a:cubicBezTo>
                  <a:cubicBezTo>
                    <a:pt x="2186" y="6167"/>
                    <a:pt x="2167" y="5992"/>
                    <a:pt x="2230" y="5828"/>
                  </a:cubicBezTo>
                  <a:cubicBezTo>
                    <a:pt x="2297" y="5661"/>
                    <a:pt x="2438" y="5558"/>
                    <a:pt x="2610" y="5516"/>
                  </a:cubicBezTo>
                  <a:cubicBezTo>
                    <a:pt x="2642" y="5509"/>
                    <a:pt x="2674" y="5505"/>
                    <a:pt x="2706" y="5505"/>
                  </a:cubicBezTo>
                  <a:cubicBezTo>
                    <a:pt x="3310" y="5505"/>
                    <a:pt x="4034" y="6765"/>
                    <a:pt x="4107" y="6964"/>
                  </a:cubicBezTo>
                  <a:cubicBezTo>
                    <a:pt x="4184" y="7173"/>
                    <a:pt x="4492" y="7677"/>
                    <a:pt x="5025" y="7934"/>
                  </a:cubicBezTo>
                  <a:cubicBezTo>
                    <a:pt x="5310" y="8071"/>
                    <a:pt x="5616" y="8118"/>
                    <a:pt x="5885" y="8118"/>
                  </a:cubicBezTo>
                  <a:cubicBezTo>
                    <a:pt x="6120" y="8118"/>
                    <a:pt x="6327" y="8083"/>
                    <a:pt x="6471" y="8040"/>
                  </a:cubicBezTo>
                  <a:cubicBezTo>
                    <a:pt x="6780" y="7951"/>
                    <a:pt x="6982" y="7814"/>
                    <a:pt x="6982" y="7814"/>
                  </a:cubicBezTo>
                  <a:cubicBezTo>
                    <a:pt x="6982" y="7814"/>
                    <a:pt x="7706" y="6904"/>
                    <a:pt x="7988" y="6208"/>
                  </a:cubicBezTo>
                  <a:cubicBezTo>
                    <a:pt x="8269" y="5515"/>
                    <a:pt x="8125" y="2483"/>
                    <a:pt x="7857" y="1955"/>
                  </a:cubicBezTo>
                  <a:cubicBezTo>
                    <a:pt x="7588" y="1429"/>
                    <a:pt x="6767" y="316"/>
                    <a:pt x="5338" y="66"/>
                  </a:cubicBezTo>
                  <a:cubicBezTo>
                    <a:pt x="5090" y="24"/>
                    <a:pt x="4804" y="1"/>
                    <a:pt x="4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845;p69">
              <a:extLst>
                <a:ext uri="{FF2B5EF4-FFF2-40B4-BE49-F238E27FC236}">
                  <a16:creationId xmlns:a16="http://schemas.microsoft.com/office/drawing/2014/main" id="{93A984EE-2ACF-CFE3-CD24-895B139D9387}"/>
                </a:ext>
              </a:extLst>
            </p:cNvPr>
            <p:cNvSpPr/>
            <p:nvPr/>
          </p:nvSpPr>
          <p:spPr>
            <a:xfrm>
              <a:off x="3216992" y="2098869"/>
              <a:ext cx="43736" cy="103979"/>
            </a:xfrm>
            <a:custGeom>
              <a:avLst/>
              <a:gdLst/>
              <a:ahLst/>
              <a:cxnLst/>
              <a:rect l="l" t="t" r="r" b="b"/>
              <a:pathLst>
                <a:path w="877" h="2085" extrusionOk="0">
                  <a:moveTo>
                    <a:pt x="182" y="0"/>
                  </a:moveTo>
                  <a:cubicBezTo>
                    <a:pt x="16" y="0"/>
                    <a:pt x="1" y="232"/>
                    <a:pt x="1" y="232"/>
                  </a:cubicBezTo>
                  <a:cubicBezTo>
                    <a:pt x="1" y="232"/>
                    <a:pt x="133" y="591"/>
                    <a:pt x="136" y="701"/>
                  </a:cubicBezTo>
                  <a:cubicBezTo>
                    <a:pt x="139" y="814"/>
                    <a:pt x="155" y="1317"/>
                    <a:pt x="172" y="1518"/>
                  </a:cubicBezTo>
                  <a:cubicBezTo>
                    <a:pt x="187" y="1720"/>
                    <a:pt x="327" y="1967"/>
                    <a:pt x="472" y="2073"/>
                  </a:cubicBezTo>
                  <a:cubicBezTo>
                    <a:pt x="482" y="2081"/>
                    <a:pt x="493" y="2085"/>
                    <a:pt x="505" y="2085"/>
                  </a:cubicBezTo>
                  <a:cubicBezTo>
                    <a:pt x="653" y="2085"/>
                    <a:pt x="876" y="1495"/>
                    <a:pt x="858" y="1215"/>
                  </a:cubicBezTo>
                  <a:cubicBezTo>
                    <a:pt x="839" y="912"/>
                    <a:pt x="813" y="409"/>
                    <a:pt x="421" y="108"/>
                  </a:cubicBezTo>
                  <a:cubicBezTo>
                    <a:pt x="318" y="29"/>
                    <a:pt x="241" y="0"/>
                    <a:pt x="182" y="0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" name="Google Shape;3846;p69">
              <a:extLst>
                <a:ext uri="{FF2B5EF4-FFF2-40B4-BE49-F238E27FC236}">
                  <a16:creationId xmlns:a16="http://schemas.microsoft.com/office/drawing/2014/main" id="{BEFAFCF2-3BCF-3D84-3788-879ECDF9DC52}"/>
                </a:ext>
              </a:extLst>
            </p:cNvPr>
            <p:cNvGrpSpPr/>
            <p:nvPr/>
          </p:nvGrpSpPr>
          <p:grpSpPr>
            <a:xfrm>
              <a:off x="2562382" y="2497516"/>
              <a:ext cx="376455" cy="244409"/>
              <a:chOff x="537544" y="1962837"/>
              <a:chExt cx="1067050" cy="692768"/>
            </a:xfrm>
          </p:grpSpPr>
          <p:sp>
            <p:nvSpPr>
              <p:cNvPr id="29" name="Google Shape;3847;p69">
                <a:extLst>
                  <a:ext uri="{FF2B5EF4-FFF2-40B4-BE49-F238E27FC236}">
                    <a16:creationId xmlns:a16="http://schemas.microsoft.com/office/drawing/2014/main" id="{5262A5E6-2678-94AF-8FF5-3E4C2BD080C7}"/>
                  </a:ext>
                </a:extLst>
              </p:cNvPr>
              <p:cNvSpPr/>
              <p:nvPr/>
            </p:nvSpPr>
            <p:spPr>
              <a:xfrm>
                <a:off x="537544" y="2178035"/>
                <a:ext cx="535521" cy="477570"/>
              </a:xfrm>
              <a:custGeom>
                <a:avLst/>
                <a:gdLst/>
                <a:ahLst/>
                <a:cxnLst/>
                <a:rect l="l" t="t" r="r" b="b"/>
                <a:pathLst>
                  <a:path w="15414" h="13746" extrusionOk="0">
                    <a:moveTo>
                      <a:pt x="7689" y="0"/>
                    </a:moveTo>
                    <a:cubicBezTo>
                      <a:pt x="7014" y="373"/>
                      <a:pt x="6580" y="625"/>
                      <a:pt x="6580" y="625"/>
                    </a:cubicBezTo>
                    <a:cubicBezTo>
                      <a:pt x="6580" y="625"/>
                      <a:pt x="2105" y="1017"/>
                      <a:pt x="1721" y="2386"/>
                    </a:cubicBezTo>
                    <a:cubicBezTo>
                      <a:pt x="1601" y="2812"/>
                      <a:pt x="429" y="2843"/>
                      <a:pt x="267" y="3151"/>
                    </a:cubicBezTo>
                    <a:cubicBezTo>
                      <a:pt x="76" y="3514"/>
                      <a:pt x="1" y="3938"/>
                      <a:pt x="6" y="4214"/>
                    </a:cubicBezTo>
                    <a:cubicBezTo>
                      <a:pt x="23" y="5204"/>
                      <a:pt x="250" y="5549"/>
                      <a:pt x="267" y="5595"/>
                    </a:cubicBezTo>
                    <a:cubicBezTo>
                      <a:pt x="667" y="6736"/>
                      <a:pt x="3808" y="10420"/>
                      <a:pt x="7012" y="12474"/>
                    </a:cubicBezTo>
                    <a:cubicBezTo>
                      <a:pt x="8546" y="13457"/>
                      <a:pt x="9950" y="13745"/>
                      <a:pt x="11070" y="13745"/>
                    </a:cubicBezTo>
                    <a:cubicBezTo>
                      <a:pt x="12290" y="13745"/>
                      <a:pt x="13172" y="13403"/>
                      <a:pt x="13519" y="13244"/>
                    </a:cubicBezTo>
                    <a:cubicBezTo>
                      <a:pt x="14269" y="12901"/>
                      <a:pt x="15414" y="11780"/>
                      <a:pt x="14352" y="9017"/>
                    </a:cubicBezTo>
                    <a:cubicBezTo>
                      <a:pt x="14276" y="8819"/>
                      <a:pt x="14186" y="8673"/>
                      <a:pt x="14091" y="8567"/>
                    </a:cubicBezTo>
                    <a:cubicBezTo>
                      <a:pt x="13754" y="8592"/>
                      <a:pt x="13390" y="8620"/>
                      <a:pt x="13027" y="8620"/>
                    </a:cubicBezTo>
                    <a:cubicBezTo>
                      <a:pt x="12366" y="8620"/>
                      <a:pt x="11704" y="8528"/>
                      <a:pt x="11198" y="8161"/>
                    </a:cubicBezTo>
                    <a:cubicBezTo>
                      <a:pt x="10344" y="7542"/>
                      <a:pt x="10299" y="6216"/>
                      <a:pt x="10059" y="5293"/>
                    </a:cubicBezTo>
                    <a:cubicBezTo>
                      <a:pt x="9866" y="4552"/>
                      <a:pt x="9587" y="3837"/>
                      <a:pt x="9296" y="3129"/>
                    </a:cubicBezTo>
                    <a:cubicBezTo>
                      <a:pt x="9016" y="2443"/>
                      <a:pt x="8773" y="1711"/>
                      <a:pt x="8423" y="1059"/>
                    </a:cubicBezTo>
                    <a:cubicBezTo>
                      <a:pt x="8218" y="679"/>
                      <a:pt x="7964" y="331"/>
                      <a:pt x="76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848;p69">
                <a:extLst>
                  <a:ext uri="{FF2B5EF4-FFF2-40B4-BE49-F238E27FC236}">
                    <a16:creationId xmlns:a16="http://schemas.microsoft.com/office/drawing/2014/main" id="{BEB88200-2D6D-5574-3BC3-3D7AB1B9076D}"/>
                  </a:ext>
                </a:extLst>
              </p:cNvPr>
              <p:cNvSpPr/>
              <p:nvPr/>
            </p:nvSpPr>
            <p:spPr>
              <a:xfrm>
                <a:off x="812049" y="2072729"/>
                <a:ext cx="792546" cy="396169"/>
              </a:xfrm>
              <a:custGeom>
                <a:avLst/>
                <a:gdLst/>
                <a:ahLst/>
                <a:cxnLst/>
                <a:rect l="l" t="t" r="r" b="b"/>
                <a:pathLst>
                  <a:path w="22812" h="11403" extrusionOk="0">
                    <a:moveTo>
                      <a:pt x="7103" y="1"/>
                    </a:moveTo>
                    <a:cubicBezTo>
                      <a:pt x="5559" y="1"/>
                      <a:pt x="1956" y="1846"/>
                      <a:pt x="0" y="2915"/>
                    </a:cubicBezTo>
                    <a:cubicBezTo>
                      <a:pt x="134" y="3075"/>
                      <a:pt x="263" y="3238"/>
                      <a:pt x="383" y="3408"/>
                    </a:cubicBezTo>
                    <a:cubicBezTo>
                      <a:pt x="1075" y="4390"/>
                      <a:pt x="1460" y="5626"/>
                      <a:pt x="1889" y="6740"/>
                    </a:cubicBezTo>
                    <a:cubicBezTo>
                      <a:pt x="2148" y="7406"/>
                      <a:pt x="2369" y="8084"/>
                      <a:pt x="2518" y="8784"/>
                    </a:cubicBezTo>
                    <a:cubicBezTo>
                      <a:pt x="2637" y="9337"/>
                      <a:pt x="2724" y="9936"/>
                      <a:pt x="2994" y="10443"/>
                    </a:cubicBezTo>
                    <a:cubicBezTo>
                      <a:pt x="3418" y="11236"/>
                      <a:pt x="4299" y="11403"/>
                      <a:pt x="5180" y="11403"/>
                    </a:cubicBezTo>
                    <a:cubicBezTo>
                      <a:pt x="5235" y="11403"/>
                      <a:pt x="5290" y="11402"/>
                      <a:pt x="5344" y="11401"/>
                    </a:cubicBezTo>
                    <a:cubicBezTo>
                      <a:pt x="6036" y="10990"/>
                      <a:pt x="8513" y="10304"/>
                      <a:pt x="9354" y="9820"/>
                    </a:cubicBezTo>
                    <a:cubicBezTo>
                      <a:pt x="10237" y="9309"/>
                      <a:pt x="11503" y="7757"/>
                      <a:pt x="12197" y="7449"/>
                    </a:cubicBezTo>
                    <a:cubicBezTo>
                      <a:pt x="12427" y="7348"/>
                      <a:pt x="12612" y="7302"/>
                      <a:pt x="12840" y="7302"/>
                    </a:cubicBezTo>
                    <a:cubicBezTo>
                      <a:pt x="13301" y="7302"/>
                      <a:pt x="13937" y="7487"/>
                      <a:pt x="15468" y="7772"/>
                    </a:cubicBezTo>
                    <a:cubicBezTo>
                      <a:pt x="16968" y="8051"/>
                      <a:pt x="18248" y="8231"/>
                      <a:pt x="19175" y="8231"/>
                    </a:cubicBezTo>
                    <a:cubicBezTo>
                      <a:pt x="19663" y="8231"/>
                      <a:pt x="20054" y="8181"/>
                      <a:pt x="20326" y="8069"/>
                    </a:cubicBezTo>
                    <a:cubicBezTo>
                      <a:pt x="21958" y="7395"/>
                      <a:pt x="22812" y="4165"/>
                      <a:pt x="19726" y="1184"/>
                    </a:cubicBezTo>
                    <a:cubicBezTo>
                      <a:pt x="19460" y="926"/>
                      <a:pt x="9265" y="243"/>
                      <a:pt x="7287" y="10"/>
                    </a:cubicBezTo>
                    <a:cubicBezTo>
                      <a:pt x="7229" y="4"/>
                      <a:pt x="7168" y="1"/>
                      <a:pt x="71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849;p69">
                <a:extLst>
                  <a:ext uri="{FF2B5EF4-FFF2-40B4-BE49-F238E27FC236}">
                    <a16:creationId xmlns:a16="http://schemas.microsoft.com/office/drawing/2014/main" id="{E21AC3E2-BD85-CA6D-9C37-BD51F3BE023A}"/>
                  </a:ext>
                </a:extLst>
              </p:cNvPr>
              <p:cNvSpPr/>
              <p:nvPr/>
            </p:nvSpPr>
            <p:spPr>
              <a:xfrm>
                <a:off x="545362" y="2122064"/>
                <a:ext cx="511027" cy="453251"/>
              </a:xfrm>
              <a:custGeom>
                <a:avLst/>
                <a:gdLst/>
                <a:ahLst/>
                <a:cxnLst/>
                <a:rect l="l" t="t" r="r" b="b"/>
                <a:pathLst>
                  <a:path w="14709" h="13046" extrusionOk="0">
                    <a:moveTo>
                      <a:pt x="13215" y="9041"/>
                    </a:moveTo>
                    <a:lnTo>
                      <a:pt x="13215" y="9041"/>
                    </a:lnTo>
                    <a:cubicBezTo>
                      <a:pt x="13216" y="9042"/>
                      <a:pt x="13216" y="9042"/>
                      <a:pt x="13216" y="9043"/>
                    </a:cubicBezTo>
                    <a:lnTo>
                      <a:pt x="13216" y="9043"/>
                    </a:lnTo>
                    <a:cubicBezTo>
                      <a:pt x="13217" y="9043"/>
                      <a:pt x="13217" y="9043"/>
                      <a:pt x="13217" y="9043"/>
                    </a:cubicBezTo>
                    <a:lnTo>
                      <a:pt x="13215" y="9041"/>
                    </a:lnTo>
                    <a:close/>
                    <a:moveTo>
                      <a:pt x="5866" y="1"/>
                    </a:moveTo>
                    <a:cubicBezTo>
                      <a:pt x="4637" y="535"/>
                      <a:pt x="1476" y="1998"/>
                      <a:pt x="820" y="3167"/>
                    </a:cubicBezTo>
                    <a:cubicBezTo>
                      <a:pt x="728" y="3333"/>
                      <a:pt x="1" y="4645"/>
                      <a:pt x="42" y="4762"/>
                    </a:cubicBezTo>
                    <a:cubicBezTo>
                      <a:pt x="442" y="5905"/>
                      <a:pt x="3583" y="9587"/>
                      <a:pt x="6787" y="11641"/>
                    </a:cubicBezTo>
                    <a:cubicBezTo>
                      <a:pt x="8528" y="12757"/>
                      <a:pt x="10118" y="13046"/>
                      <a:pt x="11321" y="13046"/>
                    </a:cubicBezTo>
                    <a:cubicBezTo>
                      <a:pt x="12331" y="13046"/>
                      <a:pt x="13067" y="12842"/>
                      <a:pt x="13389" y="12756"/>
                    </a:cubicBezTo>
                    <a:cubicBezTo>
                      <a:pt x="14095" y="12567"/>
                      <a:pt x="14709" y="11627"/>
                      <a:pt x="13969" y="10304"/>
                    </a:cubicBezTo>
                    <a:cubicBezTo>
                      <a:pt x="13709" y="9839"/>
                      <a:pt x="13438" y="9415"/>
                      <a:pt x="13216" y="9043"/>
                    </a:cubicBezTo>
                    <a:lnTo>
                      <a:pt x="13216" y="9043"/>
                    </a:lnTo>
                    <a:cubicBezTo>
                      <a:pt x="13056" y="9128"/>
                      <a:pt x="12876" y="9164"/>
                      <a:pt x="12686" y="9164"/>
                    </a:cubicBezTo>
                    <a:cubicBezTo>
                      <a:pt x="12093" y="9164"/>
                      <a:pt x="11412" y="8811"/>
                      <a:pt x="10977" y="8520"/>
                    </a:cubicBezTo>
                    <a:cubicBezTo>
                      <a:pt x="10457" y="8173"/>
                      <a:pt x="10144" y="7732"/>
                      <a:pt x="9880" y="7174"/>
                    </a:cubicBezTo>
                    <a:cubicBezTo>
                      <a:pt x="9594" y="6572"/>
                      <a:pt x="9118" y="6069"/>
                      <a:pt x="8888" y="5446"/>
                    </a:cubicBezTo>
                    <a:cubicBezTo>
                      <a:pt x="8873" y="5405"/>
                      <a:pt x="8882" y="5369"/>
                      <a:pt x="8904" y="5345"/>
                    </a:cubicBezTo>
                    <a:cubicBezTo>
                      <a:pt x="8047" y="3917"/>
                      <a:pt x="7187" y="2491"/>
                      <a:pt x="6410" y="1021"/>
                    </a:cubicBezTo>
                    <a:cubicBezTo>
                      <a:pt x="6232" y="682"/>
                      <a:pt x="6047" y="342"/>
                      <a:pt x="58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lt1"/>
                  </a:gs>
                  <a:gs pos="100000">
                    <a:schemeClr val="accent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850;p69">
                <a:extLst>
                  <a:ext uri="{FF2B5EF4-FFF2-40B4-BE49-F238E27FC236}">
                    <a16:creationId xmlns:a16="http://schemas.microsoft.com/office/drawing/2014/main" id="{7EF7E077-D8C7-99BD-0F03-2E9E20763C70}"/>
                  </a:ext>
                </a:extLst>
              </p:cNvPr>
              <p:cNvSpPr/>
              <p:nvPr/>
            </p:nvSpPr>
            <p:spPr>
              <a:xfrm>
                <a:off x="756738" y="1987852"/>
                <a:ext cx="800641" cy="444600"/>
              </a:xfrm>
              <a:custGeom>
                <a:avLst/>
                <a:gdLst/>
                <a:ahLst/>
                <a:cxnLst/>
                <a:rect l="l" t="t" r="r" b="b"/>
                <a:pathLst>
                  <a:path w="23045" h="12797" extrusionOk="0">
                    <a:moveTo>
                      <a:pt x="8696" y="1"/>
                    </a:moveTo>
                    <a:cubicBezTo>
                      <a:pt x="6521" y="1"/>
                      <a:pt x="271" y="3656"/>
                      <a:pt x="271" y="3656"/>
                    </a:cubicBezTo>
                    <a:cubicBezTo>
                      <a:pt x="271" y="3656"/>
                      <a:pt x="171" y="3698"/>
                      <a:pt x="0" y="3770"/>
                    </a:cubicBezTo>
                    <a:cubicBezTo>
                      <a:pt x="216" y="4173"/>
                      <a:pt x="435" y="4572"/>
                      <a:pt x="648" y="4967"/>
                    </a:cubicBezTo>
                    <a:cubicBezTo>
                      <a:pt x="1466" y="6494"/>
                      <a:pt x="2366" y="7976"/>
                      <a:pt x="3257" y="9460"/>
                    </a:cubicBezTo>
                    <a:cubicBezTo>
                      <a:pt x="3295" y="9523"/>
                      <a:pt x="3269" y="9581"/>
                      <a:pt x="3223" y="9615"/>
                    </a:cubicBezTo>
                    <a:cubicBezTo>
                      <a:pt x="3392" y="9897"/>
                      <a:pt x="3606" y="10151"/>
                      <a:pt x="3770" y="10438"/>
                    </a:cubicBezTo>
                    <a:cubicBezTo>
                      <a:pt x="3993" y="10831"/>
                      <a:pt x="4127" y="11263"/>
                      <a:pt x="4412" y="11618"/>
                    </a:cubicBezTo>
                    <a:cubicBezTo>
                      <a:pt x="4736" y="12025"/>
                      <a:pt x="5808" y="12797"/>
                      <a:pt x="6593" y="12797"/>
                    </a:cubicBezTo>
                    <a:cubicBezTo>
                      <a:pt x="6746" y="12797"/>
                      <a:pt x="6889" y="12767"/>
                      <a:pt x="7013" y="12699"/>
                    </a:cubicBezTo>
                    <a:cubicBezTo>
                      <a:pt x="6687" y="12123"/>
                      <a:pt x="6534" y="11692"/>
                      <a:pt x="6842" y="11460"/>
                    </a:cubicBezTo>
                    <a:cubicBezTo>
                      <a:pt x="7373" y="11060"/>
                      <a:pt x="10063" y="10329"/>
                      <a:pt x="10946" y="9818"/>
                    </a:cubicBezTo>
                    <a:cubicBezTo>
                      <a:pt x="11829" y="9309"/>
                      <a:pt x="13095" y="7756"/>
                      <a:pt x="13789" y="7450"/>
                    </a:cubicBezTo>
                    <a:cubicBezTo>
                      <a:pt x="13941" y="7382"/>
                      <a:pt x="14143" y="7353"/>
                      <a:pt x="14390" y="7353"/>
                    </a:cubicBezTo>
                    <a:cubicBezTo>
                      <a:pt x="15262" y="7353"/>
                      <a:pt x="16693" y="7719"/>
                      <a:pt x="18479" y="8053"/>
                    </a:cubicBezTo>
                    <a:cubicBezTo>
                      <a:pt x="19166" y="8180"/>
                      <a:pt x="19740" y="8233"/>
                      <a:pt x="20216" y="8233"/>
                    </a:cubicBezTo>
                    <a:cubicBezTo>
                      <a:pt x="21325" y="8233"/>
                      <a:pt x="21900" y="7947"/>
                      <a:pt x="22129" y="7662"/>
                    </a:cubicBezTo>
                    <a:cubicBezTo>
                      <a:pt x="22375" y="7356"/>
                      <a:pt x="23044" y="5645"/>
                      <a:pt x="22087" y="4422"/>
                    </a:cubicBezTo>
                    <a:lnTo>
                      <a:pt x="22089" y="4422"/>
                    </a:lnTo>
                    <a:cubicBezTo>
                      <a:pt x="21770" y="4016"/>
                      <a:pt x="21681" y="4367"/>
                      <a:pt x="20794" y="3906"/>
                    </a:cubicBezTo>
                    <a:cubicBezTo>
                      <a:pt x="17236" y="2055"/>
                      <a:pt x="10857" y="242"/>
                      <a:pt x="8879" y="11"/>
                    </a:cubicBezTo>
                    <a:cubicBezTo>
                      <a:pt x="8822" y="4"/>
                      <a:pt x="8760" y="1"/>
                      <a:pt x="86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lt1"/>
                  </a:gs>
                  <a:gs pos="100000">
                    <a:schemeClr val="accent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851;p69">
                <a:extLst>
                  <a:ext uri="{FF2B5EF4-FFF2-40B4-BE49-F238E27FC236}">
                    <a16:creationId xmlns:a16="http://schemas.microsoft.com/office/drawing/2014/main" id="{88B5498D-9F9A-6E50-1A5B-41D01DF904B1}"/>
                  </a:ext>
                </a:extLst>
              </p:cNvPr>
              <p:cNvSpPr/>
              <p:nvPr/>
            </p:nvSpPr>
            <p:spPr>
              <a:xfrm>
                <a:off x="573851" y="1962837"/>
                <a:ext cx="954585" cy="528503"/>
              </a:xfrm>
              <a:custGeom>
                <a:avLst/>
                <a:gdLst/>
                <a:ahLst/>
                <a:cxnLst/>
                <a:rect l="l" t="t" r="r" b="b"/>
                <a:pathLst>
                  <a:path w="27476" h="15212" extrusionOk="0">
                    <a:moveTo>
                      <a:pt x="13958" y="0"/>
                    </a:moveTo>
                    <a:cubicBezTo>
                      <a:pt x="12526" y="0"/>
                      <a:pt x="8268" y="2178"/>
                      <a:pt x="5913" y="3555"/>
                    </a:cubicBezTo>
                    <a:cubicBezTo>
                      <a:pt x="3346" y="5018"/>
                      <a:pt x="453" y="6996"/>
                      <a:pt x="0" y="7750"/>
                    </a:cubicBezTo>
                    <a:cubicBezTo>
                      <a:pt x="533" y="8840"/>
                      <a:pt x="3417" y="12203"/>
                      <a:pt x="6378" y="14101"/>
                    </a:cubicBezTo>
                    <a:cubicBezTo>
                      <a:pt x="7527" y="14838"/>
                      <a:pt x="8721" y="15211"/>
                      <a:pt x="9922" y="15211"/>
                    </a:cubicBezTo>
                    <a:cubicBezTo>
                      <a:pt x="10859" y="15211"/>
                      <a:pt x="11695" y="15151"/>
                      <a:pt x="12131" y="15018"/>
                    </a:cubicBezTo>
                    <a:cubicBezTo>
                      <a:pt x="12232" y="14987"/>
                      <a:pt x="12318" y="14961"/>
                      <a:pt x="12388" y="14942"/>
                    </a:cubicBezTo>
                    <a:cubicBezTo>
                      <a:pt x="12594" y="14887"/>
                      <a:pt x="12638" y="14624"/>
                      <a:pt x="12681" y="14524"/>
                    </a:cubicBezTo>
                    <a:cubicBezTo>
                      <a:pt x="12703" y="14472"/>
                      <a:pt x="12755" y="14261"/>
                      <a:pt x="12485" y="13776"/>
                    </a:cubicBezTo>
                    <a:cubicBezTo>
                      <a:pt x="12321" y="13484"/>
                      <a:pt x="12152" y="13209"/>
                      <a:pt x="11991" y="12943"/>
                    </a:cubicBezTo>
                    <a:cubicBezTo>
                      <a:pt x="11380" y="11944"/>
                      <a:pt x="10688" y="10814"/>
                      <a:pt x="11648" y="10089"/>
                    </a:cubicBezTo>
                    <a:cubicBezTo>
                      <a:pt x="11995" y="9828"/>
                      <a:pt x="12698" y="9575"/>
                      <a:pt x="13817" y="9185"/>
                    </a:cubicBezTo>
                    <a:cubicBezTo>
                      <a:pt x="14584" y="8916"/>
                      <a:pt x="15456" y="8611"/>
                      <a:pt x="15829" y="8397"/>
                    </a:cubicBezTo>
                    <a:cubicBezTo>
                      <a:pt x="16184" y="8191"/>
                      <a:pt x="16698" y="7700"/>
                      <a:pt x="17151" y="7268"/>
                    </a:cubicBezTo>
                    <a:cubicBezTo>
                      <a:pt x="17751" y="6694"/>
                      <a:pt x="18270" y="6201"/>
                      <a:pt x="18745" y="5990"/>
                    </a:cubicBezTo>
                    <a:cubicBezTo>
                      <a:pt x="18991" y="5881"/>
                      <a:pt x="19288" y="5828"/>
                      <a:pt x="19654" y="5828"/>
                    </a:cubicBezTo>
                    <a:cubicBezTo>
                      <a:pt x="20345" y="5828"/>
                      <a:pt x="21255" y="6015"/>
                      <a:pt x="22408" y="6248"/>
                    </a:cubicBezTo>
                    <a:cubicBezTo>
                      <a:pt x="22864" y="6342"/>
                      <a:pt x="23358" y="6444"/>
                      <a:pt x="23883" y="6541"/>
                    </a:cubicBezTo>
                    <a:cubicBezTo>
                      <a:pt x="24481" y="6651"/>
                      <a:pt x="25019" y="6708"/>
                      <a:pt x="25481" y="6708"/>
                    </a:cubicBezTo>
                    <a:cubicBezTo>
                      <a:pt x="26535" y="6708"/>
                      <a:pt x="26798" y="6425"/>
                      <a:pt x="26801" y="6422"/>
                    </a:cubicBezTo>
                    <a:cubicBezTo>
                      <a:pt x="26838" y="6376"/>
                      <a:pt x="26890" y="6318"/>
                      <a:pt x="26953" y="6250"/>
                    </a:cubicBezTo>
                    <a:cubicBezTo>
                      <a:pt x="27219" y="5961"/>
                      <a:pt x="27476" y="5652"/>
                      <a:pt x="27421" y="5335"/>
                    </a:cubicBezTo>
                    <a:cubicBezTo>
                      <a:pt x="27384" y="5129"/>
                      <a:pt x="27145" y="4566"/>
                      <a:pt x="25707" y="3818"/>
                    </a:cubicBezTo>
                    <a:cubicBezTo>
                      <a:pt x="22254" y="2023"/>
                      <a:pt x="15912" y="222"/>
                      <a:pt x="14054" y="5"/>
                    </a:cubicBezTo>
                    <a:cubicBezTo>
                      <a:pt x="14024" y="2"/>
                      <a:pt x="13992" y="0"/>
                      <a:pt x="139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852;p69">
                <a:extLst>
                  <a:ext uri="{FF2B5EF4-FFF2-40B4-BE49-F238E27FC236}">
                    <a16:creationId xmlns:a16="http://schemas.microsoft.com/office/drawing/2014/main" id="{322A7FEC-B2D8-467D-6340-67502CB905E0}"/>
                  </a:ext>
                </a:extLst>
              </p:cNvPr>
              <p:cNvSpPr/>
              <p:nvPr/>
            </p:nvSpPr>
            <p:spPr>
              <a:xfrm>
                <a:off x="1008381" y="2022561"/>
                <a:ext cx="268490" cy="147447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4244" extrusionOk="0">
                    <a:moveTo>
                      <a:pt x="3562" y="1"/>
                    </a:moveTo>
                    <a:cubicBezTo>
                      <a:pt x="2746" y="1"/>
                      <a:pt x="1951" y="174"/>
                      <a:pt x="1339" y="527"/>
                    </a:cubicBezTo>
                    <a:cubicBezTo>
                      <a:pt x="1" y="1301"/>
                      <a:pt x="47" y="2640"/>
                      <a:pt x="1442" y="3522"/>
                    </a:cubicBezTo>
                    <a:cubicBezTo>
                      <a:pt x="2198" y="3999"/>
                      <a:pt x="3197" y="4244"/>
                      <a:pt x="4165" y="4244"/>
                    </a:cubicBezTo>
                    <a:cubicBezTo>
                      <a:pt x="4982" y="4244"/>
                      <a:pt x="5777" y="4070"/>
                      <a:pt x="6389" y="3717"/>
                    </a:cubicBezTo>
                    <a:cubicBezTo>
                      <a:pt x="7727" y="2943"/>
                      <a:pt x="7682" y="1604"/>
                      <a:pt x="6287" y="722"/>
                    </a:cubicBezTo>
                    <a:cubicBezTo>
                      <a:pt x="5530" y="245"/>
                      <a:pt x="4531" y="1"/>
                      <a:pt x="35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853;p69">
                <a:extLst>
                  <a:ext uri="{FF2B5EF4-FFF2-40B4-BE49-F238E27FC236}">
                    <a16:creationId xmlns:a16="http://schemas.microsoft.com/office/drawing/2014/main" id="{FFC26403-816D-46CC-7A34-F440D7576BCA}"/>
                  </a:ext>
                </a:extLst>
              </p:cNvPr>
              <p:cNvSpPr/>
              <p:nvPr/>
            </p:nvSpPr>
            <p:spPr>
              <a:xfrm>
                <a:off x="1053860" y="2052926"/>
                <a:ext cx="185004" cy="101622"/>
              </a:xfrm>
              <a:custGeom>
                <a:avLst/>
                <a:gdLst/>
                <a:ahLst/>
                <a:cxnLst/>
                <a:rect l="l" t="t" r="r" b="b"/>
                <a:pathLst>
                  <a:path w="5325" h="2925" extrusionOk="0">
                    <a:moveTo>
                      <a:pt x="2456" y="1"/>
                    </a:moveTo>
                    <a:cubicBezTo>
                      <a:pt x="1893" y="1"/>
                      <a:pt x="1344" y="120"/>
                      <a:pt x="922" y="364"/>
                    </a:cubicBezTo>
                    <a:cubicBezTo>
                      <a:pt x="1" y="896"/>
                      <a:pt x="31" y="1820"/>
                      <a:pt x="993" y="2426"/>
                    </a:cubicBezTo>
                    <a:cubicBezTo>
                      <a:pt x="1515" y="2756"/>
                      <a:pt x="2203" y="2925"/>
                      <a:pt x="2870" y="2925"/>
                    </a:cubicBezTo>
                    <a:cubicBezTo>
                      <a:pt x="3433" y="2925"/>
                      <a:pt x="3981" y="2805"/>
                      <a:pt x="4403" y="2562"/>
                    </a:cubicBezTo>
                    <a:cubicBezTo>
                      <a:pt x="5324" y="2028"/>
                      <a:pt x="5294" y="1105"/>
                      <a:pt x="4332" y="497"/>
                    </a:cubicBezTo>
                    <a:cubicBezTo>
                      <a:pt x="3811" y="169"/>
                      <a:pt x="3123" y="1"/>
                      <a:pt x="24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854;p69">
                <a:extLst>
                  <a:ext uri="{FF2B5EF4-FFF2-40B4-BE49-F238E27FC236}">
                    <a16:creationId xmlns:a16="http://schemas.microsoft.com/office/drawing/2014/main" id="{6571F117-E566-E789-F4E8-0528A6AC96CF}"/>
                  </a:ext>
                </a:extLst>
              </p:cNvPr>
              <p:cNvSpPr/>
              <p:nvPr/>
            </p:nvSpPr>
            <p:spPr>
              <a:xfrm>
                <a:off x="1103195" y="2074328"/>
                <a:ext cx="69277" cy="38043"/>
              </a:xfrm>
              <a:custGeom>
                <a:avLst/>
                <a:gdLst/>
                <a:ahLst/>
                <a:cxnLst/>
                <a:rect l="l" t="t" r="r" b="b"/>
                <a:pathLst>
                  <a:path w="1994" h="1095" extrusionOk="0">
                    <a:moveTo>
                      <a:pt x="920" y="0"/>
                    </a:moveTo>
                    <a:cubicBezTo>
                      <a:pt x="710" y="0"/>
                      <a:pt x="504" y="45"/>
                      <a:pt x="346" y="137"/>
                    </a:cubicBezTo>
                    <a:cubicBezTo>
                      <a:pt x="0" y="335"/>
                      <a:pt x="13" y="681"/>
                      <a:pt x="373" y="909"/>
                    </a:cubicBezTo>
                    <a:cubicBezTo>
                      <a:pt x="568" y="1032"/>
                      <a:pt x="825" y="1094"/>
                      <a:pt x="1075" y="1094"/>
                    </a:cubicBezTo>
                    <a:cubicBezTo>
                      <a:pt x="1286" y="1094"/>
                      <a:pt x="1491" y="1050"/>
                      <a:pt x="1649" y="958"/>
                    </a:cubicBezTo>
                    <a:cubicBezTo>
                      <a:pt x="1994" y="760"/>
                      <a:pt x="1982" y="414"/>
                      <a:pt x="1622" y="186"/>
                    </a:cubicBezTo>
                    <a:cubicBezTo>
                      <a:pt x="1427" y="63"/>
                      <a:pt x="1170" y="0"/>
                      <a:pt x="9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855;p69">
                <a:extLst>
                  <a:ext uri="{FF2B5EF4-FFF2-40B4-BE49-F238E27FC236}">
                    <a16:creationId xmlns:a16="http://schemas.microsoft.com/office/drawing/2014/main" id="{E2AFEA84-59BA-5CB9-3383-DEB1B473ADC2}"/>
                  </a:ext>
                </a:extLst>
              </p:cNvPr>
              <p:cNvSpPr/>
              <p:nvPr/>
            </p:nvSpPr>
            <p:spPr>
              <a:xfrm>
                <a:off x="878964" y="2100385"/>
                <a:ext cx="67296" cy="35368"/>
              </a:xfrm>
              <a:custGeom>
                <a:avLst/>
                <a:gdLst/>
                <a:ahLst/>
                <a:cxnLst/>
                <a:rect l="l" t="t" r="r" b="b"/>
                <a:pathLst>
                  <a:path w="1937" h="1018" extrusionOk="0">
                    <a:moveTo>
                      <a:pt x="975" y="0"/>
                    </a:moveTo>
                    <a:cubicBezTo>
                      <a:pt x="748" y="0"/>
                      <a:pt x="521" y="51"/>
                      <a:pt x="348" y="151"/>
                    </a:cubicBezTo>
                    <a:cubicBezTo>
                      <a:pt x="2" y="350"/>
                      <a:pt x="0" y="671"/>
                      <a:pt x="343" y="870"/>
                    </a:cubicBezTo>
                    <a:cubicBezTo>
                      <a:pt x="514" y="968"/>
                      <a:pt x="738" y="1018"/>
                      <a:pt x="963" y="1018"/>
                    </a:cubicBezTo>
                    <a:cubicBezTo>
                      <a:pt x="1189" y="1018"/>
                      <a:pt x="1416" y="968"/>
                      <a:pt x="1589" y="868"/>
                    </a:cubicBezTo>
                    <a:cubicBezTo>
                      <a:pt x="1934" y="668"/>
                      <a:pt x="1937" y="347"/>
                      <a:pt x="1594" y="148"/>
                    </a:cubicBezTo>
                    <a:cubicBezTo>
                      <a:pt x="1423" y="50"/>
                      <a:pt x="1199" y="0"/>
                      <a:pt x="9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56;p69">
                <a:extLst>
                  <a:ext uri="{FF2B5EF4-FFF2-40B4-BE49-F238E27FC236}">
                    <a16:creationId xmlns:a16="http://schemas.microsoft.com/office/drawing/2014/main" id="{C50A2063-5623-E8B1-D182-A8B0F90D32A4}"/>
                  </a:ext>
                </a:extLst>
              </p:cNvPr>
              <p:cNvSpPr/>
              <p:nvPr/>
            </p:nvSpPr>
            <p:spPr>
              <a:xfrm>
                <a:off x="733738" y="2177201"/>
                <a:ext cx="260742" cy="159746"/>
              </a:xfrm>
              <a:custGeom>
                <a:avLst/>
                <a:gdLst/>
                <a:ahLst/>
                <a:cxnLst/>
                <a:rect l="l" t="t" r="r" b="b"/>
                <a:pathLst>
                  <a:path w="7505" h="4598" extrusionOk="0">
                    <a:moveTo>
                      <a:pt x="3773" y="0"/>
                    </a:moveTo>
                    <a:cubicBezTo>
                      <a:pt x="2896" y="0"/>
                      <a:pt x="2017" y="227"/>
                      <a:pt x="1345" y="678"/>
                    </a:cubicBezTo>
                    <a:cubicBezTo>
                      <a:pt x="8" y="1580"/>
                      <a:pt x="1" y="3035"/>
                      <a:pt x="1331" y="3928"/>
                    </a:cubicBezTo>
                    <a:cubicBezTo>
                      <a:pt x="1993" y="4374"/>
                      <a:pt x="2862" y="4597"/>
                      <a:pt x="3732" y="4597"/>
                    </a:cubicBezTo>
                    <a:cubicBezTo>
                      <a:pt x="4609" y="4597"/>
                      <a:pt x="5488" y="4371"/>
                      <a:pt x="6160" y="3919"/>
                    </a:cubicBezTo>
                    <a:cubicBezTo>
                      <a:pt x="7498" y="3019"/>
                      <a:pt x="7504" y="1564"/>
                      <a:pt x="6175" y="669"/>
                    </a:cubicBezTo>
                    <a:cubicBezTo>
                      <a:pt x="5512" y="223"/>
                      <a:pt x="4644" y="0"/>
                      <a:pt x="37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857;p69">
                <a:extLst>
                  <a:ext uri="{FF2B5EF4-FFF2-40B4-BE49-F238E27FC236}">
                    <a16:creationId xmlns:a16="http://schemas.microsoft.com/office/drawing/2014/main" id="{63FE61EA-80AE-4369-AF53-31AED02DC900}"/>
                  </a:ext>
                </a:extLst>
              </p:cNvPr>
              <p:cNvSpPr/>
              <p:nvPr/>
            </p:nvSpPr>
            <p:spPr>
              <a:xfrm>
                <a:off x="778001" y="2209478"/>
                <a:ext cx="179653" cy="110064"/>
              </a:xfrm>
              <a:custGeom>
                <a:avLst/>
                <a:gdLst/>
                <a:ahLst/>
                <a:cxnLst/>
                <a:rect l="l" t="t" r="r" b="b"/>
                <a:pathLst>
                  <a:path w="5171" h="3168" extrusionOk="0">
                    <a:moveTo>
                      <a:pt x="2600" y="1"/>
                    </a:moveTo>
                    <a:cubicBezTo>
                      <a:pt x="1995" y="1"/>
                      <a:pt x="1390" y="156"/>
                      <a:pt x="926" y="468"/>
                    </a:cubicBezTo>
                    <a:cubicBezTo>
                      <a:pt x="5" y="1087"/>
                      <a:pt x="0" y="2090"/>
                      <a:pt x="917" y="2707"/>
                    </a:cubicBezTo>
                    <a:cubicBezTo>
                      <a:pt x="1373" y="3014"/>
                      <a:pt x="1972" y="3168"/>
                      <a:pt x="2572" y="3168"/>
                    </a:cubicBezTo>
                    <a:cubicBezTo>
                      <a:pt x="3176" y="3168"/>
                      <a:pt x="3782" y="3012"/>
                      <a:pt x="4244" y="2701"/>
                    </a:cubicBezTo>
                    <a:cubicBezTo>
                      <a:pt x="5166" y="2080"/>
                      <a:pt x="5170" y="1077"/>
                      <a:pt x="4255" y="461"/>
                    </a:cubicBezTo>
                    <a:cubicBezTo>
                      <a:pt x="3798" y="154"/>
                      <a:pt x="3200" y="1"/>
                      <a:pt x="26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3858;p69">
                <a:extLst>
                  <a:ext uri="{FF2B5EF4-FFF2-40B4-BE49-F238E27FC236}">
                    <a16:creationId xmlns:a16="http://schemas.microsoft.com/office/drawing/2014/main" id="{E9FE3F7B-53F0-41C9-CBAD-64DC6D4B48E4}"/>
                  </a:ext>
                </a:extLst>
              </p:cNvPr>
              <p:cNvSpPr/>
              <p:nvPr/>
            </p:nvSpPr>
            <p:spPr>
              <a:xfrm>
                <a:off x="830115" y="2236716"/>
                <a:ext cx="67296" cy="41239"/>
              </a:xfrm>
              <a:custGeom>
                <a:avLst/>
                <a:gdLst/>
                <a:ahLst/>
                <a:cxnLst/>
                <a:rect l="l" t="t" r="r" b="b"/>
                <a:pathLst>
                  <a:path w="1937" h="1187" extrusionOk="0">
                    <a:moveTo>
                      <a:pt x="975" y="1"/>
                    </a:moveTo>
                    <a:cubicBezTo>
                      <a:pt x="748" y="1"/>
                      <a:pt x="521" y="59"/>
                      <a:pt x="348" y="176"/>
                    </a:cubicBezTo>
                    <a:cubicBezTo>
                      <a:pt x="3" y="408"/>
                      <a:pt x="0" y="783"/>
                      <a:pt x="343" y="1014"/>
                    </a:cubicBezTo>
                    <a:cubicBezTo>
                      <a:pt x="514" y="1129"/>
                      <a:pt x="738" y="1186"/>
                      <a:pt x="962" y="1186"/>
                    </a:cubicBezTo>
                    <a:cubicBezTo>
                      <a:pt x="1189" y="1186"/>
                      <a:pt x="1416" y="1128"/>
                      <a:pt x="1589" y="1011"/>
                    </a:cubicBezTo>
                    <a:cubicBezTo>
                      <a:pt x="1935" y="779"/>
                      <a:pt x="1937" y="403"/>
                      <a:pt x="1594" y="173"/>
                    </a:cubicBezTo>
                    <a:cubicBezTo>
                      <a:pt x="1423" y="58"/>
                      <a:pt x="1199" y="1"/>
                      <a:pt x="97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3859;p69">
                <a:extLst>
                  <a:ext uri="{FF2B5EF4-FFF2-40B4-BE49-F238E27FC236}">
                    <a16:creationId xmlns:a16="http://schemas.microsoft.com/office/drawing/2014/main" id="{E84A54C7-15CC-B914-C6E5-F0ACBC78265D}"/>
                  </a:ext>
                </a:extLst>
              </p:cNvPr>
              <p:cNvSpPr/>
              <p:nvPr/>
            </p:nvSpPr>
            <p:spPr>
              <a:xfrm>
                <a:off x="848807" y="2210034"/>
                <a:ext cx="29913" cy="54233"/>
              </a:xfrm>
              <a:custGeom>
                <a:avLst/>
                <a:gdLst/>
                <a:ahLst/>
                <a:cxnLst/>
                <a:rect l="l" t="t" r="r" b="b"/>
                <a:pathLst>
                  <a:path w="861" h="1561" extrusionOk="0">
                    <a:moveTo>
                      <a:pt x="1" y="1"/>
                    </a:moveTo>
                    <a:lnTo>
                      <a:pt x="1" y="1271"/>
                    </a:lnTo>
                    <a:cubicBezTo>
                      <a:pt x="1" y="1345"/>
                      <a:pt x="42" y="1419"/>
                      <a:pt x="125" y="1476"/>
                    </a:cubicBezTo>
                    <a:cubicBezTo>
                      <a:pt x="209" y="1532"/>
                      <a:pt x="318" y="1560"/>
                      <a:pt x="428" y="1560"/>
                    </a:cubicBezTo>
                    <a:cubicBezTo>
                      <a:pt x="539" y="1560"/>
                      <a:pt x="649" y="1532"/>
                      <a:pt x="734" y="1474"/>
                    </a:cubicBezTo>
                    <a:cubicBezTo>
                      <a:pt x="817" y="1419"/>
                      <a:pt x="859" y="1345"/>
                      <a:pt x="860" y="1271"/>
                    </a:cubicBezTo>
                    <a:lnTo>
                      <a:pt x="86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3860;p69">
                <a:extLst>
                  <a:ext uri="{FF2B5EF4-FFF2-40B4-BE49-F238E27FC236}">
                    <a16:creationId xmlns:a16="http://schemas.microsoft.com/office/drawing/2014/main" id="{2069CA1B-B0F4-9E8D-C3CE-3FACC7ED2BCD}"/>
                  </a:ext>
                </a:extLst>
              </p:cNvPr>
              <p:cNvSpPr/>
              <p:nvPr/>
            </p:nvSpPr>
            <p:spPr>
              <a:xfrm>
                <a:off x="1123762" y="2041878"/>
                <a:ext cx="33596" cy="55345"/>
              </a:xfrm>
              <a:custGeom>
                <a:avLst/>
                <a:gdLst/>
                <a:ahLst/>
                <a:cxnLst/>
                <a:rect l="l" t="t" r="r" b="b"/>
                <a:pathLst>
                  <a:path w="967" h="1593" extrusionOk="0">
                    <a:moveTo>
                      <a:pt x="110" y="0"/>
                    </a:moveTo>
                    <a:lnTo>
                      <a:pt x="8" y="1268"/>
                    </a:lnTo>
                    <a:cubicBezTo>
                      <a:pt x="1" y="1341"/>
                      <a:pt x="36" y="1418"/>
                      <a:pt x="116" y="1481"/>
                    </a:cubicBezTo>
                    <a:cubicBezTo>
                      <a:pt x="207" y="1554"/>
                      <a:pt x="336" y="1592"/>
                      <a:pt x="462" y="1592"/>
                    </a:cubicBezTo>
                    <a:cubicBezTo>
                      <a:pt x="555" y="1592"/>
                      <a:pt x="647" y="1572"/>
                      <a:pt x="722" y="1529"/>
                    </a:cubicBezTo>
                    <a:cubicBezTo>
                      <a:pt x="810" y="1480"/>
                      <a:pt x="857" y="1409"/>
                      <a:pt x="865" y="1335"/>
                    </a:cubicBezTo>
                    <a:lnTo>
                      <a:pt x="967" y="69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3861;p69">
                <a:extLst>
                  <a:ext uri="{FF2B5EF4-FFF2-40B4-BE49-F238E27FC236}">
                    <a16:creationId xmlns:a16="http://schemas.microsoft.com/office/drawing/2014/main" id="{BCE915DE-B62C-5837-818F-126DE1C9A70A}"/>
                  </a:ext>
                </a:extLst>
              </p:cNvPr>
              <p:cNvSpPr/>
              <p:nvPr/>
            </p:nvSpPr>
            <p:spPr>
              <a:xfrm>
                <a:off x="1109657" y="2012520"/>
                <a:ext cx="65941" cy="58750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691" extrusionOk="0">
                    <a:moveTo>
                      <a:pt x="94" y="1"/>
                    </a:moveTo>
                    <a:lnTo>
                      <a:pt x="1" y="1100"/>
                    </a:lnTo>
                    <a:lnTo>
                      <a:pt x="7" y="1102"/>
                    </a:lnTo>
                    <a:cubicBezTo>
                      <a:pt x="21" y="1231"/>
                      <a:pt x="102" y="1362"/>
                      <a:pt x="262" y="1473"/>
                    </a:cubicBezTo>
                    <a:cubicBezTo>
                      <a:pt x="467" y="1616"/>
                      <a:pt x="749" y="1690"/>
                      <a:pt x="1018" y="1690"/>
                    </a:cubicBezTo>
                    <a:cubicBezTo>
                      <a:pt x="1207" y="1690"/>
                      <a:pt x="1390" y="1653"/>
                      <a:pt x="1536" y="1577"/>
                    </a:cubicBezTo>
                    <a:cubicBezTo>
                      <a:pt x="1723" y="1479"/>
                      <a:pt x="1809" y="1334"/>
                      <a:pt x="1797" y="1184"/>
                    </a:cubicBezTo>
                    <a:lnTo>
                      <a:pt x="1803" y="1182"/>
                    </a:lnTo>
                    <a:lnTo>
                      <a:pt x="1897" y="102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3862;p69">
                <a:extLst>
                  <a:ext uri="{FF2B5EF4-FFF2-40B4-BE49-F238E27FC236}">
                    <a16:creationId xmlns:a16="http://schemas.microsoft.com/office/drawing/2014/main" id="{F6F0AB5A-D563-1E85-A8CA-92657A9D8A28}"/>
                  </a:ext>
                </a:extLst>
              </p:cNvPr>
              <p:cNvSpPr/>
              <p:nvPr/>
            </p:nvSpPr>
            <p:spPr>
              <a:xfrm>
                <a:off x="833103" y="2176020"/>
                <a:ext cx="61286" cy="56387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623" extrusionOk="0">
                    <a:moveTo>
                      <a:pt x="2" y="0"/>
                    </a:moveTo>
                    <a:lnTo>
                      <a:pt x="2" y="1031"/>
                    </a:lnTo>
                    <a:cubicBezTo>
                      <a:pt x="0" y="1183"/>
                      <a:pt x="85" y="1335"/>
                      <a:pt x="257" y="1451"/>
                    </a:cubicBezTo>
                    <a:cubicBezTo>
                      <a:pt x="428" y="1565"/>
                      <a:pt x="652" y="1623"/>
                      <a:pt x="876" y="1623"/>
                    </a:cubicBezTo>
                    <a:cubicBezTo>
                      <a:pt x="1103" y="1623"/>
                      <a:pt x="1330" y="1564"/>
                      <a:pt x="1503" y="1447"/>
                    </a:cubicBezTo>
                    <a:cubicBezTo>
                      <a:pt x="1675" y="1332"/>
                      <a:pt x="1762" y="1181"/>
                      <a:pt x="1763" y="1031"/>
                    </a:cubicBezTo>
                    <a:lnTo>
                      <a:pt x="176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3863;p69">
                <a:extLst>
                  <a:ext uri="{FF2B5EF4-FFF2-40B4-BE49-F238E27FC236}">
                    <a16:creationId xmlns:a16="http://schemas.microsoft.com/office/drawing/2014/main" id="{3295ADEB-E85F-3350-0F38-406175759EA8}"/>
                  </a:ext>
                </a:extLst>
              </p:cNvPr>
              <p:cNvSpPr/>
              <p:nvPr/>
            </p:nvSpPr>
            <p:spPr>
              <a:xfrm>
                <a:off x="1109587" y="1995947"/>
                <a:ext cx="69242" cy="38078"/>
              </a:xfrm>
              <a:custGeom>
                <a:avLst/>
                <a:gdLst/>
                <a:ahLst/>
                <a:cxnLst/>
                <a:rect l="l" t="t" r="r" b="b"/>
                <a:pathLst>
                  <a:path w="1993" h="1096" extrusionOk="0">
                    <a:moveTo>
                      <a:pt x="919" y="1"/>
                    </a:moveTo>
                    <a:cubicBezTo>
                      <a:pt x="709" y="1"/>
                      <a:pt x="503" y="45"/>
                      <a:pt x="346" y="136"/>
                    </a:cubicBezTo>
                    <a:cubicBezTo>
                      <a:pt x="1" y="336"/>
                      <a:pt x="12" y="682"/>
                      <a:pt x="372" y="908"/>
                    </a:cubicBezTo>
                    <a:cubicBezTo>
                      <a:pt x="567" y="1032"/>
                      <a:pt x="825" y="1095"/>
                      <a:pt x="1075" y="1095"/>
                    </a:cubicBezTo>
                    <a:cubicBezTo>
                      <a:pt x="1286" y="1095"/>
                      <a:pt x="1491" y="1051"/>
                      <a:pt x="1648" y="959"/>
                    </a:cubicBezTo>
                    <a:cubicBezTo>
                      <a:pt x="1993" y="759"/>
                      <a:pt x="1982" y="415"/>
                      <a:pt x="1622" y="187"/>
                    </a:cubicBezTo>
                    <a:cubicBezTo>
                      <a:pt x="1427" y="63"/>
                      <a:pt x="1169" y="1"/>
                      <a:pt x="9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3864;p69">
                <a:extLst>
                  <a:ext uri="{FF2B5EF4-FFF2-40B4-BE49-F238E27FC236}">
                    <a16:creationId xmlns:a16="http://schemas.microsoft.com/office/drawing/2014/main" id="{CB1DA129-0A82-CCDC-FEE2-1D338E96C359}"/>
                  </a:ext>
                </a:extLst>
              </p:cNvPr>
              <p:cNvSpPr/>
              <p:nvPr/>
            </p:nvSpPr>
            <p:spPr>
              <a:xfrm>
                <a:off x="830115" y="2155383"/>
                <a:ext cx="67296" cy="41239"/>
              </a:xfrm>
              <a:custGeom>
                <a:avLst/>
                <a:gdLst/>
                <a:ahLst/>
                <a:cxnLst/>
                <a:rect l="l" t="t" r="r" b="b"/>
                <a:pathLst>
                  <a:path w="1937" h="1187" extrusionOk="0">
                    <a:moveTo>
                      <a:pt x="975" y="0"/>
                    </a:moveTo>
                    <a:cubicBezTo>
                      <a:pt x="748" y="0"/>
                      <a:pt x="521" y="59"/>
                      <a:pt x="348" y="176"/>
                    </a:cubicBezTo>
                    <a:cubicBezTo>
                      <a:pt x="3" y="408"/>
                      <a:pt x="0" y="783"/>
                      <a:pt x="343" y="1014"/>
                    </a:cubicBezTo>
                    <a:cubicBezTo>
                      <a:pt x="514" y="1129"/>
                      <a:pt x="738" y="1186"/>
                      <a:pt x="962" y="1186"/>
                    </a:cubicBezTo>
                    <a:cubicBezTo>
                      <a:pt x="1189" y="1186"/>
                      <a:pt x="1416" y="1128"/>
                      <a:pt x="1589" y="1011"/>
                    </a:cubicBezTo>
                    <a:cubicBezTo>
                      <a:pt x="1935" y="779"/>
                      <a:pt x="1937" y="403"/>
                      <a:pt x="1594" y="173"/>
                    </a:cubicBezTo>
                    <a:cubicBezTo>
                      <a:pt x="1423" y="58"/>
                      <a:pt x="1199" y="0"/>
                      <a:pt x="9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" name="Google Shape;3865;p69">
              <a:extLst>
                <a:ext uri="{FF2B5EF4-FFF2-40B4-BE49-F238E27FC236}">
                  <a16:creationId xmlns:a16="http://schemas.microsoft.com/office/drawing/2014/main" id="{0C190516-EC9C-80B2-2CAC-E794BB9A1624}"/>
                </a:ext>
              </a:extLst>
            </p:cNvPr>
            <p:cNvSpPr/>
            <p:nvPr/>
          </p:nvSpPr>
          <p:spPr>
            <a:xfrm>
              <a:off x="2583825" y="2641954"/>
              <a:ext cx="558843" cy="389784"/>
            </a:xfrm>
            <a:custGeom>
              <a:avLst/>
              <a:gdLst/>
              <a:ahLst/>
              <a:cxnLst/>
              <a:rect l="l" t="t" r="r" b="b"/>
              <a:pathLst>
                <a:path w="11206" h="7816" extrusionOk="0">
                  <a:moveTo>
                    <a:pt x="356" y="0"/>
                  </a:moveTo>
                  <a:cubicBezTo>
                    <a:pt x="356" y="0"/>
                    <a:pt x="148" y="157"/>
                    <a:pt x="139" y="200"/>
                  </a:cubicBezTo>
                  <a:cubicBezTo>
                    <a:pt x="130" y="238"/>
                    <a:pt x="1" y="608"/>
                    <a:pt x="47" y="817"/>
                  </a:cubicBezTo>
                  <a:cubicBezTo>
                    <a:pt x="93" y="1028"/>
                    <a:pt x="338" y="1392"/>
                    <a:pt x="338" y="1392"/>
                  </a:cubicBezTo>
                  <a:cubicBezTo>
                    <a:pt x="338" y="1392"/>
                    <a:pt x="227" y="1718"/>
                    <a:pt x="231" y="1910"/>
                  </a:cubicBezTo>
                  <a:cubicBezTo>
                    <a:pt x="238" y="2103"/>
                    <a:pt x="436" y="2298"/>
                    <a:pt x="436" y="2298"/>
                  </a:cubicBezTo>
                  <a:cubicBezTo>
                    <a:pt x="436" y="2298"/>
                    <a:pt x="433" y="2489"/>
                    <a:pt x="547" y="2627"/>
                  </a:cubicBezTo>
                  <a:cubicBezTo>
                    <a:pt x="662" y="2766"/>
                    <a:pt x="1287" y="3089"/>
                    <a:pt x="1645" y="3249"/>
                  </a:cubicBezTo>
                  <a:cubicBezTo>
                    <a:pt x="1819" y="3326"/>
                    <a:pt x="1996" y="3346"/>
                    <a:pt x="2132" y="3346"/>
                  </a:cubicBezTo>
                  <a:cubicBezTo>
                    <a:pt x="2276" y="3346"/>
                    <a:pt x="2374" y="3324"/>
                    <a:pt x="2374" y="3324"/>
                  </a:cubicBezTo>
                  <a:cubicBezTo>
                    <a:pt x="2374" y="3324"/>
                    <a:pt x="4541" y="6907"/>
                    <a:pt x="5054" y="7385"/>
                  </a:cubicBezTo>
                  <a:cubicBezTo>
                    <a:pt x="5198" y="7519"/>
                    <a:pt x="5616" y="7815"/>
                    <a:pt x="6203" y="7815"/>
                  </a:cubicBezTo>
                  <a:cubicBezTo>
                    <a:pt x="6309" y="7815"/>
                    <a:pt x="6421" y="7806"/>
                    <a:pt x="6538" y="7783"/>
                  </a:cubicBezTo>
                  <a:cubicBezTo>
                    <a:pt x="7301" y="7639"/>
                    <a:pt x="10041" y="4459"/>
                    <a:pt x="10041" y="4459"/>
                  </a:cubicBezTo>
                  <a:cubicBezTo>
                    <a:pt x="11206" y="1562"/>
                    <a:pt x="9225" y="1095"/>
                    <a:pt x="8541" y="1095"/>
                  </a:cubicBezTo>
                  <a:cubicBezTo>
                    <a:pt x="8431" y="1095"/>
                    <a:pt x="8355" y="1107"/>
                    <a:pt x="8330" y="1123"/>
                  </a:cubicBezTo>
                  <a:cubicBezTo>
                    <a:pt x="8289" y="1149"/>
                    <a:pt x="8178" y="1232"/>
                    <a:pt x="8035" y="1344"/>
                  </a:cubicBezTo>
                  <a:lnTo>
                    <a:pt x="8035" y="1346"/>
                  </a:lnTo>
                  <a:cubicBezTo>
                    <a:pt x="7569" y="1709"/>
                    <a:pt x="5887" y="4678"/>
                    <a:pt x="5887" y="4678"/>
                  </a:cubicBezTo>
                  <a:cubicBezTo>
                    <a:pt x="5887" y="4678"/>
                    <a:pt x="3346" y="2118"/>
                    <a:pt x="3271" y="1989"/>
                  </a:cubicBezTo>
                  <a:cubicBezTo>
                    <a:pt x="3254" y="1960"/>
                    <a:pt x="3240" y="1907"/>
                    <a:pt x="3229" y="1840"/>
                  </a:cubicBezTo>
                  <a:cubicBezTo>
                    <a:pt x="3186" y="1614"/>
                    <a:pt x="3148" y="1229"/>
                    <a:pt x="2940" y="1040"/>
                  </a:cubicBezTo>
                  <a:cubicBezTo>
                    <a:pt x="2669" y="797"/>
                    <a:pt x="2073" y="402"/>
                    <a:pt x="1750" y="380"/>
                  </a:cubicBezTo>
                  <a:cubicBezTo>
                    <a:pt x="1425" y="360"/>
                    <a:pt x="1199" y="248"/>
                    <a:pt x="937" y="214"/>
                  </a:cubicBezTo>
                  <a:cubicBezTo>
                    <a:pt x="902" y="210"/>
                    <a:pt x="871" y="208"/>
                    <a:pt x="844" y="208"/>
                  </a:cubicBezTo>
                  <a:cubicBezTo>
                    <a:pt x="669" y="208"/>
                    <a:pt x="656" y="283"/>
                    <a:pt x="656" y="283"/>
                  </a:cubicBezTo>
                  <a:lnTo>
                    <a:pt x="568" y="408"/>
                  </a:lnTo>
                  <a:lnTo>
                    <a:pt x="562" y="397"/>
                  </a:lnTo>
                  <a:lnTo>
                    <a:pt x="356" y="0"/>
                  </a:ln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866;p69">
              <a:extLst>
                <a:ext uri="{FF2B5EF4-FFF2-40B4-BE49-F238E27FC236}">
                  <a16:creationId xmlns:a16="http://schemas.microsoft.com/office/drawing/2014/main" id="{EDA9C430-E174-6595-1B54-7D6E779E429F}"/>
                </a:ext>
              </a:extLst>
            </p:cNvPr>
            <p:cNvSpPr/>
            <p:nvPr/>
          </p:nvSpPr>
          <p:spPr>
            <a:xfrm>
              <a:off x="2925331" y="2508653"/>
              <a:ext cx="325103" cy="378713"/>
            </a:xfrm>
            <a:custGeom>
              <a:avLst/>
              <a:gdLst/>
              <a:ahLst/>
              <a:cxnLst/>
              <a:rect l="l" t="t" r="r" b="b"/>
              <a:pathLst>
                <a:path w="6519" h="7594" extrusionOk="0">
                  <a:moveTo>
                    <a:pt x="3459" y="0"/>
                  </a:moveTo>
                  <a:cubicBezTo>
                    <a:pt x="3266" y="0"/>
                    <a:pt x="3189" y="82"/>
                    <a:pt x="3126" y="124"/>
                  </a:cubicBezTo>
                  <a:cubicBezTo>
                    <a:pt x="2986" y="218"/>
                    <a:pt x="198" y="4613"/>
                    <a:pt x="198" y="4613"/>
                  </a:cubicBezTo>
                  <a:cubicBezTo>
                    <a:pt x="198" y="4613"/>
                    <a:pt x="1" y="5131"/>
                    <a:pt x="790" y="6234"/>
                  </a:cubicBezTo>
                  <a:cubicBezTo>
                    <a:pt x="1577" y="7337"/>
                    <a:pt x="2491" y="7592"/>
                    <a:pt x="2923" y="7594"/>
                  </a:cubicBezTo>
                  <a:cubicBezTo>
                    <a:pt x="2923" y="7594"/>
                    <a:pt x="2924" y="7594"/>
                    <a:pt x="2924" y="7594"/>
                  </a:cubicBezTo>
                  <a:cubicBezTo>
                    <a:pt x="3357" y="7594"/>
                    <a:pt x="5312" y="5340"/>
                    <a:pt x="5915" y="4691"/>
                  </a:cubicBezTo>
                  <a:cubicBezTo>
                    <a:pt x="6518" y="4044"/>
                    <a:pt x="6266" y="1435"/>
                    <a:pt x="4869" y="587"/>
                  </a:cubicBezTo>
                  <a:cubicBezTo>
                    <a:pt x="4102" y="122"/>
                    <a:pt x="3694" y="0"/>
                    <a:pt x="345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>
          <a:extLst>
            <a:ext uri="{FF2B5EF4-FFF2-40B4-BE49-F238E27FC236}">
              <a16:creationId xmlns:a16="http://schemas.microsoft.com/office/drawing/2014/main" id="{DE5A08D0-76FF-0AF6-7F85-24D55BD9B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" name="Google Shape;2339;p52">
            <a:extLst>
              <a:ext uri="{FF2B5EF4-FFF2-40B4-BE49-F238E27FC236}">
                <a16:creationId xmlns:a16="http://schemas.microsoft.com/office/drawing/2014/main" id="{8FC013D1-B6DE-773F-9C7A-A4F2D876EF75}"/>
              </a:ext>
            </a:extLst>
          </p:cNvPr>
          <p:cNvGrpSpPr/>
          <p:nvPr/>
        </p:nvGrpSpPr>
        <p:grpSpPr>
          <a:xfrm>
            <a:off x="8030743" y="1100223"/>
            <a:ext cx="112497" cy="70411"/>
            <a:chOff x="660857" y="991303"/>
            <a:chExt cx="2504639" cy="1567634"/>
          </a:xfrm>
        </p:grpSpPr>
        <p:sp>
          <p:nvSpPr>
            <p:cNvPr id="1332" name="Google Shape;2340;p52">
              <a:extLst>
                <a:ext uri="{FF2B5EF4-FFF2-40B4-BE49-F238E27FC236}">
                  <a16:creationId xmlns:a16="http://schemas.microsoft.com/office/drawing/2014/main" id="{4FABE03B-40C6-8D21-4C82-1D8EE0D568A2}"/>
                </a:ext>
              </a:extLst>
            </p:cNvPr>
            <p:cNvSpPr/>
            <p:nvPr/>
          </p:nvSpPr>
          <p:spPr>
            <a:xfrm>
              <a:off x="1461130" y="1862640"/>
              <a:ext cx="906715" cy="328316"/>
            </a:xfrm>
            <a:custGeom>
              <a:avLst/>
              <a:gdLst/>
              <a:ahLst/>
              <a:cxnLst/>
              <a:rect l="l" t="t" r="r" b="b"/>
              <a:pathLst>
                <a:path w="15681" h="5678" extrusionOk="0">
                  <a:moveTo>
                    <a:pt x="13127" y="1703"/>
                  </a:moveTo>
                  <a:cubicBezTo>
                    <a:pt x="10194" y="9"/>
                    <a:pt x="5433" y="0"/>
                    <a:pt x="2518" y="1684"/>
                  </a:cubicBezTo>
                  <a:cubicBezTo>
                    <a:pt x="672" y="2750"/>
                    <a:pt x="0" y="4242"/>
                    <a:pt x="502" y="5624"/>
                  </a:cubicBezTo>
                  <a:cubicBezTo>
                    <a:pt x="788" y="4835"/>
                    <a:pt x="1460" y="4082"/>
                    <a:pt x="2518" y="3472"/>
                  </a:cubicBezTo>
                  <a:cubicBezTo>
                    <a:pt x="5433" y="1789"/>
                    <a:pt x="10194" y="1797"/>
                    <a:pt x="13127" y="3492"/>
                  </a:cubicBezTo>
                  <a:cubicBezTo>
                    <a:pt x="14204" y="4113"/>
                    <a:pt x="14887" y="4876"/>
                    <a:pt x="15178" y="5678"/>
                  </a:cubicBezTo>
                  <a:cubicBezTo>
                    <a:pt x="15681" y="4290"/>
                    <a:pt x="14996" y="2783"/>
                    <a:pt x="13127" y="17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2341;p52">
              <a:extLst>
                <a:ext uri="{FF2B5EF4-FFF2-40B4-BE49-F238E27FC236}">
                  <a16:creationId xmlns:a16="http://schemas.microsoft.com/office/drawing/2014/main" id="{B538782F-1F09-FF73-6747-F720590B1AE9}"/>
                </a:ext>
              </a:extLst>
            </p:cNvPr>
            <p:cNvSpPr/>
            <p:nvPr/>
          </p:nvSpPr>
          <p:spPr>
            <a:xfrm>
              <a:off x="2157552" y="1476150"/>
              <a:ext cx="906830" cy="312704"/>
            </a:xfrm>
            <a:custGeom>
              <a:avLst/>
              <a:gdLst/>
              <a:ahLst/>
              <a:cxnLst/>
              <a:rect l="l" t="t" r="r" b="b"/>
              <a:pathLst>
                <a:path w="15683" h="5408" extrusionOk="0">
                  <a:moveTo>
                    <a:pt x="13128" y="1434"/>
                  </a:moveTo>
                  <a:cubicBezTo>
                    <a:pt x="11354" y="410"/>
                    <a:pt x="8913" y="1"/>
                    <a:pt x="6615" y="211"/>
                  </a:cubicBezTo>
                  <a:cubicBezTo>
                    <a:pt x="6252" y="244"/>
                    <a:pt x="5893" y="293"/>
                    <a:pt x="5541" y="356"/>
                  </a:cubicBezTo>
                  <a:cubicBezTo>
                    <a:pt x="4434" y="557"/>
                    <a:pt x="3394" y="910"/>
                    <a:pt x="2518" y="1414"/>
                  </a:cubicBezTo>
                  <a:cubicBezTo>
                    <a:pt x="673" y="2480"/>
                    <a:pt x="0" y="3972"/>
                    <a:pt x="500" y="5354"/>
                  </a:cubicBezTo>
                  <a:cubicBezTo>
                    <a:pt x="788" y="4564"/>
                    <a:pt x="1460" y="3812"/>
                    <a:pt x="2518" y="3202"/>
                  </a:cubicBezTo>
                  <a:cubicBezTo>
                    <a:pt x="5433" y="1519"/>
                    <a:pt x="10194" y="1528"/>
                    <a:pt x="13128" y="3222"/>
                  </a:cubicBezTo>
                  <a:cubicBezTo>
                    <a:pt x="14204" y="3843"/>
                    <a:pt x="14889" y="4607"/>
                    <a:pt x="15178" y="5407"/>
                  </a:cubicBezTo>
                  <a:cubicBezTo>
                    <a:pt x="15682" y="4021"/>
                    <a:pt x="14998" y="2514"/>
                    <a:pt x="13128" y="1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2342;p52">
              <a:extLst>
                <a:ext uri="{FF2B5EF4-FFF2-40B4-BE49-F238E27FC236}">
                  <a16:creationId xmlns:a16="http://schemas.microsoft.com/office/drawing/2014/main" id="{F8C2803B-5819-21B8-99BA-EBA280FCF00F}"/>
                </a:ext>
              </a:extLst>
            </p:cNvPr>
            <p:cNvSpPr/>
            <p:nvPr/>
          </p:nvSpPr>
          <p:spPr>
            <a:xfrm>
              <a:off x="1456735" y="1056007"/>
              <a:ext cx="906772" cy="328258"/>
            </a:xfrm>
            <a:custGeom>
              <a:avLst/>
              <a:gdLst/>
              <a:ahLst/>
              <a:cxnLst/>
              <a:rect l="l" t="t" r="r" b="b"/>
              <a:pathLst>
                <a:path w="15682" h="5677" extrusionOk="0">
                  <a:moveTo>
                    <a:pt x="2517" y="3470"/>
                  </a:moveTo>
                  <a:cubicBezTo>
                    <a:pt x="5434" y="1787"/>
                    <a:pt x="10193" y="1797"/>
                    <a:pt x="13128" y="3490"/>
                  </a:cubicBezTo>
                  <a:cubicBezTo>
                    <a:pt x="14205" y="4112"/>
                    <a:pt x="14888" y="4876"/>
                    <a:pt x="15178" y="5676"/>
                  </a:cubicBezTo>
                  <a:cubicBezTo>
                    <a:pt x="15681" y="4289"/>
                    <a:pt x="14997" y="2783"/>
                    <a:pt x="13128" y="1703"/>
                  </a:cubicBezTo>
                  <a:cubicBezTo>
                    <a:pt x="10193" y="8"/>
                    <a:pt x="5434" y="0"/>
                    <a:pt x="2517" y="1683"/>
                  </a:cubicBezTo>
                  <a:cubicBezTo>
                    <a:pt x="673" y="2749"/>
                    <a:pt x="1" y="4241"/>
                    <a:pt x="501" y="5622"/>
                  </a:cubicBezTo>
                  <a:cubicBezTo>
                    <a:pt x="788" y="4833"/>
                    <a:pt x="1461" y="4081"/>
                    <a:pt x="2517" y="34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2343;p52">
              <a:extLst>
                <a:ext uri="{FF2B5EF4-FFF2-40B4-BE49-F238E27FC236}">
                  <a16:creationId xmlns:a16="http://schemas.microsoft.com/office/drawing/2014/main" id="{1693FB77-E4F4-71E6-3B70-BBE7F299AA88}"/>
                </a:ext>
              </a:extLst>
            </p:cNvPr>
            <p:cNvSpPr/>
            <p:nvPr/>
          </p:nvSpPr>
          <p:spPr>
            <a:xfrm>
              <a:off x="760313" y="1473490"/>
              <a:ext cx="906772" cy="312878"/>
            </a:xfrm>
            <a:custGeom>
              <a:avLst/>
              <a:gdLst/>
              <a:ahLst/>
              <a:cxnLst/>
              <a:rect l="l" t="t" r="r" b="b"/>
              <a:pathLst>
                <a:path w="15682" h="5411" extrusionOk="0">
                  <a:moveTo>
                    <a:pt x="13128" y="1436"/>
                  </a:moveTo>
                  <a:cubicBezTo>
                    <a:pt x="12246" y="928"/>
                    <a:pt x="11202" y="571"/>
                    <a:pt x="10091" y="367"/>
                  </a:cubicBezTo>
                  <a:lnTo>
                    <a:pt x="10090" y="367"/>
                  </a:lnTo>
                  <a:cubicBezTo>
                    <a:pt x="9733" y="300"/>
                    <a:pt x="9371" y="251"/>
                    <a:pt x="9005" y="217"/>
                  </a:cubicBezTo>
                  <a:lnTo>
                    <a:pt x="9004" y="217"/>
                  </a:lnTo>
                  <a:cubicBezTo>
                    <a:pt x="6709" y="0"/>
                    <a:pt x="4277" y="400"/>
                    <a:pt x="2517" y="1417"/>
                  </a:cubicBezTo>
                  <a:cubicBezTo>
                    <a:pt x="671" y="2483"/>
                    <a:pt x="1" y="3975"/>
                    <a:pt x="501" y="5356"/>
                  </a:cubicBezTo>
                  <a:cubicBezTo>
                    <a:pt x="788" y="4567"/>
                    <a:pt x="1460" y="3815"/>
                    <a:pt x="2517" y="3205"/>
                  </a:cubicBezTo>
                  <a:cubicBezTo>
                    <a:pt x="5434" y="1520"/>
                    <a:pt x="10193" y="1529"/>
                    <a:pt x="13128" y="3225"/>
                  </a:cubicBezTo>
                  <a:cubicBezTo>
                    <a:pt x="14205" y="3846"/>
                    <a:pt x="14887" y="4609"/>
                    <a:pt x="15178" y="5410"/>
                  </a:cubicBezTo>
                  <a:cubicBezTo>
                    <a:pt x="15681" y="4023"/>
                    <a:pt x="14997" y="2515"/>
                    <a:pt x="13128" y="14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2344;p52">
              <a:extLst>
                <a:ext uri="{FF2B5EF4-FFF2-40B4-BE49-F238E27FC236}">
                  <a16:creationId xmlns:a16="http://schemas.microsoft.com/office/drawing/2014/main" id="{3277616C-8F3B-EA5E-2ECC-BF35DEDB292E}"/>
                </a:ext>
              </a:extLst>
            </p:cNvPr>
            <p:cNvSpPr/>
            <p:nvPr/>
          </p:nvSpPr>
          <p:spPr>
            <a:xfrm>
              <a:off x="675833" y="1706691"/>
              <a:ext cx="2472606" cy="852246"/>
            </a:xfrm>
            <a:custGeom>
              <a:avLst/>
              <a:gdLst/>
              <a:ahLst/>
              <a:cxnLst/>
              <a:rect l="l" t="t" r="r" b="b"/>
              <a:pathLst>
                <a:path w="42762" h="14739" extrusionOk="0">
                  <a:moveTo>
                    <a:pt x="42692" y="71"/>
                  </a:moveTo>
                  <a:cubicBezTo>
                    <a:pt x="42690" y="64"/>
                    <a:pt x="42687" y="56"/>
                    <a:pt x="42686" y="47"/>
                  </a:cubicBezTo>
                  <a:cubicBezTo>
                    <a:pt x="42753" y="485"/>
                    <a:pt x="42732" y="928"/>
                    <a:pt x="42615" y="1363"/>
                  </a:cubicBezTo>
                  <a:cubicBezTo>
                    <a:pt x="42324" y="2437"/>
                    <a:pt x="41464" y="3469"/>
                    <a:pt x="40035" y="4294"/>
                  </a:cubicBezTo>
                  <a:cubicBezTo>
                    <a:pt x="39269" y="4737"/>
                    <a:pt x="38400" y="5084"/>
                    <a:pt x="37471" y="5338"/>
                  </a:cubicBezTo>
                  <a:cubicBezTo>
                    <a:pt x="35699" y="5823"/>
                    <a:pt x="34113" y="6483"/>
                    <a:pt x="32775" y="7282"/>
                  </a:cubicBezTo>
                  <a:cubicBezTo>
                    <a:pt x="32383" y="7516"/>
                    <a:pt x="32012" y="7764"/>
                    <a:pt x="31663" y="8021"/>
                  </a:cubicBezTo>
                  <a:cubicBezTo>
                    <a:pt x="30938" y="8558"/>
                    <a:pt x="30314" y="9142"/>
                    <a:pt x="29802" y="9767"/>
                  </a:cubicBezTo>
                  <a:cubicBezTo>
                    <a:pt x="29402" y="10254"/>
                    <a:pt x="28866" y="10713"/>
                    <a:pt x="28196" y="11125"/>
                  </a:cubicBezTo>
                  <a:cubicBezTo>
                    <a:pt x="28130" y="11166"/>
                    <a:pt x="28060" y="11208"/>
                    <a:pt x="27991" y="11248"/>
                  </a:cubicBezTo>
                  <a:cubicBezTo>
                    <a:pt x="24389" y="13328"/>
                    <a:pt x="18516" y="13317"/>
                    <a:pt x="14890" y="11223"/>
                  </a:cubicBezTo>
                  <a:cubicBezTo>
                    <a:pt x="14806" y="11176"/>
                    <a:pt x="14724" y="11126"/>
                    <a:pt x="14644" y="11077"/>
                  </a:cubicBezTo>
                  <a:cubicBezTo>
                    <a:pt x="13987" y="10668"/>
                    <a:pt x="13461" y="10216"/>
                    <a:pt x="13064" y="9736"/>
                  </a:cubicBezTo>
                  <a:cubicBezTo>
                    <a:pt x="12546" y="9110"/>
                    <a:pt x="11914" y="8524"/>
                    <a:pt x="11185" y="7985"/>
                  </a:cubicBezTo>
                  <a:cubicBezTo>
                    <a:pt x="10829" y="7724"/>
                    <a:pt x="10453" y="7473"/>
                    <a:pt x="10053" y="7235"/>
                  </a:cubicBezTo>
                  <a:cubicBezTo>
                    <a:pt x="8708" y="6433"/>
                    <a:pt x="7118" y="5770"/>
                    <a:pt x="5346" y="5281"/>
                  </a:cubicBezTo>
                  <a:cubicBezTo>
                    <a:pt x="4415" y="5023"/>
                    <a:pt x="3541" y="4672"/>
                    <a:pt x="2769" y="4226"/>
                  </a:cubicBezTo>
                  <a:cubicBezTo>
                    <a:pt x="1279" y="3366"/>
                    <a:pt x="399" y="2286"/>
                    <a:pt x="130" y="1168"/>
                  </a:cubicBezTo>
                  <a:cubicBezTo>
                    <a:pt x="36" y="780"/>
                    <a:pt x="17" y="390"/>
                    <a:pt x="70" y="1"/>
                  </a:cubicBezTo>
                  <a:cubicBezTo>
                    <a:pt x="68" y="8"/>
                    <a:pt x="67" y="14"/>
                    <a:pt x="65" y="21"/>
                  </a:cubicBezTo>
                  <a:cubicBezTo>
                    <a:pt x="0" y="396"/>
                    <a:pt x="37" y="1525"/>
                    <a:pt x="39" y="1850"/>
                  </a:cubicBezTo>
                  <a:cubicBezTo>
                    <a:pt x="47" y="3219"/>
                    <a:pt x="957" y="4589"/>
                    <a:pt x="2769" y="5637"/>
                  </a:cubicBezTo>
                  <a:cubicBezTo>
                    <a:pt x="3541" y="6081"/>
                    <a:pt x="4415" y="6433"/>
                    <a:pt x="5346" y="6690"/>
                  </a:cubicBezTo>
                  <a:cubicBezTo>
                    <a:pt x="8730" y="7624"/>
                    <a:pt x="11446" y="9193"/>
                    <a:pt x="13064" y="11146"/>
                  </a:cubicBezTo>
                  <a:cubicBezTo>
                    <a:pt x="13509" y="11683"/>
                    <a:pt x="14118" y="12188"/>
                    <a:pt x="14890" y="12634"/>
                  </a:cubicBezTo>
                  <a:cubicBezTo>
                    <a:pt x="18514" y="14726"/>
                    <a:pt x="24389" y="14738"/>
                    <a:pt x="27991" y="12657"/>
                  </a:cubicBezTo>
                  <a:cubicBezTo>
                    <a:pt x="28759" y="12214"/>
                    <a:pt x="29362" y="11712"/>
                    <a:pt x="29802" y="11176"/>
                  </a:cubicBezTo>
                  <a:cubicBezTo>
                    <a:pt x="31397" y="9228"/>
                    <a:pt x="34098" y="7670"/>
                    <a:pt x="37471" y="6749"/>
                  </a:cubicBezTo>
                  <a:cubicBezTo>
                    <a:pt x="38399" y="6495"/>
                    <a:pt x="39268" y="6146"/>
                    <a:pt x="40035" y="5704"/>
                  </a:cubicBezTo>
                  <a:cubicBezTo>
                    <a:pt x="41854" y="4654"/>
                    <a:pt x="42750" y="3269"/>
                    <a:pt x="42726" y="1888"/>
                  </a:cubicBezTo>
                  <a:cubicBezTo>
                    <a:pt x="42721" y="1603"/>
                    <a:pt x="42761" y="385"/>
                    <a:pt x="42692" y="7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2345;p52">
              <a:extLst>
                <a:ext uri="{FF2B5EF4-FFF2-40B4-BE49-F238E27FC236}">
                  <a16:creationId xmlns:a16="http://schemas.microsoft.com/office/drawing/2014/main" id="{1626A34F-6D4D-6CC0-F5FA-2FF32FC900A9}"/>
                </a:ext>
              </a:extLst>
            </p:cNvPr>
            <p:cNvSpPr/>
            <p:nvPr/>
          </p:nvSpPr>
          <p:spPr>
            <a:xfrm>
              <a:off x="2501831" y="1739939"/>
              <a:ext cx="220998" cy="160284"/>
            </a:xfrm>
            <a:custGeom>
              <a:avLst/>
              <a:gdLst/>
              <a:ahLst/>
              <a:cxnLst/>
              <a:rect l="l" t="t" r="r" b="b"/>
              <a:pathLst>
                <a:path w="3822" h="2772" extrusionOk="0">
                  <a:moveTo>
                    <a:pt x="3820" y="1561"/>
                  </a:moveTo>
                  <a:lnTo>
                    <a:pt x="3820" y="1561"/>
                  </a:lnTo>
                  <a:lnTo>
                    <a:pt x="3820" y="453"/>
                  </a:lnTo>
                  <a:lnTo>
                    <a:pt x="3283" y="453"/>
                  </a:lnTo>
                  <a:cubicBezTo>
                    <a:pt x="3274" y="447"/>
                    <a:pt x="3266" y="441"/>
                    <a:pt x="3256" y="435"/>
                  </a:cubicBezTo>
                  <a:cubicBezTo>
                    <a:pt x="2508" y="4"/>
                    <a:pt x="1299" y="1"/>
                    <a:pt x="555" y="430"/>
                  </a:cubicBezTo>
                  <a:cubicBezTo>
                    <a:pt x="542" y="438"/>
                    <a:pt x="533" y="445"/>
                    <a:pt x="521" y="452"/>
                  </a:cubicBezTo>
                  <a:lnTo>
                    <a:pt x="1" y="452"/>
                  </a:lnTo>
                  <a:lnTo>
                    <a:pt x="1" y="1561"/>
                  </a:lnTo>
                  <a:lnTo>
                    <a:pt x="1" y="1561"/>
                  </a:lnTo>
                  <a:cubicBezTo>
                    <a:pt x="2" y="1842"/>
                    <a:pt x="192" y="2122"/>
                    <a:pt x="564" y="2337"/>
                  </a:cubicBezTo>
                  <a:cubicBezTo>
                    <a:pt x="1311" y="2770"/>
                    <a:pt x="2520" y="2771"/>
                    <a:pt x="3263" y="2342"/>
                  </a:cubicBezTo>
                  <a:cubicBezTo>
                    <a:pt x="3637" y="2127"/>
                    <a:pt x="3822" y="1844"/>
                    <a:pt x="3819" y="15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2346;p52">
              <a:extLst>
                <a:ext uri="{FF2B5EF4-FFF2-40B4-BE49-F238E27FC236}">
                  <a16:creationId xmlns:a16="http://schemas.microsoft.com/office/drawing/2014/main" id="{611B708F-107C-0BA5-FA13-9F49073C34BB}"/>
                </a:ext>
              </a:extLst>
            </p:cNvPr>
            <p:cNvSpPr/>
            <p:nvPr/>
          </p:nvSpPr>
          <p:spPr>
            <a:xfrm>
              <a:off x="2158072" y="1770354"/>
              <a:ext cx="371914" cy="92400"/>
            </a:xfrm>
            <a:custGeom>
              <a:avLst/>
              <a:gdLst/>
              <a:ahLst/>
              <a:cxnLst/>
              <a:rect l="l" t="t" r="r" b="b"/>
              <a:pathLst>
                <a:path w="6432" h="1598" extrusionOk="0">
                  <a:moveTo>
                    <a:pt x="1" y="656"/>
                  </a:moveTo>
                  <a:lnTo>
                    <a:pt x="1" y="1185"/>
                  </a:lnTo>
                  <a:cubicBezTo>
                    <a:pt x="1" y="1413"/>
                    <a:pt x="185" y="1598"/>
                    <a:pt x="413" y="1598"/>
                  </a:cubicBezTo>
                  <a:lnTo>
                    <a:pt x="5860" y="1598"/>
                  </a:lnTo>
                  <a:cubicBezTo>
                    <a:pt x="6083" y="1598"/>
                    <a:pt x="6277" y="1468"/>
                    <a:pt x="6370" y="1281"/>
                  </a:cubicBezTo>
                  <a:cubicBezTo>
                    <a:pt x="6426" y="1168"/>
                    <a:pt x="6432" y="1038"/>
                    <a:pt x="6395" y="919"/>
                  </a:cubicBezTo>
                  <a:lnTo>
                    <a:pt x="6232" y="398"/>
                  </a:lnTo>
                  <a:cubicBezTo>
                    <a:pt x="6160" y="161"/>
                    <a:pt x="5940" y="1"/>
                    <a:pt x="5692" y="1"/>
                  </a:cubicBezTo>
                  <a:lnTo>
                    <a:pt x="656" y="1"/>
                  </a:lnTo>
                  <a:cubicBezTo>
                    <a:pt x="294" y="1"/>
                    <a:pt x="1" y="295"/>
                    <a:pt x="1" y="6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2347;p52">
              <a:extLst>
                <a:ext uri="{FF2B5EF4-FFF2-40B4-BE49-F238E27FC236}">
                  <a16:creationId xmlns:a16="http://schemas.microsoft.com/office/drawing/2014/main" id="{242C4AA3-27DD-A164-3DA8-F486DFAD6A73}"/>
                </a:ext>
              </a:extLst>
            </p:cNvPr>
            <p:cNvSpPr/>
            <p:nvPr/>
          </p:nvSpPr>
          <p:spPr>
            <a:xfrm>
              <a:off x="2490902" y="1696051"/>
              <a:ext cx="242681" cy="140104"/>
            </a:xfrm>
            <a:custGeom>
              <a:avLst/>
              <a:gdLst/>
              <a:ahLst/>
              <a:cxnLst/>
              <a:rect l="l" t="t" r="r" b="b"/>
              <a:pathLst>
                <a:path w="4197" h="2423" extrusionOk="0">
                  <a:moveTo>
                    <a:pt x="3445" y="434"/>
                  </a:moveTo>
                  <a:cubicBezTo>
                    <a:pt x="2697" y="3"/>
                    <a:pt x="1488" y="0"/>
                    <a:pt x="745" y="429"/>
                  </a:cubicBezTo>
                  <a:cubicBezTo>
                    <a:pt x="1" y="858"/>
                    <a:pt x="5" y="1557"/>
                    <a:pt x="753" y="1989"/>
                  </a:cubicBezTo>
                  <a:cubicBezTo>
                    <a:pt x="1502" y="2421"/>
                    <a:pt x="2711" y="2423"/>
                    <a:pt x="3454" y="1994"/>
                  </a:cubicBezTo>
                  <a:cubicBezTo>
                    <a:pt x="4197" y="1564"/>
                    <a:pt x="4194" y="866"/>
                    <a:pt x="3445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2348;p52">
              <a:extLst>
                <a:ext uri="{FF2B5EF4-FFF2-40B4-BE49-F238E27FC236}">
                  <a16:creationId xmlns:a16="http://schemas.microsoft.com/office/drawing/2014/main" id="{106588C9-B9B1-FC44-A000-42C943399AA3}"/>
                </a:ext>
              </a:extLst>
            </p:cNvPr>
            <p:cNvSpPr/>
            <p:nvPr/>
          </p:nvSpPr>
          <p:spPr>
            <a:xfrm>
              <a:off x="2565957" y="1743813"/>
              <a:ext cx="92574" cy="48687"/>
            </a:xfrm>
            <a:custGeom>
              <a:avLst/>
              <a:gdLst/>
              <a:ahLst/>
              <a:cxnLst/>
              <a:rect l="l" t="t" r="r" b="b"/>
              <a:pathLst>
                <a:path w="1601" h="842" extrusionOk="0">
                  <a:moveTo>
                    <a:pt x="798" y="1"/>
                  </a:moveTo>
                  <a:cubicBezTo>
                    <a:pt x="612" y="1"/>
                    <a:pt x="427" y="42"/>
                    <a:pt x="285" y="123"/>
                  </a:cubicBezTo>
                  <a:cubicBezTo>
                    <a:pt x="1" y="286"/>
                    <a:pt x="2" y="552"/>
                    <a:pt x="289" y="718"/>
                  </a:cubicBezTo>
                  <a:cubicBezTo>
                    <a:pt x="431" y="801"/>
                    <a:pt x="618" y="842"/>
                    <a:pt x="805" y="842"/>
                  </a:cubicBezTo>
                  <a:cubicBezTo>
                    <a:pt x="991" y="842"/>
                    <a:pt x="1176" y="801"/>
                    <a:pt x="1318" y="720"/>
                  </a:cubicBezTo>
                  <a:cubicBezTo>
                    <a:pt x="1601" y="555"/>
                    <a:pt x="1601" y="289"/>
                    <a:pt x="1315" y="125"/>
                  </a:cubicBezTo>
                  <a:cubicBezTo>
                    <a:pt x="1171" y="42"/>
                    <a:pt x="984" y="1"/>
                    <a:pt x="798" y="1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2349;p52">
              <a:extLst>
                <a:ext uri="{FF2B5EF4-FFF2-40B4-BE49-F238E27FC236}">
                  <a16:creationId xmlns:a16="http://schemas.microsoft.com/office/drawing/2014/main" id="{E0196BCD-58DF-7DFD-2F5C-0C2F9494ACBA}"/>
                </a:ext>
              </a:extLst>
            </p:cNvPr>
            <p:cNvSpPr/>
            <p:nvPr/>
          </p:nvSpPr>
          <p:spPr>
            <a:xfrm>
              <a:off x="2311072" y="1758905"/>
              <a:ext cx="312935" cy="175607"/>
            </a:xfrm>
            <a:custGeom>
              <a:avLst/>
              <a:gdLst/>
              <a:ahLst/>
              <a:cxnLst/>
              <a:rect l="l" t="t" r="r" b="b"/>
              <a:pathLst>
                <a:path w="5412" h="3037" extrusionOk="0">
                  <a:moveTo>
                    <a:pt x="5164" y="1"/>
                  </a:moveTo>
                  <a:lnTo>
                    <a:pt x="3489" y="91"/>
                  </a:lnTo>
                  <a:lnTo>
                    <a:pt x="2805" y="388"/>
                  </a:lnTo>
                  <a:lnTo>
                    <a:pt x="0" y="2897"/>
                  </a:lnTo>
                  <a:lnTo>
                    <a:pt x="91" y="3037"/>
                  </a:lnTo>
                  <a:lnTo>
                    <a:pt x="511" y="3037"/>
                  </a:lnTo>
                  <a:lnTo>
                    <a:pt x="5412" y="282"/>
                  </a:lnTo>
                  <a:lnTo>
                    <a:pt x="51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2350;p52">
              <a:extLst>
                <a:ext uri="{FF2B5EF4-FFF2-40B4-BE49-F238E27FC236}">
                  <a16:creationId xmlns:a16="http://schemas.microsoft.com/office/drawing/2014/main" id="{529F8D6A-C96B-A43C-D269-004DF8BF75B1}"/>
                </a:ext>
              </a:extLst>
            </p:cNvPr>
            <p:cNvSpPr/>
            <p:nvPr/>
          </p:nvSpPr>
          <p:spPr>
            <a:xfrm>
              <a:off x="2601981" y="1598272"/>
              <a:ext cx="308714" cy="180811"/>
            </a:xfrm>
            <a:custGeom>
              <a:avLst/>
              <a:gdLst/>
              <a:ahLst/>
              <a:cxnLst/>
              <a:rect l="l" t="t" r="r" b="b"/>
              <a:pathLst>
                <a:path w="5339" h="3127" extrusionOk="0">
                  <a:moveTo>
                    <a:pt x="4902" y="1"/>
                  </a:moveTo>
                  <a:lnTo>
                    <a:pt x="612" y="2400"/>
                  </a:lnTo>
                  <a:lnTo>
                    <a:pt x="1" y="2779"/>
                  </a:lnTo>
                  <a:lnTo>
                    <a:pt x="504" y="3126"/>
                  </a:lnTo>
                  <a:lnTo>
                    <a:pt x="925" y="2994"/>
                  </a:lnTo>
                  <a:lnTo>
                    <a:pt x="2287" y="2779"/>
                  </a:lnTo>
                  <a:lnTo>
                    <a:pt x="2707" y="2506"/>
                  </a:lnTo>
                  <a:lnTo>
                    <a:pt x="5338" y="139"/>
                  </a:lnTo>
                  <a:lnTo>
                    <a:pt x="52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2351;p52">
              <a:extLst>
                <a:ext uri="{FF2B5EF4-FFF2-40B4-BE49-F238E27FC236}">
                  <a16:creationId xmlns:a16="http://schemas.microsoft.com/office/drawing/2014/main" id="{8F958F88-529E-3BAB-205D-8B83A5292C5D}"/>
                </a:ext>
              </a:extLst>
            </p:cNvPr>
            <p:cNvSpPr/>
            <p:nvPr/>
          </p:nvSpPr>
          <p:spPr>
            <a:xfrm>
              <a:off x="2347443" y="1560456"/>
              <a:ext cx="280208" cy="223773"/>
            </a:xfrm>
            <a:custGeom>
              <a:avLst/>
              <a:gdLst/>
              <a:ahLst/>
              <a:cxnLst/>
              <a:rect l="l" t="t" r="r" b="b"/>
              <a:pathLst>
                <a:path w="4846" h="3870" extrusionOk="0">
                  <a:moveTo>
                    <a:pt x="91" y="1"/>
                  </a:moveTo>
                  <a:lnTo>
                    <a:pt x="1" y="141"/>
                  </a:lnTo>
                  <a:lnTo>
                    <a:pt x="173" y="525"/>
                  </a:lnTo>
                  <a:lnTo>
                    <a:pt x="4692" y="3869"/>
                  </a:lnTo>
                  <a:lnTo>
                    <a:pt x="4846" y="3529"/>
                  </a:lnTo>
                  <a:lnTo>
                    <a:pt x="4078" y="2037"/>
                  </a:lnTo>
                  <a:lnTo>
                    <a:pt x="3528" y="1534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2352;p52">
              <a:extLst>
                <a:ext uri="{FF2B5EF4-FFF2-40B4-BE49-F238E27FC236}">
                  <a16:creationId xmlns:a16="http://schemas.microsoft.com/office/drawing/2014/main" id="{930A7232-5416-D513-EC23-77D607DAFD5A}"/>
                </a:ext>
              </a:extLst>
            </p:cNvPr>
            <p:cNvSpPr/>
            <p:nvPr/>
          </p:nvSpPr>
          <p:spPr>
            <a:xfrm>
              <a:off x="2585790" y="1725657"/>
              <a:ext cx="260433" cy="242161"/>
            </a:xfrm>
            <a:custGeom>
              <a:avLst/>
              <a:gdLst/>
              <a:ahLst/>
              <a:cxnLst/>
              <a:rect l="l" t="t" r="r" b="b"/>
              <a:pathLst>
                <a:path w="4504" h="4188" extrusionOk="0">
                  <a:moveTo>
                    <a:pt x="164" y="0"/>
                  </a:moveTo>
                  <a:lnTo>
                    <a:pt x="1" y="589"/>
                  </a:lnTo>
                  <a:lnTo>
                    <a:pt x="262" y="943"/>
                  </a:lnTo>
                  <a:lnTo>
                    <a:pt x="908" y="2161"/>
                  </a:lnTo>
                  <a:lnTo>
                    <a:pt x="1302" y="2471"/>
                  </a:lnTo>
                  <a:lnTo>
                    <a:pt x="4397" y="4187"/>
                  </a:lnTo>
                  <a:lnTo>
                    <a:pt x="4503" y="4066"/>
                  </a:lnTo>
                  <a:lnTo>
                    <a:pt x="4386" y="3730"/>
                  </a:lnTo>
                  <a:lnTo>
                    <a:pt x="722" y="454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2353;p52">
              <a:extLst>
                <a:ext uri="{FF2B5EF4-FFF2-40B4-BE49-F238E27FC236}">
                  <a16:creationId xmlns:a16="http://schemas.microsoft.com/office/drawing/2014/main" id="{F6427A1D-A769-04EB-F61C-D38A1ECB12D5}"/>
                </a:ext>
              </a:extLst>
            </p:cNvPr>
            <p:cNvSpPr/>
            <p:nvPr/>
          </p:nvSpPr>
          <p:spPr>
            <a:xfrm>
              <a:off x="2578620" y="1747861"/>
              <a:ext cx="67363" cy="38915"/>
            </a:xfrm>
            <a:custGeom>
              <a:avLst/>
              <a:gdLst/>
              <a:ahLst/>
              <a:cxnLst/>
              <a:rect l="l" t="t" r="r" b="b"/>
              <a:pathLst>
                <a:path w="1165" h="673" extrusionOk="0">
                  <a:moveTo>
                    <a:pt x="578" y="0"/>
                  </a:moveTo>
                  <a:cubicBezTo>
                    <a:pt x="430" y="0"/>
                    <a:pt x="282" y="33"/>
                    <a:pt x="170" y="98"/>
                  </a:cubicBezTo>
                  <a:cubicBezTo>
                    <a:pt x="166" y="101"/>
                    <a:pt x="162" y="102"/>
                    <a:pt x="159" y="105"/>
                  </a:cubicBezTo>
                  <a:lnTo>
                    <a:pt x="0" y="105"/>
                  </a:lnTo>
                  <a:lnTo>
                    <a:pt x="0" y="336"/>
                  </a:lnTo>
                  <a:cubicBezTo>
                    <a:pt x="2" y="422"/>
                    <a:pt x="59" y="508"/>
                    <a:pt x="173" y="573"/>
                  </a:cubicBezTo>
                  <a:cubicBezTo>
                    <a:pt x="287" y="639"/>
                    <a:pt x="436" y="672"/>
                    <a:pt x="585" y="672"/>
                  </a:cubicBezTo>
                  <a:cubicBezTo>
                    <a:pt x="733" y="672"/>
                    <a:pt x="881" y="640"/>
                    <a:pt x="994" y="575"/>
                  </a:cubicBezTo>
                  <a:cubicBezTo>
                    <a:pt x="1108" y="510"/>
                    <a:pt x="1165" y="422"/>
                    <a:pt x="1163" y="336"/>
                  </a:cubicBezTo>
                  <a:lnTo>
                    <a:pt x="1163" y="105"/>
                  </a:lnTo>
                  <a:lnTo>
                    <a:pt x="1000" y="105"/>
                  </a:lnTo>
                  <a:cubicBezTo>
                    <a:pt x="997" y="104"/>
                    <a:pt x="996" y="102"/>
                    <a:pt x="992" y="99"/>
                  </a:cubicBezTo>
                  <a:cubicBezTo>
                    <a:pt x="878" y="33"/>
                    <a:pt x="728" y="0"/>
                    <a:pt x="5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2354;p52">
              <a:extLst>
                <a:ext uri="{FF2B5EF4-FFF2-40B4-BE49-F238E27FC236}">
                  <a16:creationId xmlns:a16="http://schemas.microsoft.com/office/drawing/2014/main" id="{8D592F26-48B1-31F6-86E9-B3D55C55218E}"/>
                </a:ext>
              </a:extLst>
            </p:cNvPr>
            <p:cNvSpPr/>
            <p:nvPr/>
          </p:nvSpPr>
          <p:spPr>
            <a:xfrm>
              <a:off x="2575324" y="1734504"/>
              <a:ext cx="73955" cy="38915"/>
            </a:xfrm>
            <a:custGeom>
              <a:avLst/>
              <a:gdLst/>
              <a:ahLst/>
              <a:cxnLst/>
              <a:rect l="l" t="t" r="r" b="b"/>
              <a:pathLst>
                <a:path w="1279" h="673" extrusionOk="0">
                  <a:moveTo>
                    <a:pt x="636" y="0"/>
                  </a:moveTo>
                  <a:cubicBezTo>
                    <a:pt x="488" y="0"/>
                    <a:pt x="339" y="33"/>
                    <a:pt x="227" y="98"/>
                  </a:cubicBezTo>
                  <a:cubicBezTo>
                    <a:pt x="0" y="229"/>
                    <a:pt x="2" y="441"/>
                    <a:pt x="230" y="573"/>
                  </a:cubicBezTo>
                  <a:cubicBezTo>
                    <a:pt x="344" y="639"/>
                    <a:pt x="494" y="672"/>
                    <a:pt x="643" y="672"/>
                  </a:cubicBezTo>
                  <a:cubicBezTo>
                    <a:pt x="791" y="672"/>
                    <a:pt x="939" y="640"/>
                    <a:pt x="1051" y="575"/>
                  </a:cubicBezTo>
                  <a:cubicBezTo>
                    <a:pt x="1279" y="444"/>
                    <a:pt x="1277" y="230"/>
                    <a:pt x="1049" y="100"/>
                  </a:cubicBezTo>
                  <a:cubicBezTo>
                    <a:pt x="935" y="33"/>
                    <a:pt x="786" y="0"/>
                    <a:pt x="6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2355;p52">
              <a:extLst>
                <a:ext uri="{FF2B5EF4-FFF2-40B4-BE49-F238E27FC236}">
                  <a16:creationId xmlns:a16="http://schemas.microsoft.com/office/drawing/2014/main" id="{D727FE8F-D033-AB84-6A0C-099814299679}"/>
                </a:ext>
              </a:extLst>
            </p:cNvPr>
            <p:cNvSpPr/>
            <p:nvPr/>
          </p:nvSpPr>
          <p:spPr>
            <a:xfrm>
              <a:off x="2593365" y="1736123"/>
              <a:ext cx="37758" cy="27986"/>
            </a:xfrm>
            <a:custGeom>
              <a:avLst/>
              <a:gdLst/>
              <a:ahLst/>
              <a:cxnLst/>
              <a:rect l="l" t="t" r="r" b="b"/>
              <a:pathLst>
                <a:path w="653" h="484" extrusionOk="0">
                  <a:moveTo>
                    <a:pt x="327" y="1"/>
                  </a:moveTo>
                  <a:cubicBezTo>
                    <a:pt x="271" y="1"/>
                    <a:pt x="215" y="13"/>
                    <a:pt x="171" y="38"/>
                  </a:cubicBezTo>
                  <a:cubicBezTo>
                    <a:pt x="127" y="62"/>
                    <a:pt x="99" y="90"/>
                    <a:pt x="79" y="121"/>
                  </a:cubicBezTo>
                  <a:lnTo>
                    <a:pt x="1" y="295"/>
                  </a:lnTo>
                  <a:lnTo>
                    <a:pt x="1" y="296"/>
                  </a:lnTo>
                  <a:cubicBezTo>
                    <a:pt x="2" y="344"/>
                    <a:pt x="34" y="391"/>
                    <a:pt x="98" y="428"/>
                  </a:cubicBezTo>
                  <a:cubicBezTo>
                    <a:pt x="162" y="465"/>
                    <a:pt x="246" y="484"/>
                    <a:pt x="329" y="484"/>
                  </a:cubicBezTo>
                  <a:cubicBezTo>
                    <a:pt x="412" y="484"/>
                    <a:pt x="495" y="466"/>
                    <a:pt x="557" y="430"/>
                  </a:cubicBezTo>
                  <a:cubicBezTo>
                    <a:pt x="622" y="393"/>
                    <a:pt x="653" y="344"/>
                    <a:pt x="653" y="296"/>
                  </a:cubicBezTo>
                  <a:lnTo>
                    <a:pt x="596" y="139"/>
                  </a:lnTo>
                  <a:cubicBezTo>
                    <a:pt x="579" y="107"/>
                    <a:pt x="527" y="64"/>
                    <a:pt x="482" y="38"/>
                  </a:cubicBezTo>
                  <a:cubicBezTo>
                    <a:pt x="438" y="13"/>
                    <a:pt x="383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2356;p52">
              <a:extLst>
                <a:ext uri="{FF2B5EF4-FFF2-40B4-BE49-F238E27FC236}">
                  <a16:creationId xmlns:a16="http://schemas.microsoft.com/office/drawing/2014/main" id="{5CE44892-E615-9C46-47F7-4419D1F26E16}"/>
                </a:ext>
              </a:extLst>
            </p:cNvPr>
            <p:cNvSpPr/>
            <p:nvPr/>
          </p:nvSpPr>
          <p:spPr>
            <a:xfrm>
              <a:off x="1104534" y="1723691"/>
              <a:ext cx="221113" cy="160342"/>
            </a:xfrm>
            <a:custGeom>
              <a:avLst/>
              <a:gdLst/>
              <a:ahLst/>
              <a:cxnLst/>
              <a:rect l="l" t="t" r="r" b="b"/>
              <a:pathLst>
                <a:path w="3824" h="2773" extrusionOk="0">
                  <a:moveTo>
                    <a:pt x="3820" y="1560"/>
                  </a:moveTo>
                  <a:lnTo>
                    <a:pt x="3820" y="1560"/>
                  </a:lnTo>
                  <a:lnTo>
                    <a:pt x="3820" y="453"/>
                  </a:lnTo>
                  <a:lnTo>
                    <a:pt x="3283" y="453"/>
                  </a:lnTo>
                  <a:cubicBezTo>
                    <a:pt x="3274" y="446"/>
                    <a:pt x="3266" y="440"/>
                    <a:pt x="3257" y="434"/>
                  </a:cubicBezTo>
                  <a:cubicBezTo>
                    <a:pt x="2508" y="3"/>
                    <a:pt x="1299" y="0"/>
                    <a:pt x="556" y="430"/>
                  </a:cubicBezTo>
                  <a:cubicBezTo>
                    <a:pt x="544" y="437"/>
                    <a:pt x="533" y="445"/>
                    <a:pt x="522" y="453"/>
                  </a:cubicBezTo>
                  <a:lnTo>
                    <a:pt x="1" y="453"/>
                  </a:lnTo>
                  <a:lnTo>
                    <a:pt x="1" y="1560"/>
                  </a:lnTo>
                  <a:lnTo>
                    <a:pt x="1" y="1560"/>
                  </a:lnTo>
                  <a:cubicBezTo>
                    <a:pt x="4" y="1842"/>
                    <a:pt x="191" y="2122"/>
                    <a:pt x="564" y="2337"/>
                  </a:cubicBezTo>
                  <a:cubicBezTo>
                    <a:pt x="1313" y="2769"/>
                    <a:pt x="2522" y="2772"/>
                    <a:pt x="3265" y="2343"/>
                  </a:cubicBezTo>
                  <a:cubicBezTo>
                    <a:pt x="3638" y="2126"/>
                    <a:pt x="3823" y="1843"/>
                    <a:pt x="3820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2357;p52">
              <a:extLst>
                <a:ext uri="{FF2B5EF4-FFF2-40B4-BE49-F238E27FC236}">
                  <a16:creationId xmlns:a16="http://schemas.microsoft.com/office/drawing/2014/main" id="{F047F189-A46A-F523-9C7B-78106B856C5D}"/>
                </a:ext>
              </a:extLst>
            </p:cNvPr>
            <p:cNvSpPr/>
            <p:nvPr/>
          </p:nvSpPr>
          <p:spPr>
            <a:xfrm>
              <a:off x="1299051" y="1771337"/>
              <a:ext cx="371914" cy="92400"/>
            </a:xfrm>
            <a:custGeom>
              <a:avLst/>
              <a:gdLst/>
              <a:ahLst/>
              <a:cxnLst/>
              <a:rect l="l" t="t" r="r" b="b"/>
              <a:pathLst>
                <a:path w="6432" h="1598" extrusionOk="0">
                  <a:moveTo>
                    <a:pt x="6432" y="656"/>
                  </a:moveTo>
                  <a:lnTo>
                    <a:pt x="6432" y="1185"/>
                  </a:lnTo>
                  <a:cubicBezTo>
                    <a:pt x="6432" y="1413"/>
                    <a:pt x="6247" y="1598"/>
                    <a:pt x="6020" y="1598"/>
                  </a:cubicBezTo>
                  <a:lnTo>
                    <a:pt x="573" y="1598"/>
                  </a:lnTo>
                  <a:cubicBezTo>
                    <a:pt x="350" y="1598"/>
                    <a:pt x="156" y="1468"/>
                    <a:pt x="62" y="1281"/>
                  </a:cubicBezTo>
                  <a:cubicBezTo>
                    <a:pt x="7" y="1168"/>
                    <a:pt x="1" y="1038"/>
                    <a:pt x="38" y="919"/>
                  </a:cubicBezTo>
                  <a:lnTo>
                    <a:pt x="199" y="398"/>
                  </a:lnTo>
                  <a:cubicBezTo>
                    <a:pt x="273" y="161"/>
                    <a:pt x="491" y="1"/>
                    <a:pt x="739" y="1"/>
                  </a:cubicBezTo>
                  <a:lnTo>
                    <a:pt x="5775" y="1"/>
                  </a:lnTo>
                  <a:cubicBezTo>
                    <a:pt x="6138" y="1"/>
                    <a:pt x="6432" y="295"/>
                    <a:pt x="6432" y="6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2358;p52">
              <a:extLst>
                <a:ext uri="{FF2B5EF4-FFF2-40B4-BE49-F238E27FC236}">
                  <a16:creationId xmlns:a16="http://schemas.microsoft.com/office/drawing/2014/main" id="{8874C75C-CDB8-A53E-A03B-A466DF436705}"/>
                </a:ext>
              </a:extLst>
            </p:cNvPr>
            <p:cNvSpPr/>
            <p:nvPr/>
          </p:nvSpPr>
          <p:spPr>
            <a:xfrm>
              <a:off x="1093664" y="1679745"/>
              <a:ext cx="242739" cy="140162"/>
            </a:xfrm>
            <a:custGeom>
              <a:avLst/>
              <a:gdLst/>
              <a:ahLst/>
              <a:cxnLst/>
              <a:rect l="l" t="t" r="r" b="b"/>
              <a:pathLst>
                <a:path w="4198" h="2424" extrusionOk="0">
                  <a:moveTo>
                    <a:pt x="3445" y="434"/>
                  </a:moveTo>
                  <a:cubicBezTo>
                    <a:pt x="2697" y="4"/>
                    <a:pt x="1488" y="1"/>
                    <a:pt x="744" y="430"/>
                  </a:cubicBezTo>
                  <a:cubicBezTo>
                    <a:pt x="1" y="859"/>
                    <a:pt x="4" y="1557"/>
                    <a:pt x="753" y="1989"/>
                  </a:cubicBezTo>
                  <a:cubicBezTo>
                    <a:pt x="1501" y="2422"/>
                    <a:pt x="2710" y="2423"/>
                    <a:pt x="3454" y="1994"/>
                  </a:cubicBezTo>
                  <a:cubicBezTo>
                    <a:pt x="4197" y="1565"/>
                    <a:pt x="4193" y="867"/>
                    <a:pt x="3445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2359;p52">
              <a:extLst>
                <a:ext uri="{FF2B5EF4-FFF2-40B4-BE49-F238E27FC236}">
                  <a16:creationId xmlns:a16="http://schemas.microsoft.com/office/drawing/2014/main" id="{56325FFD-9C53-DAF9-8C90-D8CB9F89CDC9}"/>
                </a:ext>
              </a:extLst>
            </p:cNvPr>
            <p:cNvSpPr/>
            <p:nvPr/>
          </p:nvSpPr>
          <p:spPr>
            <a:xfrm>
              <a:off x="1168776" y="1727565"/>
              <a:ext cx="92516" cy="48687"/>
            </a:xfrm>
            <a:custGeom>
              <a:avLst/>
              <a:gdLst/>
              <a:ahLst/>
              <a:cxnLst/>
              <a:rect l="l" t="t" r="r" b="b"/>
              <a:pathLst>
                <a:path w="1600" h="842" extrusionOk="0">
                  <a:moveTo>
                    <a:pt x="796" y="1"/>
                  </a:moveTo>
                  <a:cubicBezTo>
                    <a:pt x="610" y="1"/>
                    <a:pt x="424" y="41"/>
                    <a:pt x="283" y="123"/>
                  </a:cubicBezTo>
                  <a:cubicBezTo>
                    <a:pt x="0" y="287"/>
                    <a:pt x="2" y="553"/>
                    <a:pt x="286" y="718"/>
                  </a:cubicBezTo>
                  <a:cubicBezTo>
                    <a:pt x="430" y="800"/>
                    <a:pt x="617" y="842"/>
                    <a:pt x="804" y="842"/>
                  </a:cubicBezTo>
                  <a:cubicBezTo>
                    <a:pt x="990" y="842"/>
                    <a:pt x="1176" y="801"/>
                    <a:pt x="1317" y="719"/>
                  </a:cubicBezTo>
                  <a:cubicBezTo>
                    <a:pt x="1600" y="556"/>
                    <a:pt x="1598" y="289"/>
                    <a:pt x="1314" y="124"/>
                  </a:cubicBezTo>
                  <a:cubicBezTo>
                    <a:pt x="1170" y="42"/>
                    <a:pt x="983" y="1"/>
                    <a:pt x="796" y="1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2360;p52">
              <a:extLst>
                <a:ext uri="{FF2B5EF4-FFF2-40B4-BE49-F238E27FC236}">
                  <a16:creationId xmlns:a16="http://schemas.microsoft.com/office/drawing/2014/main" id="{40C9AA72-ABB0-B7D3-C7AB-9DF23BE3473D}"/>
                </a:ext>
              </a:extLst>
            </p:cNvPr>
            <p:cNvSpPr/>
            <p:nvPr/>
          </p:nvSpPr>
          <p:spPr>
            <a:xfrm>
              <a:off x="913776" y="1742715"/>
              <a:ext cx="312935" cy="175549"/>
            </a:xfrm>
            <a:custGeom>
              <a:avLst/>
              <a:gdLst/>
              <a:ahLst/>
              <a:cxnLst/>
              <a:rect l="l" t="t" r="r" b="b"/>
              <a:pathLst>
                <a:path w="5412" h="3036" extrusionOk="0">
                  <a:moveTo>
                    <a:pt x="5165" y="1"/>
                  </a:moveTo>
                  <a:lnTo>
                    <a:pt x="3490" y="91"/>
                  </a:lnTo>
                  <a:lnTo>
                    <a:pt x="2806" y="388"/>
                  </a:lnTo>
                  <a:lnTo>
                    <a:pt x="0" y="2895"/>
                  </a:lnTo>
                  <a:lnTo>
                    <a:pt x="91" y="3035"/>
                  </a:lnTo>
                  <a:lnTo>
                    <a:pt x="512" y="3035"/>
                  </a:lnTo>
                  <a:lnTo>
                    <a:pt x="5412" y="281"/>
                  </a:lnTo>
                  <a:lnTo>
                    <a:pt x="51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2361;p52">
              <a:extLst>
                <a:ext uri="{FF2B5EF4-FFF2-40B4-BE49-F238E27FC236}">
                  <a16:creationId xmlns:a16="http://schemas.microsoft.com/office/drawing/2014/main" id="{27A578B0-6C0A-344F-E535-B5A546B3C278}"/>
                </a:ext>
              </a:extLst>
            </p:cNvPr>
            <p:cNvSpPr/>
            <p:nvPr/>
          </p:nvSpPr>
          <p:spPr>
            <a:xfrm>
              <a:off x="1204800" y="1582024"/>
              <a:ext cx="308657" cy="180753"/>
            </a:xfrm>
            <a:custGeom>
              <a:avLst/>
              <a:gdLst/>
              <a:ahLst/>
              <a:cxnLst/>
              <a:rect l="l" t="t" r="r" b="b"/>
              <a:pathLst>
                <a:path w="5338" h="3126" extrusionOk="0">
                  <a:moveTo>
                    <a:pt x="4901" y="0"/>
                  </a:moveTo>
                  <a:lnTo>
                    <a:pt x="611" y="2400"/>
                  </a:lnTo>
                  <a:lnTo>
                    <a:pt x="0" y="2780"/>
                  </a:lnTo>
                  <a:lnTo>
                    <a:pt x="503" y="3126"/>
                  </a:lnTo>
                  <a:lnTo>
                    <a:pt x="923" y="2993"/>
                  </a:lnTo>
                  <a:lnTo>
                    <a:pt x="2284" y="2780"/>
                  </a:lnTo>
                  <a:lnTo>
                    <a:pt x="2706" y="2507"/>
                  </a:lnTo>
                  <a:lnTo>
                    <a:pt x="5338" y="138"/>
                  </a:lnTo>
                  <a:lnTo>
                    <a:pt x="52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2362;p52">
              <a:extLst>
                <a:ext uri="{FF2B5EF4-FFF2-40B4-BE49-F238E27FC236}">
                  <a16:creationId xmlns:a16="http://schemas.microsoft.com/office/drawing/2014/main" id="{E379CE3E-5574-71FA-4B47-E43D23500785}"/>
                </a:ext>
              </a:extLst>
            </p:cNvPr>
            <p:cNvSpPr/>
            <p:nvPr/>
          </p:nvSpPr>
          <p:spPr>
            <a:xfrm>
              <a:off x="950204" y="1544208"/>
              <a:ext cx="280266" cy="223715"/>
            </a:xfrm>
            <a:custGeom>
              <a:avLst/>
              <a:gdLst/>
              <a:ahLst/>
              <a:cxnLst/>
              <a:rect l="l" t="t" r="r" b="b"/>
              <a:pathLst>
                <a:path w="4847" h="3869" extrusionOk="0">
                  <a:moveTo>
                    <a:pt x="92" y="0"/>
                  </a:moveTo>
                  <a:lnTo>
                    <a:pt x="1" y="142"/>
                  </a:lnTo>
                  <a:lnTo>
                    <a:pt x="173" y="525"/>
                  </a:lnTo>
                  <a:lnTo>
                    <a:pt x="4691" y="3869"/>
                  </a:lnTo>
                  <a:lnTo>
                    <a:pt x="4846" y="3529"/>
                  </a:lnTo>
                  <a:lnTo>
                    <a:pt x="4079" y="2038"/>
                  </a:lnTo>
                  <a:lnTo>
                    <a:pt x="3528" y="1534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2363;p52">
              <a:extLst>
                <a:ext uri="{FF2B5EF4-FFF2-40B4-BE49-F238E27FC236}">
                  <a16:creationId xmlns:a16="http://schemas.microsoft.com/office/drawing/2014/main" id="{20625A37-C960-1B28-5C90-89C8E3DA9C6D}"/>
                </a:ext>
              </a:extLst>
            </p:cNvPr>
            <p:cNvSpPr/>
            <p:nvPr/>
          </p:nvSpPr>
          <p:spPr>
            <a:xfrm>
              <a:off x="1188609" y="1709351"/>
              <a:ext cx="260259" cy="242276"/>
            </a:xfrm>
            <a:custGeom>
              <a:avLst/>
              <a:gdLst/>
              <a:ahLst/>
              <a:cxnLst/>
              <a:rect l="l" t="t" r="r" b="b"/>
              <a:pathLst>
                <a:path w="4501" h="4190" extrusionOk="0">
                  <a:moveTo>
                    <a:pt x="163" y="1"/>
                  </a:moveTo>
                  <a:lnTo>
                    <a:pt x="0" y="590"/>
                  </a:lnTo>
                  <a:lnTo>
                    <a:pt x="262" y="944"/>
                  </a:lnTo>
                  <a:lnTo>
                    <a:pt x="908" y="2162"/>
                  </a:lnTo>
                  <a:lnTo>
                    <a:pt x="1302" y="2471"/>
                  </a:lnTo>
                  <a:lnTo>
                    <a:pt x="4396" y="4189"/>
                  </a:lnTo>
                  <a:lnTo>
                    <a:pt x="4501" y="4066"/>
                  </a:lnTo>
                  <a:lnTo>
                    <a:pt x="4386" y="3731"/>
                  </a:lnTo>
                  <a:lnTo>
                    <a:pt x="722" y="455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2364;p52">
              <a:extLst>
                <a:ext uri="{FF2B5EF4-FFF2-40B4-BE49-F238E27FC236}">
                  <a16:creationId xmlns:a16="http://schemas.microsoft.com/office/drawing/2014/main" id="{99D46A73-1E86-AD67-9340-A10923B27D70}"/>
                </a:ext>
              </a:extLst>
            </p:cNvPr>
            <p:cNvSpPr/>
            <p:nvPr/>
          </p:nvSpPr>
          <p:spPr>
            <a:xfrm>
              <a:off x="1181381" y="1731613"/>
              <a:ext cx="67421" cy="38857"/>
            </a:xfrm>
            <a:custGeom>
              <a:avLst/>
              <a:gdLst/>
              <a:ahLst/>
              <a:cxnLst/>
              <a:rect l="l" t="t" r="r" b="b"/>
              <a:pathLst>
                <a:path w="1166" h="672" extrusionOk="0">
                  <a:moveTo>
                    <a:pt x="579" y="1"/>
                  </a:moveTo>
                  <a:cubicBezTo>
                    <a:pt x="430" y="1"/>
                    <a:pt x="283" y="34"/>
                    <a:pt x="170" y="99"/>
                  </a:cubicBezTo>
                  <a:cubicBezTo>
                    <a:pt x="165" y="100"/>
                    <a:pt x="162" y="102"/>
                    <a:pt x="159" y="105"/>
                  </a:cubicBezTo>
                  <a:lnTo>
                    <a:pt x="1" y="105"/>
                  </a:lnTo>
                  <a:lnTo>
                    <a:pt x="1" y="336"/>
                  </a:lnTo>
                  <a:cubicBezTo>
                    <a:pt x="2" y="422"/>
                    <a:pt x="59" y="508"/>
                    <a:pt x="171" y="573"/>
                  </a:cubicBezTo>
                  <a:cubicBezTo>
                    <a:pt x="286" y="639"/>
                    <a:pt x="436" y="672"/>
                    <a:pt x="585" y="672"/>
                  </a:cubicBezTo>
                  <a:cubicBezTo>
                    <a:pt x="734" y="672"/>
                    <a:pt x="882" y="639"/>
                    <a:pt x="994" y="574"/>
                  </a:cubicBezTo>
                  <a:cubicBezTo>
                    <a:pt x="1108" y="509"/>
                    <a:pt x="1165" y="423"/>
                    <a:pt x="1163" y="337"/>
                  </a:cubicBezTo>
                  <a:lnTo>
                    <a:pt x="1163" y="336"/>
                  </a:lnTo>
                  <a:lnTo>
                    <a:pt x="1163" y="105"/>
                  </a:lnTo>
                  <a:lnTo>
                    <a:pt x="1000" y="105"/>
                  </a:lnTo>
                  <a:cubicBezTo>
                    <a:pt x="997" y="103"/>
                    <a:pt x="994" y="102"/>
                    <a:pt x="991" y="100"/>
                  </a:cubicBezTo>
                  <a:cubicBezTo>
                    <a:pt x="877" y="34"/>
                    <a:pt x="728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2365;p52">
              <a:extLst>
                <a:ext uri="{FF2B5EF4-FFF2-40B4-BE49-F238E27FC236}">
                  <a16:creationId xmlns:a16="http://schemas.microsoft.com/office/drawing/2014/main" id="{B06B5903-43FB-73E6-C11B-9E5E9CBD562A}"/>
                </a:ext>
              </a:extLst>
            </p:cNvPr>
            <p:cNvSpPr/>
            <p:nvPr/>
          </p:nvSpPr>
          <p:spPr>
            <a:xfrm>
              <a:off x="1178085" y="1718255"/>
              <a:ext cx="73897" cy="38857"/>
            </a:xfrm>
            <a:custGeom>
              <a:avLst/>
              <a:gdLst/>
              <a:ahLst/>
              <a:cxnLst/>
              <a:rect l="l" t="t" r="r" b="b"/>
              <a:pathLst>
                <a:path w="1278" h="672" extrusionOk="0">
                  <a:moveTo>
                    <a:pt x="634" y="0"/>
                  </a:moveTo>
                  <a:cubicBezTo>
                    <a:pt x="487" y="0"/>
                    <a:pt x="339" y="32"/>
                    <a:pt x="227" y="97"/>
                  </a:cubicBezTo>
                  <a:cubicBezTo>
                    <a:pt x="1" y="228"/>
                    <a:pt x="1" y="440"/>
                    <a:pt x="228" y="573"/>
                  </a:cubicBezTo>
                  <a:cubicBezTo>
                    <a:pt x="344" y="639"/>
                    <a:pt x="494" y="672"/>
                    <a:pt x="644" y="672"/>
                  </a:cubicBezTo>
                  <a:cubicBezTo>
                    <a:pt x="792" y="672"/>
                    <a:pt x="939" y="639"/>
                    <a:pt x="1051" y="574"/>
                  </a:cubicBezTo>
                  <a:cubicBezTo>
                    <a:pt x="1277" y="444"/>
                    <a:pt x="1277" y="231"/>
                    <a:pt x="1048" y="99"/>
                  </a:cubicBezTo>
                  <a:cubicBezTo>
                    <a:pt x="934" y="33"/>
                    <a:pt x="784" y="0"/>
                    <a:pt x="6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2366;p52">
              <a:extLst>
                <a:ext uri="{FF2B5EF4-FFF2-40B4-BE49-F238E27FC236}">
                  <a16:creationId xmlns:a16="http://schemas.microsoft.com/office/drawing/2014/main" id="{0A4D8C8F-3C1C-A651-0E04-F35BC5975F89}"/>
                </a:ext>
              </a:extLst>
            </p:cNvPr>
            <p:cNvSpPr/>
            <p:nvPr/>
          </p:nvSpPr>
          <p:spPr>
            <a:xfrm>
              <a:off x="1196126" y="1719874"/>
              <a:ext cx="37816" cy="28044"/>
            </a:xfrm>
            <a:custGeom>
              <a:avLst/>
              <a:gdLst/>
              <a:ahLst/>
              <a:cxnLst/>
              <a:rect l="l" t="t" r="r" b="b"/>
              <a:pathLst>
                <a:path w="654" h="485" extrusionOk="0">
                  <a:moveTo>
                    <a:pt x="326" y="0"/>
                  </a:moveTo>
                  <a:cubicBezTo>
                    <a:pt x="271" y="0"/>
                    <a:pt x="216" y="13"/>
                    <a:pt x="172" y="37"/>
                  </a:cubicBezTo>
                  <a:cubicBezTo>
                    <a:pt x="126" y="62"/>
                    <a:pt x="99" y="89"/>
                    <a:pt x="79" y="120"/>
                  </a:cubicBezTo>
                  <a:lnTo>
                    <a:pt x="1" y="296"/>
                  </a:lnTo>
                  <a:cubicBezTo>
                    <a:pt x="2" y="343"/>
                    <a:pt x="33" y="392"/>
                    <a:pt x="98" y="428"/>
                  </a:cubicBezTo>
                  <a:cubicBezTo>
                    <a:pt x="162" y="465"/>
                    <a:pt x="247" y="484"/>
                    <a:pt x="331" y="484"/>
                  </a:cubicBezTo>
                  <a:cubicBezTo>
                    <a:pt x="413" y="484"/>
                    <a:pt x="495" y="466"/>
                    <a:pt x="558" y="429"/>
                  </a:cubicBezTo>
                  <a:cubicBezTo>
                    <a:pt x="622" y="392"/>
                    <a:pt x="653" y="345"/>
                    <a:pt x="653" y="296"/>
                  </a:cubicBezTo>
                  <a:lnTo>
                    <a:pt x="596" y="140"/>
                  </a:lnTo>
                  <a:lnTo>
                    <a:pt x="596" y="139"/>
                  </a:lnTo>
                  <a:cubicBezTo>
                    <a:pt x="579" y="106"/>
                    <a:pt x="527" y="63"/>
                    <a:pt x="481" y="37"/>
                  </a:cubicBezTo>
                  <a:cubicBezTo>
                    <a:pt x="437" y="13"/>
                    <a:pt x="382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2367;p52">
              <a:extLst>
                <a:ext uri="{FF2B5EF4-FFF2-40B4-BE49-F238E27FC236}">
                  <a16:creationId xmlns:a16="http://schemas.microsoft.com/office/drawing/2014/main" id="{EDB7273C-6FDC-37E5-F1E6-4EC6CB485A4B}"/>
                </a:ext>
              </a:extLst>
            </p:cNvPr>
            <p:cNvSpPr/>
            <p:nvPr/>
          </p:nvSpPr>
          <p:spPr>
            <a:xfrm>
              <a:off x="1786385" y="2137647"/>
              <a:ext cx="220998" cy="160226"/>
            </a:xfrm>
            <a:custGeom>
              <a:avLst/>
              <a:gdLst/>
              <a:ahLst/>
              <a:cxnLst/>
              <a:rect l="l" t="t" r="r" b="b"/>
              <a:pathLst>
                <a:path w="3822" h="2771" extrusionOk="0">
                  <a:moveTo>
                    <a:pt x="4" y="1560"/>
                  </a:moveTo>
                  <a:lnTo>
                    <a:pt x="4" y="1560"/>
                  </a:lnTo>
                  <a:lnTo>
                    <a:pt x="4" y="451"/>
                  </a:lnTo>
                  <a:lnTo>
                    <a:pt x="539" y="451"/>
                  </a:lnTo>
                  <a:cubicBezTo>
                    <a:pt x="548" y="446"/>
                    <a:pt x="557" y="440"/>
                    <a:pt x="567" y="434"/>
                  </a:cubicBezTo>
                  <a:cubicBezTo>
                    <a:pt x="1314" y="2"/>
                    <a:pt x="2523" y="0"/>
                    <a:pt x="3268" y="429"/>
                  </a:cubicBezTo>
                  <a:cubicBezTo>
                    <a:pt x="3280" y="437"/>
                    <a:pt x="3289" y="445"/>
                    <a:pt x="3301" y="451"/>
                  </a:cubicBezTo>
                  <a:lnTo>
                    <a:pt x="3821" y="451"/>
                  </a:lnTo>
                  <a:lnTo>
                    <a:pt x="3821" y="1560"/>
                  </a:lnTo>
                  <a:lnTo>
                    <a:pt x="3821" y="1560"/>
                  </a:lnTo>
                  <a:cubicBezTo>
                    <a:pt x="3818" y="1840"/>
                    <a:pt x="3631" y="2121"/>
                    <a:pt x="3258" y="2337"/>
                  </a:cubicBezTo>
                  <a:cubicBezTo>
                    <a:pt x="2511" y="2769"/>
                    <a:pt x="1302" y="2771"/>
                    <a:pt x="557" y="2341"/>
                  </a:cubicBezTo>
                  <a:cubicBezTo>
                    <a:pt x="185" y="2126"/>
                    <a:pt x="0" y="1843"/>
                    <a:pt x="4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2368;p52">
              <a:extLst>
                <a:ext uri="{FF2B5EF4-FFF2-40B4-BE49-F238E27FC236}">
                  <a16:creationId xmlns:a16="http://schemas.microsoft.com/office/drawing/2014/main" id="{334B0417-A6A4-7ED6-7E3F-BA7B061B1353}"/>
                </a:ext>
              </a:extLst>
            </p:cNvPr>
            <p:cNvSpPr/>
            <p:nvPr/>
          </p:nvSpPr>
          <p:spPr>
            <a:xfrm>
              <a:off x="1846579" y="1934456"/>
              <a:ext cx="92516" cy="219032"/>
            </a:xfrm>
            <a:custGeom>
              <a:avLst/>
              <a:gdLst/>
              <a:ahLst/>
              <a:cxnLst/>
              <a:rect l="l" t="t" r="r" b="b"/>
              <a:pathLst>
                <a:path w="1600" h="3788" extrusionOk="0">
                  <a:moveTo>
                    <a:pt x="801" y="3788"/>
                  </a:moveTo>
                  <a:lnTo>
                    <a:pt x="801" y="3788"/>
                  </a:lnTo>
                  <a:cubicBezTo>
                    <a:pt x="359" y="3788"/>
                    <a:pt x="1" y="3430"/>
                    <a:pt x="1" y="2988"/>
                  </a:cubicBezTo>
                  <a:lnTo>
                    <a:pt x="1" y="799"/>
                  </a:lnTo>
                  <a:cubicBezTo>
                    <a:pt x="1" y="358"/>
                    <a:pt x="359" y="1"/>
                    <a:pt x="801" y="1"/>
                  </a:cubicBezTo>
                  <a:lnTo>
                    <a:pt x="801" y="1"/>
                  </a:lnTo>
                  <a:cubicBezTo>
                    <a:pt x="1242" y="1"/>
                    <a:pt x="1599" y="358"/>
                    <a:pt x="1599" y="799"/>
                  </a:cubicBezTo>
                  <a:lnTo>
                    <a:pt x="1599" y="2988"/>
                  </a:lnTo>
                  <a:cubicBezTo>
                    <a:pt x="1599" y="3430"/>
                    <a:pt x="1242" y="3788"/>
                    <a:pt x="801" y="37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2369;p52">
              <a:extLst>
                <a:ext uri="{FF2B5EF4-FFF2-40B4-BE49-F238E27FC236}">
                  <a16:creationId xmlns:a16="http://schemas.microsoft.com/office/drawing/2014/main" id="{E002979B-C31D-7A44-8861-BBEAA618303D}"/>
                </a:ext>
              </a:extLst>
            </p:cNvPr>
            <p:cNvSpPr/>
            <p:nvPr/>
          </p:nvSpPr>
          <p:spPr>
            <a:xfrm>
              <a:off x="1775630" y="2093701"/>
              <a:ext cx="242681" cy="140104"/>
            </a:xfrm>
            <a:custGeom>
              <a:avLst/>
              <a:gdLst/>
              <a:ahLst/>
              <a:cxnLst/>
              <a:rect l="l" t="t" r="r" b="b"/>
              <a:pathLst>
                <a:path w="4197" h="2423" extrusionOk="0">
                  <a:moveTo>
                    <a:pt x="753" y="434"/>
                  </a:moveTo>
                  <a:cubicBezTo>
                    <a:pt x="1500" y="2"/>
                    <a:pt x="2709" y="0"/>
                    <a:pt x="3454" y="429"/>
                  </a:cubicBezTo>
                  <a:cubicBezTo>
                    <a:pt x="4197" y="859"/>
                    <a:pt x="4192" y="1557"/>
                    <a:pt x="3444" y="1989"/>
                  </a:cubicBezTo>
                  <a:cubicBezTo>
                    <a:pt x="2697" y="2420"/>
                    <a:pt x="1488" y="2423"/>
                    <a:pt x="743" y="1994"/>
                  </a:cubicBezTo>
                  <a:cubicBezTo>
                    <a:pt x="0" y="1565"/>
                    <a:pt x="3" y="866"/>
                    <a:pt x="753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2370;p52">
              <a:extLst>
                <a:ext uri="{FF2B5EF4-FFF2-40B4-BE49-F238E27FC236}">
                  <a16:creationId xmlns:a16="http://schemas.microsoft.com/office/drawing/2014/main" id="{BF55FB19-77AA-13A5-22E0-F7B0EB8FD924}"/>
                </a:ext>
              </a:extLst>
            </p:cNvPr>
            <p:cNvSpPr/>
            <p:nvPr/>
          </p:nvSpPr>
          <p:spPr>
            <a:xfrm>
              <a:off x="1850684" y="2141521"/>
              <a:ext cx="92574" cy="48687"/>
            </a:xfrm>
            <a:custGeom>
              <a:avLst/>
              <a:gdLst/>
              <a:ahLst/>
              <a:cxnLst/>
              <a:rect l="l" t="t" r="r" b="b"/>
              <a:pathLst>
                <a:path w="1601" h="842" extrusionOk="0">
                  <a:moveTo>
                    <a:pt x="804" y="0"/>
                  </a:moveTo>
                  <a:cubicBezTo>
                    <a:pt x="617" y="0"/>
                    <a:pt x="430" y="41"/>
                    <a:pt x="287" y="124"/>
                  </a:cubicBezTo>
                  <a:cubicBezTo>
                    <a:pt x="2" y="289"/>
                    <a:pt x="1" y="555"/>
                    <a:pt x="284" y="719"/>
                  </a:cubicBezTo>
                  <a:cubicBezTo>
                    <a:pt x="424" y="800"/>
                    <a:pt x="610" y="841"/>
                    <a:pt x="795" y="841"/>
                  </a:cubicBezTo>
                  <a:cubicBezTo>
                    <a:pt x="982" y="841"/>
                    <a:pt x="1170" y="800"/>
                    <a:pt x="1313" y="716"/>
                  </a:cubicBezTo>
                  <a:cubicBezTo>
                    <a:pt x="1599" y="552"/>
                    <a:pt x="1600" y="285"/>
                    <a:pt x="1317" y="122"/>
                  </a:cubicBezTo>
                  <a:cubicBezTo>
                    <a:pt x="1175" y="41"/>
                    <a:pt x="990" y="0"/>
                    <a:pt x="804" y="0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2371;p52">
              <a:extLst>
                <a:ext uri="{FF2B5EF4-FFF2-40B4-BE49-F238E27FC236}">
                  <a16:creationId xmlns:a16="http://schemas.microsoft.com/office/drawing/2014/main" id="{1D097577-A525-7506-49AC-26B87BC1E2DA}"/>
                </a:ext>
              </a:extLst>
            </p:cNvPr>
            <p:cNvSpPr/>
            <p:nvPr/>
          </p:nvSpPr>
          <p:spPr>
            <a:xfrm>
              <a:off x="1885205" y="2156555"/>
              <a:ext cx="313051" cy="175665"/>
            </a:xfrm>
            <a:custGeom>
              <a:avLst/>
              <a:gdLst/>
              <a:ahLst/>
              <a:cxnLst/>
              <a:rect l="l" t="t" r="r" b="b"/>
              <a:pathLst>
                <a:path w="5414" h="3038" extrusionOk="0">
                  <a:moveTo>
                    <a:pt x="248" y="1"/>
                  </a:moveTo>
                  <a:lnTo>
                    <a:pt x="0" y="282"/>
                  </a:lnTo>
                  <a:lnTo>
                    <a:pt x="4901" y="3037"/>
                  </a:lnTo>
                  <a:lnTo>
                    <a:pt x="5323" y="3037"/>
                  </a:lnTo>
                  <a:lnTo>
                    <a:pt x="5413" y="2897"/>
                  </a:lnTo>
                  <a:lnTo>
                    <a:pt x="2608" y="388"/>
                  </a:lnTo>
                  <a:lnTo>
                    <a:pt x="1923" y="92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2372;p52">
              <a:extLst>
                <a:ext uri="{FF2B5EF4-FFF2-40B4-BE49-F238E27FC236}">
                  <a16:creationId xmlns:a16="http://schemas.microsoft.com/office/drawing/2014/main" id="{56C6FABA-A7F1-F4A0-7D9C-76BC80F9A8F1}"/>
                </a:ext>
              </a:extLst>
            </p:cNvPr>
            <p:cNvSpPr/>
            <p:nvPr/>
          </p:nvSpPr>
          <p:spPr>
            <a:xfrm>
              <a:off x="1598518" y="1995922"/>
              <a:ext cx="308714" cy="180695"/>
            </a:xfrm>
            <a:custGeom>
              <a:avLst/>
              <a:gdLst/>
              <a:ahLst/>
              <a:cxnLst/>
              <a:rect l="l" t="t" r="r" b="b"/>
              <a:pathLst>
                <a:path w="5339" h="3125" extrusionOk="0">
                  <a:moveTo>
                    <a:pt x="82" y="1"/>
                  </a:moveTo>
                  <a:lnTo>
                    <a:pt x="1" y="139"/>
                  </a:lnTo>
                  <a:lnTo>
                    <a:pt x="2633" y="2507"/>
                  </a:lnTo>
                  <a:lnTo>
                    <a:pt x="3054" y="2779"/>
                  </a:lnTo>
                  <a:lnTo>
                    <a:pt x="4415" y="2994"/>
                  </a:lnTo>
                  <a:lnTo>
                    <a:pt x="4835" y="3125"/>
                  </a:lnTo>
                  <a:lnTo>
                    <a:pt x="5338" y="2779"/>
                  </a:lnTo>
                  <a:lnTo>
                    <a:pt x="4728" y="2400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2373;p52">
              <a:extLst>
                <a:ext uri="{FF2B5EF4-FFF2-40B4-BE49-F238E27FC236}">
                  <a16:creationId xmlns:a16="http://schemas.microsoft.com/office/drawing/2014/main" id="{A70B8FEA-7E73-6E52-E05D-CB01E1E0739B}"/>
                </a:ext>
              </a:extLst>
            </p:cNvPr>
            <p:cNvSpPr/>
            <p:nvPr/>
          </p:nvSpPr>
          <p:spPr>
            <a:xfrm>
              <a:off x="1881562" y="1958164"/>
              <a:ext cx="280208" cy="223715"/>
            </a:xfrm>
            <a:custGeom>
              <a:avLst/>
              <a:gdLst/>
              <a:ahLst/>
              <a:cxnLst/>
              <a:rect l="l" t="t" r="r" b="b"/>
              <a:pathLst>
                <a:path w="4846" h="3869" extrusionOk="0">
                  <a:moveTo>
                    <a:pt x="4755" y="0"/>
                  </a:moveTo>
                  <a:lnTo>
                    <a:pt x="1319" y="1534"/>
                  </a:lnTo>
                  <a:lnTo>
                    <a:pt x="768" y="2037"/>
                  </a:lnTo>
                  <a:lnTo>
                    <a:pt x="0" y="3529"/>
                  </a:lnTo>
                  <a:lnTo>
                    <a:pt x="154" y="3869"/>
                  </a:lnTo>
                  <a:lnTo>
                    <a:pt x="4673" y="525"/>
                  </a:lnTo>
                  <a:lnTo>
                    <a:pt x="4846" y="14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2374;p52">
              <a:extLst>
                <a:ext uri="{FF2B5EF4-FFF2-40B4-BE49-F238E27FC236}">
                  <a16:creationId xmlns:a16="http://schemas.microsoft.com/office/drawing/2014/main" id="{F2C388A7-F014-B384-3C16-2ADD8FF96F9A}"/>
                </a:ext>
              </a:extLst>
            </p:cNvPr>
            <p:cNvSpPr/>
            <p:nvPr/>
          </p:nvSpPr>
          <p:spPr>
            <a:xfrm>
              <a:off x="1663106" y="2123307"/>
              <a:ext cx="260317" cy="242161"/>
            </a:xfrm>
            <a:custGeom>
              <a:avLst/>
              <a:gdLst/>
              <a:ahLst/>
              <a:cxnLst/>
              <a:rect l="l" t="t" r="r" b="b"/>
              <a:pathLst>
                <a:path w="4502" h="4188" extrusionOk="0">
                  <a:moveTo>
                    <a:pt x="4338" y="1"/>
                  </a:moveTo>
                  <a:lnTo>
                    <a:pt x="3780" y="454"/>
                  </a:lnTo>
                  <a:lnTo>
                    <a:pt x="116" y="3731"/>
                  </a:lnTo>
                  <a:lnTo>
                    <a:pt x="1" y="4066"/>
                  </a:lnTo>
                  <a:lnTo>
                    <a:pt x="105" y="4188"/>
                  </a:lnTo>
                  <a:lnTo>
                    <a:pt x="3200" y="2469"/>
                  </a:lnTo>
                  <a:lnTo>
                    <a:pt x="3594" y="2160"/>
                  </a:lnTo>
                  <a:lnTo>
                    <a:pt x="4240" y="943"/>
                  </a:lnTo>
                  <a:lnTo>
                    <a:pt x="4501" y="588"/>
                  </a:lnTo>
                  <a:lnTo>
                    <a:pt x="4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2375;p52">
              <a:extLst>
                <a:ext uri="{FF2B5EF4-FFF2-40B4-BE49-F238E27FC236}">
                  <a16:creationId xmlns:a16="http://schemas.microsoft.com/office/drawing/2014/main" id="{8304F647-EA30-C246-8749-3EB701EB659F}"/>
                </a:ext>
              </a:extLst>
            </p:cNvPr>
            <p:cNvSpPr/>
            <p:nvPr/>
          </p:nvSpPr>
          <p:spPr>
            <a:xfrm>
              <a:off x="1863232" y="2145511"/>
              <a:ext cx="67363" cy="38915"/>
            </a:xfrm>
            <a:custGeom>
              <a:avLst/>
              <a:gdLst/>
              <a:ahLst/>
              <a:cxnLst/>
              <a:rect l="l" t="t" r="r" b="b"/>
              <a:pathLst>
                <a:path w="1165" h="673" extrusionOk="0">
                  <a:moveTo>
                    <a:pt x="588" y="1"/>
                  </a:moveTo>
                  <a:cubicBezTo>
                    <a:pt x="438" y="1"/>
                    <a:pt x="288" y="34"/>
                    <a:pt x="173" y="100"/>
                  </a:cubicBezTo>
                  <a:cubicBezTo>
                    <a:pt x="170" y="101"/>
                    <a:pt x="168" y="103"/>
                    <a:pt x="165" y="106"/>
                  </a:cubicBezTo>
                  <a:lnTo>
                    <a:pt x="2" y="106"/>
                  </a:lnTo>
                  <a:lnTo>
                    <a:pt x="2" y="336"/>
                  </a:lnTo>
                  <a:cubicBezTo>
                    <a:pt x="0" y="423"/>
                    <a:pt x="57" y="509"/>
                    <a:pt x="171" y="575"/>
                  </a:cubicBezTo>
                  <a:cubicBezTo>
                    <a:pt x="284" y="640"/>
                    <a:pt x="431" y="672"/>
                    <a:pt x="579" y="672"/>
                  </a:cubicBezTo>
                  <a:cubicBezTo>
                    <a:pt x="729" y="672"/>
                    <a:pt x="879" y="639"/>
                    <a:pt x="994" y="573"/>
                  </a:cubicBezTo>
                  <a:cubicBezTo>
                    <a:pt x="1106" y="507"/>
                    <a:pt x="1163" y="423"/>
                    <a:pt x="1165" y="336"/>
                  </a:cubicBezTo>
                  <a:lnTo>
                    <a:pt x="1165" y="106"/>
                  </a:lnTo>
                  <a:lnTo>
                    <a:pt x="1006" y="106"/>
                  </a:lnTo>
                  <a:cubicBezTo>
                    <a:pt x="1003" y="103"/>
                    <a:pt x="1000" y="101"/>
                    <a:pt x="996" y="98"/>
                  </a:cubicBezTo>
                  <a:cubicBezTo>
                    <a:pt x="883" y="33"/>
                    <a:pt x="736" y="1"/>
                    <a:pt x="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2376;p52">
              <a:extLst>
                <a:ext uri="{FF2B5EF4-FFF2-40B4-BE49-F238E27FC236}">
                  <a16:creationId xmlns:a16="http://schemas.microsoft.com/office/drawing/2014/main" id="{88CDCF7F-8726-6E57-F59C-27B44F9729D5}"/>
                </a:ext>
              </a:extLst>
            </p:cNvPr>
            <p:cNvSpPr/>
            <p:nvPr/>
          </p:nvSpPr>
          <p:spPr>
            <a:xfrm>
              <a:off x="1859936" y="2132154"/>
              <a:ext cx="73955" cy="38915"/>
            </a:xfrm>
            <a:custGeom>
              <a:avLst/>
              <a:gdLst/>
              <a:ahLst/>
              <a:cxnLst/>
              <a:rect l="l" t="t" r="r" b="b"/>
              <a:pathLst>
                <a:path w="1279" h="673" extrusionOk="0">
                  <a:moveTo>
                    <a:pt x="643" y="0"/>
                  </a:moveTo>
                  <a:cubicBezTo>
                    <a:pt x="494" y="0"/>
                    <a:pt x="344" y="33"/>
                    <a:pt x="230" y="100"/>
                  </a:cubicBezTo>
                  <a:cubicBezTo>
                    <a:pt x="2" y="231"/>
                    <a:pt x="1" y="444"/>
                    <a:pt x="228" y="575"/>
                  </a:cubicBezTo>
                  <a:cubicBezTo>
                    <a:pt x="341" y="640"/>
                    <a:pt x="488" y="672"/>
                    <a:pt x="636" y="672"/>
                  </a:cubicBezTo>
                  <a:cubicBezTo>
                    <a:pt x="785" y="672"/>
                    <a:pt x="935" y="639"/>
                    <a:pt x="1050" y="574"/>
                  </a:cubicBezTo>
                  <a:cubicBezTo>
                    <a:pt x="1279" y="441"/>
                    <a:pt x="1279" y="229"/>
                    <a:pt x="1053" y="98"/>
                  </a:cubicBezTo>
                  <a:cubicBezTo>
                    <a:pt x="940" y="33"/>
                    <a:pt x="792" y="0"/>
                    <a:pt x="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2377;p52">
              <a:extLst>
                <a:ext uri="{FF2B5EF4-FFF2-40B4-BE49-F238E27FC236}">
                  <a16:creationId xmlns:a16="http://schemas.microsoft.com/office/drawing/2014/main" id="{6F394B72-CFCD-975F-1DA1-B641E8308E2B}"/>
                </a:ext>
              </a:extLst>
            </p:cNvPr>
            <p:cNvSpPr/>
            <p:nvPr/>
          </p:nvSpPr>
          <p:spPr>
            <a:xfrm>
              <a:off x="1878092" y="2133773"/>
              <a:ext cx="37758" cy="28044"/>
            </a:xfrm>
            <a:custGeom>
              <a:avLst/>
              <a:gdLst/>
              <a:ahLst/>
              <a:cxnLst/>
              <a:rect l="l" t="t" r="r" b="b"/>
              <a:pathLst>
                <a:path w="653" h="485" extrusionOk="0">
                  <a:moveTo>
                    <a:pt x="328" y="1"/>
                  </a:moveTo>
                  <a:cubicBezTo>
                    <a:pt x="272" y="1"/>
                    <a:pt x="215" y="13"/>
                    <a:pt x="171" y="38"/>
                  </a:cubicBezTo>
                  <a:cubicBezTo>
                    <a:pt x="127" y="63"/>
                    <a:pt x="74" y="107"/>
                    <a:pt x="57" y="139"/>
                  </a:cubicBezTo>
                  <a:lnTo>
                    <a:pt x="0" y="296"/>
                  </a:lnTo>
                  <a:cubicBezTo>
                    <a:pt x="0" y="344"/>
                    <a:pt x="31" y="393"/>
                    <a:pt x="94" y="429"/>
                  </a:cubicBezTo>
                  <a:cubicBezTo>
                    <a:pt x="158" y="466"/>
                    <a:pt x="241" y="484"/>
                    <a:pt x="325" y="484"/>
                  </a:cubicBezTo>
                  <a:cubicBezTo>
                    <a:pt x="408" y="484"/>
                    <a:pt x="492" y="466"/>
                    <a:pt x="556" y="429"/>
                  </a:cubicBezTo>
                  <a:cubicBezTo>
                    <a:pt x="619" y="392"/>
                    <a:pt x="651" y="344"/>
                    <a:pt x="653" y="296"/>
                  </a:cubicBezTo>
                  <a:lnTo>
                    <a:pt x="653" y="295"/>
                  </a:lnTo>
                  <a:lnTo>
                    <a:pt x="574" y="121"/>
                  </a:lnTo>
                  <a:cubicBezTo>
                    <a:pt x="554" y="90"/>
                    <a:pt x="526" y="63"/>
                    <a:pt x="482" y="36"/>
                  </a:cubicBezTo>
                  <a:cubicBezTo>
                    <a:pt x="438" y="13"/>
                    <a:pt x="383" y="1"/>
                    <a:pt x="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2378;p52">
              <a:extLst>
                <a:ext uri="{FF2B5EF4-FFF2-40B4-BE49-F238E27FC236}">
                  <a16:creationId xmlns:a16="http://schemas.microsoft.com/office/drawing/2014/main" id="{534817C6-8917-07C5-FE6C-A42F4FC1C8F5}"/>
                </a:ext>
              </a:extLst>
            </p:cNvPr>
            <p:cNvSpPr/>
            <p:nvPr/>
          </p:nvSpPr>
          <p:spPr>
            <a:xfrm>
              <a:off x="1786385" y="1314361"/>
              <a:ext cx="220998" cy="160226"/>
            </a:xfrm>
            <a:custGeom>
              <a:avLst/>
              <a:gdLst/>
              <a:ahLst/>
              <a:cxnLst/>
              <a:rect l="l" t="t" r="r" b="b"/>
              <a:pathLst>
                <a:path w="3822" h="2771" extrusionOk="0">
                  <a:moveTo>
                    <a:pt x="4" y="1560"/>
                  </a:moveTo>
                  <a:lnTo>
                    <a:pt x="4" y="1560"/>
                  </a:lnTo>
                  <a:lnTo>
                    <a:pt x="4" y="451"/>
                  </a:lnTo>
                  <a:lnTo>
                    <a:pt x="539" y="451"/>
                  </a:lnTo>
                  <a:cubicBezTo>
                    <a:pt x="548" y="447"/>
                    <a:pt x="557" y="441"/>
                    <a:pt x="567" y="434"/>
                  </a:cubicBezTo>
                  <a:cubicBezTo>
                    <a:pt x="1314" y="2"/>
                    <a:pt x="2523" y="1"/>
                    <a:pt x="3268" y="430"/>
                  </a:cubicBezTo>
                  <a:cubicBezTo>
                    <a:pt x="3280" y="436"/>
                    <a:pt x="3289" y="444"/>
                    <a:pt x="3301" y="451"/>
                  </a:cubicBezTo>
                  <a:lnTo>
                    <a:pt x="3821" y="451"/>
                  </a:lnTo>
                  <a:lnTo>
                    <a:pt x="3821" y="1560"/>
                  </a:lnTo>
                  <a:lnTo>
                    <a:pt x="3821" y="1560"/>
                  </a:lnTo>
                  <a:cubicBezTo>
                    <a:pt x="3818" y="1840"/>
                    <a:pt x="3631" y="2122"/>
                    <a:pt x="3258" y="2337"/>
                  </a:cubicBezTo>
                  <a:cubicBezTo>
                    <a:pt x="2511" y="2769"/>
                    <a:pt x="1302" y="2771"/>
                    <a:pt x="557" y="2342"/>
                  </a:cubicBezTo>
                  <a:cubicBezTo>
                    <a:pt x="185" y="2126"/>
                    <a:pt x="0" y="1843"/>
                    <a:pt x="4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2379;p52">
              <a:extLst>
                <a:ext uri="{FF2B5EF4-FFF2-40B4-BE49-F238E27FC236}">
                  <a16:creationId xmlns:a16="http://schemas.microsoft.com/office/drawing/2014/main" id="{B3DDA8F7-3818-7667-E13D-8D13756FFFA9}"/>
                </a:ext>
              </a:extLst>
            </p:cNvPr>
            <p:cNvSpPr/>
            <p:nvPr/>
          </p:nvSpPr>
          <p:spPr>
            <a:xfrm>
              <a:off x="1846579" y="1421102"/>
              <a:ext cx="92516" cy="219032"/>
            </a:xfrm>
            <a:custGeom>
              <a:avLst/>
              <a:gdLst/>
              <a:ahLst/>
              <a:cxnLst/>
              <a:rect l="l" t="t" r="r" b="b"/>
              <a:pathLst>
                <a:path w="1600" h="3788" extrusionOk="0">
                  <a:moveTo>
                    <a:pt x="801" y="3787"/>
                  </a:moveTo>
                  <a:lnTo>
                    <a:pt x="801" y="3787"/>
                  </a:lnTo>
                  <a:cubicBezTo>
                    <a:pt x="359" y="3787"/>
                    <a:pt x="1" y="3429"/>
                    <a:pt x="1" y="2988"/>
                  </a:cubicBezTo>
                  <a:lnTo>
                    <a:pt x="1" y="799"/>
                  </a:lnTo>
                  <a:cubicBezTo>
                    <a:pt x="1" y="357"/>
                    <a:pt x="359" y="0"/>
                    <a:pt x="801" y="0"/>
                  </a:cubicBezTo>
                  <a:lnTo>
                    <a:pt x="801" y="0"/>
                  </a:lnTo>
                  <a:cubicBezTo>
                    <a:pt x="1242" y="0"/>
                    <a:pt x="1599" y="357"/>
                    <a:pt x="1599" y="799"/>
                  </a:cubicBezTo>
                  <a:lnTo>
                    <a:pt x="1599" y="2988"/>
                  </a:lnTo>
                  <a:cubicBezTo>
                    <a:pt x="1599" y="3429"/>
                    <a:pt x="1242" y="3787"/>
                    <a:pt x="801" y="37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2380;p52">
              <a:extLst>
                <a:ext uri="{FF2B5EF4-FFF2-40B4-BE49-F238E27FC236}">
                  <a16:creationId xmlns:a16="http://schemas.microsoft.com/office/drawing/2014/main" id="{C20E894E-8B25-B39D-2A12-075EC4390209}"/>
                </a:ext>
              </a:extLst>
            </p:cNvPr>
            <p:cNvSpPr/>
            <p:nvPr/>
          </p:nvSpPr>
          <p:spPr>
            <a:xfrm>
              <a:off x="1775630" y="1270415"/>
              <a:ext cx="242681" cy="140162"/>
            </a:xfrm>
            <a:custGeom>
              <a:avLst/>
              <a:gdLst/>
              <a:ahLst/>
              <a:cxnLst/>
              <a:rect l="l" t="t" r="r" b="b"/>
              <a:pathLst>
                <a:path w="4197" h="2424" extrusionOk="0">
                  <a:moveTo>
                    <a:pt x="753" y="434"/>
                  </a:moveTo>
                  <a:cubicBezTo>
                    <a:pt x="1500" y="2"/>
                    <a:pt x="2709" y="1"/>
                    <a:pt x="3454" y="430"/>
                  </a:cubicBezTo>
                  <a:cubicBezTo>
                    <a:pt x="4197" y="859"/>
                    <a:pt x="4192" y="1557"/>
                    <a:pt x="3444" y="1988"/>
                  </a:cubicBezTo>
                  <a:cubicBezTo>
                    <a:pt x="2697" y="2420"/>
                    <a:pt x="1488" y="2423"/>
                    <a:pt x="743" y="1994"/>
                  </a:cubicBezTo>
                  <a:cubicBezTo>
                    <a:pt x="0" y="1565"/>
                    <a:pt x="3" y="867"/>
                    <a:pt x="753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2381;p52">
              <a:extLst>
                <a:ext uri="{FF2B5EF4-FFF2-40B4-BE49-F238E27FC236}">
                  <a16:creationId xmlns:a16="http://schemas.microsoft.com/office/drawing/2014/main" id="{8BB0D4AC-4435-D48F-1AAD-B4C4A2DCD7A9}"/>
                </a:ext>
              </a:extLst>
            </p:cNvPr>
            <p:cNvSpPr/>
            <p:nvPr/>
          </p:nvSpPr>
          <p:spPr>
            <a:xfrm>
              <a:off x="1850684" y="1318235"/>
              <a:ext cx="92574" cy="48629"/>
            </a:xfrm>
            <a:custGeom>
              <a:avLst/>
              <a:gdLst/>
              <a:ahLst/>
              <a:cxnLst/>
              <a:rect l="l" t="t" r="r" b="b"/>
              <a:pathLst>
                <a:path w="1601" h="841" extrusionOk="0">
                  <a:moveTo>
                    <a:pt x="805" y="0"/>
                  </a:moveTo>
                  <a:cubicBezTo>
                    <a:pt x="618" y="0"/>
                    <a:pt x="430" y="42"/>
                    <a:pt x="287" y="124"/>
                  </a:cubicBezTo>
                  <a:cubicBezTo>
                    <a:pt x="2" y="289"/>
                    <a:pt x="1" y="555"/>
                    <a:pt x="284" y="718"/>
                  </a:cubicBezTo>
                  <a:cubicBezTo>
                    <a:pt x="424" y="800"/>
                    <a:pt x="610" y="841"/>
                    <a:pt x="795" y="841"/>
                  </a:cubicBezTo>
                  <a:cubicBezTo>
                    <a:pt x="982" y="841"/>
                    <a:pt x="1170" y="799"/>
                    <a:pt x="1313" y="717"/>
                  </a:cubicBezTo>
                  <a:cubicBezTo>
                    <a:pt x="1599" y="552"/>
                    <a:pt x="1600" y="286"/>
                    <a:pt x="1317" y="123"/>
                  </a:cubicBezTo>
                  <a:cubicBezTo>
                    <a:pt x="1176" y="41"/>
                    <a:pt x="991" y="0"/>
                    <a:pt x="805" y="0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2382;p52">
              <a:extLst>
                <a:ext uri="{FF2B5EF4-FFF2-40B4-BE49-F238E27FC236}">
                  <a16:creationId xmlns:a16="http://schemas.microsoft.com/office/drawing/2014/main" id="{AB6880E8-09A6-D489-9DA4-24DE862187C5}"/>
                </a:ext>
              </a:extLst>
            </p:cNvPr>
            <p:cNvSpPr/>
            <p:nvPr/>
          </p:nvSpPr>
          <p:spPr>
            <a:xfrm>
              <a:off x="1885205" y="1333327"/>
              <a:ext cx="313051" cy="175607"/>
            </a:xfrm>
            <a:custGeom>
              <a:avLst/>
              <a:gdLst/>
              <a:ahLst/>
              <a:cxnLst/>
              <a:rect l="l" t="t" r="r" b="b"/>
              <a:pathLst>
                <a:path w="5414" h="3037" extrusionOk="0">
                  <a:moveTo>
                    <a:pt x="248" y="0"/>
                  </a:moveTo>
                  <a:lnTo>
                    <a:pt x="0" y="280"/>
                  </a:lnTo>
                  <a:lnTo>
                    <a:pt x="4901" y="3037"/>
                  </a:lnTo>
                  <a:lnTo>
                    <a:pt x="5323" y="3037"/>
                  </a:lnTo>
                  <a:lnTo>
                    <a:pt x="5413" y="2895"/>
                  </a:lnTo>
                  <a:lnTo>
                    <a:pt x="2608" y="388"/>
                  </a:lnTo>
                  <a:lnTo>
                    <a:pt x="1923" y="91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2383;p52">
              <a:extLst>
                <a:ext uri="{FF2B5EF4-FFF2-40B4-BE49-F238E27FC236}">
                  <a16:creationId xmlns:a16="http://schemas.microsoft.com/office/drawing/2014/main" id="{E836F4EA-65F3-EBB3-4188-EE047AA61C7E}"/>
                </a:ext>
              </a:extLst>
            </p:cNvPr>
            <p:cNvSpPr/>
            <p:nvPr/>
          </p:nvSpPr>
          <p:spPr>
            <a:xfrm>
              <a:off x="1598518" y="1172694"/>
              <a:ext cx="308714" cy="180695"/>
            </a:xfrm>
            <a:custGeom>
              <a:avLst/>
              <a:gdLst/>
              <a:ahLst/>
              <a:cxnLst/>
              <a:rect l="l" t="t" r="r" b="b"/>
              <a:pathLst>
                <a:path w="5339" h="3125" extrusionOk="0">
                  <a:moveTo>
                    <a:pt x="82" y="0"/>
                  </a:moveTo>
                  <a:lnTo>
                    <a:pt x="1" y="139"/>
                  </a:lnTo>
                  <a:lnTo>
                    <a:pt x="2633" y="2506"/>
                  </a:lnTo>
                  <a:lnTo>
                    <a:pt x="3054" y="2778"/>
                  </a:lnTo>
                  <a:lnTo>
                    <a:pt x="4415" y="2992"/>
                  </a:lnTo>
                  <a:lnTo>
                    <a:pt x="4835" y="3124"/>
                  </a:lnTo>
                  <a:lnTo>
                    <a:pt x="5338" y="2778"/>
                  </a:lnTo>
                  <a:lnTo>
                    <a:pt x="4728" y="2398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2384;p52">
              <a:extLst>
                <a:ext uri="{FF2B5EF4-FFF2-40B4-BE49-F238E27FC236}">
                  <a16:creationId xmlns:a16="http://schemas.microsoft.com/office/drawing/2014/main" id="{13A9A234-FE6B-C9D5-6477-216E577F42ED}"/>
                </a:ext>
              </a:extLst>
            </p:cNvPr>
            <p:cNvSpPr/>
            <p:nvPr/>
          </p:nvSpPr>
          <p:spPr>
            <a:xfrm>
              <a:off x="1881562" y="1134878"/>
              <a:ext cx="280208" cy="223773"/>
            </a:xfrm>
            <a:custGeom>
              <a:avLst/>
              <a:gdLst/>
              <a:ahLst/>
              <a:cxnLst/>
              <a:rect l="l" t="t" r="r" b="b"/>
              <a:pathLst>
                <a:path w="4846" h="3870" extrusionOk="0">
                  <a:moveTo>
                    <a:pt x="4755" y="0"/>
                  </a:moveTo>
                  <a:lnTo>
                    <a:pt x="1319" y="1534"/>
                  </a:lnTo>
                  <a:lnTo>
                    <a:pt x="768" y="2037"/>
                  </a:lnTo>
                  <a:lnTo>
                    <a:pt x="0" y="3528"/>
                  </a:lnTo>
                  <a:lnTo>
                    <a:pt x="154" y="3869"/>
                  </a:lnTo>
                  <a:lnTo>
                    <a:pt x="4673" y="525"/>
                  </a:lnTo>
                  <a:lnTo>
                    <a:pt x="4846" y="14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2385;p52">
              <a:extLst>
                <a:ext uri="{FF2B5EF4-FFF2-40B4-BE49-F238E27FC236}">
                  <a16:creationId xmlns:a16="http://schemas.microsoft.com/office/drawing/2014/main" id="{6E71F087-3FB0-9028-F177-354A23CC5102}"/>
                </a:ext>
              </a:extLst>
            </p:cNvPr>
            <p:cNvSpPr/>
            <p:nvPr/>
          </p:nvSpPr>
          <p:spPr>
            <a:xfrm>
              <a:off x="1663106" y="1300021"/>
              <a:ext cx="260317" cy="242161"/>
            </a:xfrm>
            <a:custGeom>
              <a:avLst/>
              <a:gdLst/>
              <a:ahLst/>
              <a:cxnLst/>
              <a:rect l="l" t="t" r="r" b="b"/>
              <a:pathLst>
                <a:path w="4502" h="4188" extrusionOk="0">
                  <a:moveTo>
                    <a:pt x="4338" y="1"/>
                  </a:moveTo>
                  <a:lnTo>
                    <a:pt x="3780" y="455"/>
                  </a:lnTo>
                  <a:lnTo>
                    <a:pt x="116" y="3731"/>
                  </a:lnTo>
                  <a:lnTo>
                    <a:pt x="1" y="4066"/>
                  </a:lnTo>
                  <a:lnTo>
                    <a:pt x="105" y="4188"/>
                  </a:lnTo>
                  <a:lnTo>
                    <a:pt x="3200" y="2470"/>
                  </a:lnTo>
                  <a:lnTo>
                    <a:pt x="3594" y="2161"/>
                  </a:lnTo>
                  <a:lnTo>
                    <a:pt x="4240" y="944"/>
                  </a:lnTo>
                  <a:lnTo>
                    <a:pt x="4501" y="589"/>
                  </a:lnTo>
                  <a:lnTo>
                    <a:pt x="4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2386;p52">
              <a:extLst>
                <a:ext uri="{FF2B5EF4-FFF2-40B4-BE49-F238E27FC236}">
                  <a16:creationId xmlns:a16="http://schemas.microsoft.com/office/drawing/2014/main" id="{F114964E-64F2-B41C-4CB9-1DE24C816880}"/>
                </a:ext>
              </a:extLst>
            </p:cNvPr>
            <p:cNvSpPr/>
            <p:nvPr/>
          </p:nvSpPr>
          <p:spPr>
            <a:xfrm>
              <a:off x="1863232" y="1322282"/>
              <a:ext cx="67363" cy="38857"/>
            </a:xfrm>
            <a:custGeom>
              <a:avLst/>
              <a:gdLst/>
              <a:ahLst/>
              <a:cxnLst/>
              <a:rect l="l" t="t" r="r" b="b"/>
              <a:pathLst>
                <a:path w="1165" h="672" extrusionOk="0">
                  <a:moveTo>
                    <a:pt x="588" y="0"/>
                  </a:moveTo>
                  <a:cubicBezTo>
                    <a:pt x="438" y="0"/>
                    <a:pt x="288" y="33"/>
                    <a:pt x="173" y="99"/>
                  </a:cubicBezTo>
                  <a:cubicBezTo>
                    <a:pt x="170" y="100"/>
                    <a:pt x="168" y="102"/>
                    <a:pt x="165" y="104"/>
                  </a:cubicBezTo>
                  <a:lnTo>
                    <a:pt x="2" y="104"/>
                  </a:lnTo>
                  <a:lnTo>
                    <a:pt x="2" y="336"/>
                  </a:lnTo>
                  <a:cubicBezTo>
                    <a:pt x="0" y="422"/>
                    <a:pt x="57" y="508"/>
                    <a:pt x="171" y="574"/>
                  </a:cubicBezTo>
                  <a:cubicBezTo>
                    <a:pt x="284" y="639"/>
                    <a:pt x="431" y="672"/>
                    <a:pt x="579" y="672"/>
                  </a:cubicBezTo>
                  <a:cubicBezTo>
                    <a:pt x="729" y="672"/>
                    <a:pt x="879" y="638"/>
                    <a:pt x="994" y="573"/>
                  </a:cubicBezTo>
                  <a:cubicBezTo>
                    <a:pt x="1106" y="507"/>
                    <a:pt x="1163" y="422"/>
                    <a:pt x="1165" y="336"/>
                  </a:cubicBezTo>
                  <a:lnTo>
                    <a:pt x="1165" y="104"/>
                  </a:lnTo>
                  <a:lnTo>
                    <a:pt x="1006" y="104"/>
                  </a:lnTo>
                  <a:cubicBezTo>
                    <a:pt x="1003" y="102"/>
                    <a:pt x="1000" y="99"/>
                    <a:pt x="996" y="97"/>
                  </a:cubicBezTo>
                  <a:cubicBezTo>
                    <a:pt x="883" y="32"/>
                    <a:pt x="736" y="0"/>
                    <a:pt x="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2387;p52">
              <a:extLst>
                <a:ext uri="{FF2B5EF4-FFF2-40B4-BE49-F238E27FC236}">
                  <a16:creationId xmlns:a16="http://schemas.microsoft.com/office/drawing/2014/main" id="{E5420999-84C3-EF5D-C4DD-6E4A59EC9C61}"/>
                </a:ext>
              </a:extLst>
            </p:cNvPr>
            <p:cNvSpPr/>
            <p:nvPr/>
          </p:nvSpPr>
          <p:spPr>
            <a:xfrm>
              <a:off x="1859936" y="1308867"/>
              <a:ext cx="73955" cy="38857"/>
            </a:xfrm>
            <a:custGeom>
              <a:avLst/>
              <a:gdLst/>
              <a:ahLst/>
              <a:cxnLst/>
              <a:rect l="l" t="t" r="r" b="b"/>
              <a:pathLst>
                <a:path w="1279" h="672" extrusionOk="0">
                  <a:moveTo>
                    <a:pt x="643" y="1"/>
                  </a:moveTo>
                  <a:cubicBezTo>
                    <a:pt x="494" y="1"/>
                    <a:pt x="344" y="34"/>
                    <a:pt x="230" y="100"/>
                  </a:cubicBezTo>
                  <a:cubicBezTo>
                    <a:pt x="2" y="231"/>
                    <a:pt x="1" y="443"/>
                    <a:pt x="228" y="574"/>
                  </a:cubicBezTo>
                  <a:cubicBezTo>
                    <a:pt x="341" y="639"/>
                    <a:pt x="489" y="672"/>
                    <a:pt x="637" y="672"/>
                  </a:cubicBezTo>
                  <a:cubicBezTo>
                    <a:pt x="786" y="672"/>
                    <a:pt x="935" y="639"/>
                    <a:pt x="1050" y="572"/>
                  </a:cubicBezTo>
                  <a:cubicBezTo>
                    <a:pt x="1279" y="442"/>
                    <a:pt x="1279" y="229"/>
                    <a:pt x="1053" y="99"/>
                  </a:cubicBezTo>
                  <a:cubicBezTo>
                    <a:pt x="940" y="33"/>
                    <a:pt x="792" y="1"/>
                    <a:pt x="6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2388;p52">
              <a:extLst>
                <a:ext uri="{FF2B5EF4-FFF2-40B4-BE49-F238E27FC236}">
                  <a16:creationId xmlns:a16="http://schemas.microsoft.com/office/drawing/2014/main" id="{DA1C94E2-4E19-0A2D-149A-14A45664C62B}"/>
                </a:ext>
              </a:extLst>
            </p:cNvPr>
            <p:cNvSpPr/>
            <p:nvPr/>
          </p:nvSpPr>
          <p:spPr>
            <a:xfrm>
              <a:off x="1878092" y="1310486"/>
              <a:ext cx="37758" cy="28044"/>
            </a:xfrm>
            <a:custGeom>
              <a:avLst/>
              <a:gdLst/>
              <a:ahLst/>
              <a:cxnLst/>
              <a:rect l="l" t="t" r="r" b="b"/>
              <a:pathLst>
                <a:path w="653" h="485" extrusionOk="0">
                  <a:moveTo>
                    <a:pt x="329" y="1"/>
                  </a:moveTo>
                  <a:cubicBezTo>
                    <a:pt x="272" y="1"/>
                    <a:pt x="216" y="13"/>
                    <a:pt x="171" y="38"/>
                  </a:cubicBezTo>
                  <a:cubicBezTo>
                    <a:pt x="127" y="63"/>
                    <a:pt x="74" y="108"/>
                    <a:pt x="57" y="140"/>
                  </a:cubicBezTo>
                  <a:lnTo>
                    <a:pt x="0" y="297"/>
                  </a:lnTo>
                  <a:cubicBezTo>
                    <a:pt x="0" y="344"/>
                    <a:pt x="31" y="392"/>
                    <a:pt x="94" y="429"/>
                  </a:cubicBezTo>
                  <a:cubicBezTo>
                    <a:pt x="158" y="466"/>
                    <a:pt x="241" y="484"/>
                    <a:pt x="325" y="484"/>
                  </a:cubicBezTo>
                  <a:cubicBezTo>
                    <a:pt x="408" y="484"/>
                    <a:pt x="492" y="466"/>
                    <a:pt x="556" y="429"/>
                  </a:cubicBezTo>
                  <a:cubicBezTo>
                    <a:pt x="619" y="392"/>
                    <a:pt x="651" y="344"/>
                    <a:pt x="653" y="297"/>
                  </a:cubicBezTo>
                  <a:lnTo>
                    <a:pt x="653" y="295"/>
                  </a:lnTo>
                  <a:lnTo>
                    <a:pt x="574" y="121"/>
                  </a:lnTo>
                  <a:cubicBezTo>
                    <a:pt x="554" y="91"/>
                    <a:pt x="526" y="63"/>
                    <a:pt x="482" y="37"/>
                  </a:cubicBezTo>
                  <a:cubicBezTo>
                    <a:pt x="439" y="13"/>
                    <a:pt x="384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2389;p52">
              <a:extLst>
                <a:ext uri="{FF2B5EF4-FFF2-40B4-BE49-F238E27FC236}">
                  <a16:creationId xmlns:a16="http://schemas.microsoft.com/office/drawing/2014/main" id="{A8CCA26B-C18B-1359-0C9D-B7129ED98030}"/>
                </a:ext>
              </a:extLst>
            </p:cNvPr>
            <p:cNvSpPr/>
            <p:nvPr/>
          </p:nvSpPr>
          <p:spPr>
            <a:xfrm>
              <a:off x="660857" y="991303"/>
              <a:ext cx="2504639" cy="1486038"/>
            </a:xfrm>
            <a:custGeom>
              <a:avLst/>
              <a:gdLst/>
              <a:ahLst/>
              <a:cxnLst/>
              <a:rect l="l" t="t" r="r" b="b"/>
              <a:pathLst>
                <a:path w="43316" h="25700" extrusionOk="0">
                  <a:moveTo>
                    <a:pt x="40254" y="9101"/>
                  </a:moveTo>
                  <a:cubicBezTo>
                    <a:pt x="39482" y="8656"/>
                    <a:pt x="38608" y="8304"/>
                    <a:pt x="37678" y="8047"/>
                  </a:cubicBezTo>
                  <a:cubicBezTo>
                    <a:pt x="34294" y="7113"/>
                    <a:pt x="31577" y="5545"/>
                    <a:pt x="29959" y="3591"/>
                  </a:cubicBezTo>
                  <a:cubicBezTo>
                    <a:pt x="29515" y="3054"/>
                    <a:pt x="28905" y="2550"/>
                    <a:pt x="28133" y="2104"/>
                  </a:cubicBezTo>
                  <a:cubicBezTo>
                    <a:pt x="24508" y="10"/>
                    <a:pt x="18635" y="1"/>
                    <a:pt x="15032" y="2080"/>
                  </a:cubicBezTo>
                  <a:cubicBezTo>
                    <a:pt x="14265" y="2523"/>
                    <a:pt x="13662" y="3025"/>
                    <a:pt x="13222" y="3560"/>
                  </a:cubicBezTo>
                  <a:cubicBezTo>
                    <a:pt x="11627" y="5509"/>
                    <a:pt x="8926" y="7067"/>
                    <a:pt x="5552" y="7989"/>
                  </a:cubicBezTo>
                  <a:cubicBezTo>
                    <a:pt x="4625" y="8243"/>
                    <a:pt x="3754" y="8592"/>
                    <a:pt x="2988" y="9035"/>
                  </a:cubicBezTo>
                  <a:cubicBezTo>
                    <a:pt x="867" y="10259"/>
                    <a:pt x="1" y="11939"/>
                    <a:pt x="387" y="13540"/>
                  </a:cubicBezTo>
                  <a:cubicBezTo>
                    <a:pt x="658" y="14658"/>
                    <a:pt x="1538" y="15738"/>
                    <a:pt x="3028" y="16598"/>
                  </a:cubicBezTo>
                  <a:cubicBezTo>
                    <a:pt x="3800" y="17044"/>
                    <a:pt x="4674" y="17395"/>
                    <a:pt x="5605" y="17653"/>
                  </a:cubicBezTo>
                  <a:cubicBezTo>
                    <a:pt x="7377" y="18141"/>
                    <a:pt x="8967" y="18805"/>
                    <a:pt x="10312" y="19607"/>
                  </a:cubicBezTo>
                  <a:cubicBezTo>
                    <a:pt x="10710" y="19845"/>
                    <a:pt x="11088" y="20096"/>
                    <a:pt x="11444" y="20357"/>
                  </a:cubicBezTo>
                  <a:cubicBezTo>
                    <a:pt x="12173" y="20896"/>
                    <a:pt x="12805" y="21482"/>
                    <a:pt x="13323" y="22108"/>
                  </a:cubicBezTo>
                  <a:cubicBezTo>
                    <a:pt x="13720" y="22588"/>
                    <a:pt x="14246" y="23040"/>
                    <a:pt x="14903" y="23449"/>
                  </a:cubicBezTo>
                  <a:cubicBezTo>
                    <a:pt x="14983" y="23498"/>
                    <a:pt x="15065" y="23548"/>
                    <a:pt x="15149" y="23595"/>
                  </a:cubicBezTo>
                  <a:cubicBezTo>
                    <a:pt x="18773" y="25689"/>
                    <a:pt x="24648" y="25700"/>
                    <a:pt x="28250" y="23620"/>
                  </a:cubicBezTo>
                  <a:cubicBezTo>
                    <a:pt x="28319" y="23580"/>
                    <a:pt x="28389" y="23538"/>
                    <a:pt x="28455" y="23497"/>
                  </a:cubicBezTo>
                  <a:cubicBezTo>
                    <a:pt x="29125" y="23085"/>
                    <a:pt x="29661" y="22626"/>
                    <a:pt x="30061" y="22139"/>
                  </a:cubicBezTo>
                  <a:cubicBezTo>
                    <a:pt x="30573" y="21514"/>
                    <a:pt x="31197" y="20930"/>
                    <a:pt x="31922" y="20393"/>
                  </a:cubicBezTo>
                  <a:cubicBezTo>
                    <a:pt x="32271" y="20136"/>
                    <a:pt x="32642" y="19890"/>
                    <a:pt x="33034" y="19654"/>
                  </a:cubicBezTo>
                  <a:cubicBezTo>
                    <a:pt x="34372" y="18855"/>
                    <a:pt x="35958" y="18195"/>
                    <a:pt x="37730" y="17710"/>
                  </a:cubicBezTo>
                  <a:cubicBezTo>
                    <a:pt x="38658" y="17456"/>
                    <a:pt x="39527" y="17109"/>
                    <a:pt x="40294" y="16666"/>
                  </a:cubicBezTo>
                  <a:cubicBezTo>
                    <a:pt x="41723" y="15841"/>
                    <a:pt x="42583" y="14809"/>
                    <a:pt x="42874" y="13735"/>
                  </a:cubicBezTo>
                  <a:cubicBezTo>
                    <a:pt x="43315" y="12100"/>
                    <a:pt x="42442" y="10365"/>
                    <a:pt x="40254" y="9102"/>
                  </a:cubicBezTo>
                  <a:close/>
                  <a:moveTo>
                    <a:pt x="30724" y="7529"/>
                  </a:moveTo>
                  <a:cubicBezTo>
                    <a:pt x="30742" y="7518"/>
                    <a:pt x="30762" y="7506"/>
                    <a:pt x="30782" y="7493"/>
                  </a:cubicBezTo>
                  <a:cubicBezTo>
                    <a:pt x="31279" y="7207"/>
                    <a:pt x="32093" y="7209"/>
                    <a:pt x="32594" y="7498"/>
                  </a:cubicBezTo>
                  <a:cubicBezTo>
                    <a:pt x="32617" y="7510"/>
                    <a:pt x="32637" y="7523"/>
                    <a:pt x="32657" y="7536"/>
                  </a:cubicBezTo>
                  <a:cubicBezTo>
                    <a:pt x="32639" y="7549"/>
                    <a:pt x="32620" y="7561"/>
                    <a:pt x="32600" y="7572"/>
                  </a:cubicBezTo>
                  <a:cubicBezTo>
                    <a:pt x="32102" y="7860"/>
                    <a:pt x="31288" y="7858"/>
                    <a:pt x="30788" y="7569"/>
                  </a:cubicBezTo>
                  <a:cubicBezTo>
                    <a:pt x="30765" y="7556"/>
                    <a:pt x="30745" y="7544"/>
                    <a:pt x="30724" y="7529"/>
                  </a:cubicBezTo>
                  <a:close/>
                  <a:moveTo>
                    <a:pt x="26892" y="2820"/>
                  </a:moveTo>
                  <a:cubicBezTo>
                    <a:pt x="28761" y="3900"/>
                    <a:pt x="29445" y="5408"/>
                    <a:pt x="28942" y="6795"/>
                  </a:cubicBezTo>
                  <a:cubicBezTo>
                    <a:pt x="28655" y="7584"/>
                    <a:pt x="27983" y="8335"/>
                    <a:pt x="26924" y="8945"/>
                  </a:cubicBezTo>
                  <a:cubicBezTo>
                    <a:pt x="24009" y="10630"/>
                    <a:pt x="19249" y="10621"/>
                    <a:pt x="16315" y="8927"/>
                  </a:cubicBezTo>
                  <a:cubicBezTo>
                    <a:pt x="15238" y="8306"/>
                    <a:pt x="14556" y="7541"/>
                    <a:pt x="14265" y="6741"/>
                  </a:cubicBezTo>
                  <a:cubicBezTo>
                    <a:pt x="13765" y="5360"/>
                    <a:pt x="14436" y="3868"/>
                    <a:pt x="16281" y="2802"/>
                  </a:cubicBezTo>
                  <a:cubicBezTo>
                    <a:pt x="19198" y="1118"/>
                    <a:pt x="23957" y="1127"/>
                    <a:pt x="26892" y="2820"/>
                  </a:cubicBezTo>
                  <a:close/>
                  <a:moveTo>
                    <a:pt x="10562" y="7493"/>
                  </a:moveTo>
                  <a:cubicBezTo>
                    <a:pt x="10581" y="7481"/>
                    <a:pt x="10599" y="7469"/>
                    <a:pt x="10619" y="7458"/>
                  </a:cubicBezTo>
                  <a:cubicBezTo>
                    <a:pt x="11118" y="7170"/>
                    <a:pt x="11931" y="7172"/>
                    <a:pt x="12433" y="7461"/>
                  </a:cubicBezTo>
                  <a:cubicBezTo>
                    <a:pt x="12454" y="7473"/>
                    <a:pt x="12476" y="7486"/>
                    <a:pt x="12494" y="7501"/>
                  </a:cubicBezTo>
                  <a:cubicBezTo>
                    <a:pt x="12476" y="7512"/>
                    <a:pt x="12457" y="7524"/>
                    <a:pt x="12437" y="7536"/>
                  </a:cubicBezTo>
                  <a:cubicBezTo>
                    <a:pt x="11939" y="7824"/>
                    <a:pt x="11127" y="7823"/>
                    <a:pt x="10625" y="7533"/>
                  </a:cubicBezTo>
                  <a:cubicBezTo>
                    <a:pt x="10604" y="7520"/>
                    <a:pt x="10582" y="7507"/>
                    <a:pt x="10562" y="7493"/>
                  </a:cubicBezTo>
                  <a:close/>
                  <a:moveTo>
                    <a:pt x="4237" y="9756"/>
                  </a:moveTo>
                  <a:cubicBezTo>
                    <a:pt x="5997" y="8739"/>
                    <a:pt x="8429" y="8339"/>
                    <a:pt x="10724" y="8555"/>
                  </a:cubicBezTo>
                  <a:lnTo>
                    <a:pt x="10725" y="8555"/>
                  </a:lnTo>
                  <a:cubicBezTo>
                    <a:pt x="11091" y="8590"/>
                    <a:pt x="11453" y="8639"/>
                    <a:pt x="11810" y="8706"/>
                  </a:cubicBezTo>
                  <a:lnTo>
                    <a:pt x="11810" y="8706"/>
                  </a:lnTo>
                  <a:cubicBezTo>
                    <a:pt x="12920" y="8910"/>
                    <a:pt x="13966" y="9265"/>
                    <a:pt x="14848" y="9775"/>
                  </a:cubicBezTo>
                  <a:cubicBezTo>
                    <a:pt x="16717" y="10854"/>
                    <a:pt x="17401" y="12362"/>
                    <a:pt x="16898" y="13748"/>
                  </a:cubicBezTo>
                  <a:cubicBezTo>
                    <a:pt x="16611" y="14538"/>
                    <a:pt x="15938" y="15289"/>
                    <a:pt x="14880" y="15900"/>
                  </a:cubicBezTo>
                  <a:cubicBezTo>
                    <a:pt x="11965" y="17584"/>
                    <a:pt x="7206" y="17575"/>
                    <a:pt x="4271" y="15881"/>
                  </a:cubicBezTo>
                  <a:cubicBezTo>
                    <a:pt x="3194" y="15260"/>
                    <a:pt x="2510" y="14495"/>
                    <a:pt x="2221" y="13695"/>
                  </a:cubicBezTo>
                  <a:cubicBezTo>
                    <a:pt x="1721" y="12314"/>
                    <a:pt x="2391" y="10821"/>
                    <a:pt x="4237" y="9756"/>
                  </a:cubicBezTo>
                  <a:close/>
                  <a:moveTo>
                    <a:pt x="10688" y="19173"/>
                  </a:moveTo>
                  <a:cubicBezTo>
                    <a:pt x="10665" y="19161"/>
                    <a:pt x="10645" y="19147"/>
                    <a:pt x="10625" y="19133"/>
                  </a:cubicBezTo>
                  <a:cubicBezTo>
                    <a:pt x="10644" y="19121"/>
                    <a:pt x="10662" y="19110"/>
                    <a:pt x="10682" y="19098"/>
                  </a:cubicBezTo>
                  <a:cubicBezTo>
                    <a:pt x="11181" y="18810"/>
                    <a:pt x="11994" y="18812"/>
                    <a:pt x="12494" y="19101"/>
                  </a:cubicBezTo>
                  <a:cubicBezTo>
                    <a:pt x="12517" y="19113"/>
                    <a:pt x="12537" y="19127"/>
                    <a:pt x="12559" y="19141"/>
                  </a:cubicBezTo>
                  <a:cubicBezTo>
                    <a:pt x="12540" y="19153"/>
                    <a:pt x="12520" y="19165"/>
                    <a:pt x="12500" y="19176"/>
                  </a:cubicBezTo>
                  <a:cubicBezTo>
                    <a:pt x="12002" y="19464"/>
                    <a:pt x="11190" y="19462"/>
                    <a:pt x="10688" y="19173"/>
                  </a:cubicBezTo>
                  <a:close/>
                  <a:moveTo>
                    <a:pt x="27001" y="22897"/>
                  </a:moveTo>
                  <a:cubicBezTo>
                    <a:pt x="24085" y="24581"/>
                    <a:pt x="19326" y="24572"/>
                    <a:pt x="16391" y="22879"/>
                  </a:cubicBezTo>
                  <a:cubicBezTo>
                    <a:pt x="15314" y="22257"/>
                    <a:pt x="14631" y="21493"/>
                    <a:pt x="14340" y="20693"/>
                  </a:cubicBezTo>
                  <a:cubicBezTo>
                    <a:pt x="13840" y="19311"/>
                    <a:pt x="14512" y="17819"/>
                    <a:pt x="16357" y="16753"/>
                  </a:cubicBezTo>
                  <a:cubicBezTo>
                    <a:pt x="19273" y="15069"/>
                    <a:pt x="24032" y="15078"/>
                    <a:pt x="26967" y="16772"/>
                  </a:cubicBezTo>
                  <a:cubicBezTo>
                    <a:pt x="28836" y="17852"/>
                    <a:pt x="29521" y="19359"/>
                    <a:pt x="29018" y="20745"/>
                  </a:cubicBezTo>
                  <a:cubicBezTo>
                    <a:pt x="28730" y="21536"/>
                    <a:pt x="28058" y="22286"/>
                    <a:pt x="27001" y="22897"/>
                  </a:cubicBezTo>
                  <a:close/>
                  <a:moveTo>
                    <a:pt x="32663" y="19213"/>
                  </a:moveTo>
                  <a:cubicBezTo>
                    <a:pt x="32165" y="19501"/>
                    <a:pt x="31351" y="19499"/>
                    <a:pt x="30850" y="19210"/>
                  </a:cubicBezTo>
                  <a:cubicBezTo>
                    <a:pt x="30828" y="19198"/>
                    <a:pt x="30807" y="19184"/>
                    <a:pt x="30787" y="19170"/>
                  </a:cubicBezTo>
                  <a:cubicBezTo>
                    <a:pt x="30805" y="19158"/>
                    <a:pt x="30825" y="19145"/>
                    <a:pt x="30845" y="19135"/>
                  </a:cubicBezTo>
                  <a:cubicBezTo>
                    <a:pt x="31342" y="18847"/>
                    <a:pt x="32156" y="18848"/>
                    <a:pt x="32657" y="19138"/>
                  </a:cubicBezTo>
                  <a:cubicBezTo>
                    <a:pt x="32679" y="19150"/>
                    <a:pt x="32700" y="19164"/>
                    <a:pt x="32720" y="19178"/>
                  </a:cubicBezTo>
                  <a:cubicBezTo>
                    <a:pt x="32702" y="19190"/>
                    <a:pt x="32683" y="19202"/>
                    <a:pt x="32663" y="19213"/>
                  </a:cubicBezTo>
                  <a:close/>
                  <a:moveTo>
                    <a:pt x="41062" y="13792"/>
                  </a:moveTo>
                  <a:cubicBezTo>
                    <a:pt x="40774" y="14583"/>
                    <a:pt x="40102" y="15332"/>
                    <a:pt x="39045" y="15944"/>
                  </a:cubicBezTo>
                  <a:cubicBezTo>
                    <a:pt x="36129" y="17627"/>
                    <a:pt x="31370" y="17619"/>
                    <a:pt x="28435" y="15924"/>
                  </a:cubicBezTo>
                  <a:cubicBezTo>
                    <a:pt x="27358" y="15303"/>
                    <a:pt x="26675" y="14540"/>
                    <a:pt x="26384" y="13739"/>
                  </a:cubicBezTo>
                  <a:cubicBezTo>
                    <a:pt x="25884" y="12357"/>
                    <a:pt x="26557" y="10865"/>
                    <a:pt x="28402" y="9799"/>
                  </a:cubicBezTo>
                  <a:cubicBezTo>
                    <a:pt x="29276" y="9295"/>
                    <a:pt x="30318" y="8942"/>
                    <a:pt x="31425" y="8741"/>
                  </a:cubicBezTo>
                  <a:cubicBezTo>
                    <a:pt x="31777" y="8678"/>
                    <a:pt x="32136" y="8629"/>
                    <a:pt x="32499" y="8596"/>
                  </a:cubicBezTo>
                  <a:cubicBezTo>
                    <a:pt x="34797" y="8386"/>
                    <a:pt x="37238" y="8795"/>
                    <a:pt x="39012" y="9818"/>
                  </a:cubicBezTo>
                  <a:cubicBezTo>
                    <a:pt x="40882" y="10897"/>
                    <a:pt x="41566" y="12406"/>
                    <a:pt x="41062" y="1379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2390;p52">
              <a:extLst>
                <a:ext uri="{FF2B5EF4-FFF2-40B4-BE49-F238E27FC236}">
                  <a16:creationId xmlns:a16="http://schemas.microsoft.com/office/drawing/2014/main" id="{2B08807A-9DD2-40B9-F300-9C0F4B1369A3}"/>
                </a:ext>
              </a:extLst>
            </p:cNvPr>
            <p:cNvSpPr/>
            <p:nvPr/>
          </p:nvSpPr>
          <p:spPr>
            <a:xfrm>
              <a:off x="1430137" y="1001653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4114" y="2304"/>
                  </a:moveTo>
                  <a:cubicBezTo>
                    <a:pt x="10867" y="429"/>
                    <a:pt x="6042" y="0"/>
                    <a:pt x="2814" y="1863"/>
                  </a:cubicBezTo>
                  <a:cubicBezTo>
                    <a:pt x="1262" y="2760"/>
                    <a:pt x="62" y="4132"/>
                    <a:pt x="9" y="5313"/>
                  </a:cubicBezTo>
                  <a:cubicBezTo>
                    <a:pt x="7" y="5359"/>
                    <a:pt x="1" y="5633"/>
                    <a:pt x="1" y="5681"/>
                  </a:cubicBezTo>
                  <a:cubicBezTo>
                    <a:pt x="7" y="6908"/>
                    <a:pt x="824" y="8137"/>
                    <a:pt x="2447" y="9074"/>
                  </a:cubicBezTo>
                  <a:cubicBezTo>
                    <a:pt x="5694" y="10949"/>
                    <a:pt x="10962" y="10958"/>
                    <a:pt x="14189" y="9096"/>
                  </a:cubicBezTo>
                  <a:cubicBezTo>
                    <a:pt x="15754" y="8193"/>
                    <a:pt x="16555" y="7013"/>
                    <a:pt x="16597" y="5822"/>
                  </a:cubicBezTo>
                  <a:cubicBezTo>
                    <a:pt x="16598" y="5781"/>
                    <a:pt x="16600" y="5518"/>
                    <a:pt x="16598" y="5475"/>
                  </a:cubicBezTo>
                  <a:cubicBezTo>
                    <a:pt x="16586" y="4252"/>
                    <a:pt x="15731" y="3238"/>
                    <a:pt x="14114" y="2304"/>
                  </a:cubicBezTo>
                  <a:close/>
                  <a:moveTo>
                    <a:pt x="2913" y="8579"/>
                  </a:moveTo>
                  <a:cubicBezTo>
                    <a:pt x="2001" y="8053"/>
                    <a:pt x="1470" y="7593"/>
                    <a:pt x="1122" y="6927"/>
                  </a:cubicBezTo>
                  <a:cubicBezTo>
                    <a:pt x="352" y="5449"/>
                    <a:pt x="968" y="3783"/>
                    <a:pt x="2979" y="2623"/>
                  </a:cubicBezTo>
                  <a:cubicBezTo>
                    <a:pt x="5894" y="940"/>
                    <a:pt x="10653" y="948"/>
                    <a:pt x="13588" y="2643"/>
                  </a:cubicBezTo>
                  <a:cubicBezTo>
                    <a:pt x="15554" y="3777"/>
                    <a:pt x="16209" y="5384"/>
                    <a:pt x="15551" y="6828"/>
                  </a:cubicBezTo>
                  <a:cubicBezTo>
                    <a:pt x="15228" y="7541"/>
                    <a:pt x="14626" y="7985"/>
                    <a:pt x="13663" y="8542"/>
                  </a:cubicBezTo>
                  <a:cubicBezTo>
                    <a:pt x="10747" y="10225"/>
                    <a:pt x="5848" y="10274"/>
                    <a:pt x="2913" y="85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2391;p52">
              <a:extLst>
                <a:ext uri="{FF2B5EF4-FFF2-40B4-BE49-F238E27FC236}">
                  <a16:creationId xmlns:a16="http://schemas.microsoft.com/office/drawing/2014/main" id="{FF30A6D2-A9CA-5C3C-DEE9-405F38852A48}"/>
                </a:ext>
              </a:extLst>
            </p:cNvPr>
            <p:cNvSpPr/>
            <p:nvPr/>
          </p:nvSpPr>
          <p:spPr>
            <a:xfrm>
              <a:off x="1382837" y="1005816"/>
              <a:ext cx="1054393" cy="608813"/>
            </a:xfrm>
            <a:custGeom>
              <a:avLst/>
              <a:gdLst/>
              <a:ahLst/>
              <a:cxnLst/>
              <a:rect l="l" t="t" r="r" b="b"/>
              <a:pathLst>
                <a:path w="18235" h="10529" extrusionOk="0">
                  <a:moveTo>
                    <a:pt x="14970" y="1885"/>
                  </a:moveTo>
                  <a:cubicBezTo>
                    <a:pt x="11723" y="10"/>
                    <a:pt x="6455" y="1"/>
                    <a:pt x="3228" y="1863"/>
                  </a:cubicBezTo>
                  <a:cubicBezTo>
                    <a:pt x="1" y="3728"/>
                    <a:pt x="18" y="6769"/>
                    <a:pt x="3265" y="8644"/>
                  </a:cubicBezTo>
                  <a:cubicBezTo>
                    <a:pt x="6512" y="10519"/>
                    <a:pt x="11780" y="10528"/>
                    <a:pt x="15007" y="8665"/>
                  </a:cubicBezTo>
                  <a:cubicBezTo>
                    <a:pt x="18235" y="6801"/>
                    <a:pt x="18218" y="3760"/>
                    <a:pt x="14970" y="1885"/>
                  </a:cubicBezTo>
                  <a:close/>
                  <a:moveTo>
                    <a:pt x="3829" y="8318"/>
                  </a:moveTo>
                  <a:cubicBezTo>
                    <a:pt x="896" y="6623"/>
                    <a:pt x="880" y="3875"/>
                    <a:pt x="3797" y="2192"/>
                  </a:cubicBezTo>
                  <a:cubicBezTo>
                    <a:pt x="6712" y="508"/>
                    <a:pt x="11471" y="517"/>
                    <a:pt x="14406" y="2211"/>
                  </a:cubicBezTo>
                  <a:cubicBezTo>
                    <a:pt x="17339" y="3905"/>
                    <a:pt x="17355" y="6653"/>
                    <a:pt x="14440" y="8336"/>
                  </a:cubicBezTo>
                  <a:cubicBezTo>
                    <a:pt x="11523" y="10020"/>
                    <a:pt x="6764" y="10011"/>
                    <a:pt x="3829" y="83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2392;p52">
              <a:extLst>
                <a:ext uri="{FF2B5EF4-FFF2-40B4-BE49-F238E27FC236}">
                  <a16:creationId xmlns:a16="http://schemas.microsoft.com/office/drawing/2014/main" id="{3B287C82-535D-2BE6-5179-A0745B535A8C}"/>
                </a:ext>
              </a:extLst>
            </p:cNvPr>
            <p:cNvSpPr/>
            <p:nvPr/>
          </p:nvSpPr>
          <p:spPr>
            <a:xfrm>
              <a:off x="2130953" y="1406242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3966" y="1926"/>
                  </a:moveTo>
                  <a:cubicBezTo>
                    <a:pt x="11494" y="648"/>
                    <a:pt x="6041" y="1"/>
                    <a:pt x="2814" y="1863"/>
                  </a:cubicBezTo>
                  <a:cubicBezTo>
                    <a:pt x="1262" y="2760"/>
                    <a:pt x="62" y="4060"/>
                    <a:pt x="10" y="5241"/>
                  </a:cubicBezTo>
                  <a:cubicBezTo>
                    <a:pt x="7" y="5287"/>
                    <a:pt x="1" y="5635"/>
                    <a:pt x="1" y="5681"/>
                  </a:cubicBezTo>
                  <a:cubicBezTo>
                    <a:pt x="7" y="6909"/>
                    <a:pt x="823" y="8138"/>
                    <a:pt x="2446" y="9074"/>
                  </a:cubicBezTo>
                  <a:cubicBezTo>
                    <a:pt x="5695" y="10949"/>
                    <a:pt x="10962" y="10959"/>
                    <a:pt x="14189" y="9096"/>
                  </a:cubicBezTo>
                  <a:cubicBezTo>
                    <a:pt x="15753" y="8193"/>
                    <a:pt x="16556" y="7013"/>
                    <a:pt x="16598" y="5823"/>
                  </a:cubicBezTo>
                  <a:cubicBezTo>
                    <a:pt x="16599" y="5781"/>
                    <a:pt x="16599" y="5340"/>
                    <a:pt x="16599" y="5297"/>
                  </a:cubicBezTo>
                  <a:cubicBezTo>
                    <a:pt x="16575" y="4384"/>
                    <a:pt x="15624" y="2785"/>
                    <a:pt x="13966" y="1926"/>
                  </a:cubicBezTo>
                  <a:close/>
                  <a:moveTo>
                    <a:pt x="2597" y="8279"/>
                  </a:moveTo>
                  <a:cubicBezTo>
                    <a:pt x="1685" y="7753"/>
                    <a:pt x="1469" y="7593"/>
                    <a:pt x="1122" y="6927"/>
                  </a:cubicBezTo>
                  <a:cubicBezTo>
                    <a:pt x="351" y="5449"/>
                    <a:pt x="970" y="3783"/>
                    <a:pt x="2978" y="2623"/>
                  </a:cubicBezTo>
                  <a:cubicBezTo>
                    <a:pt x="5893" y="940"/>
                    <a:pt x="10654" y="948"/>
                    <a:pt x="13588" y="2643"/>
                  </a:cubicBezTo>
                  <a:cubicBezTo>
                    <a:pt x="15553" y="3777"/>
                    <a:pt x="16209" y="5384"/>
                    <a:pt x="15552" y="6829"/>
                  </a:cubicBezTo>
                  <a:cubicBezTo>
                    <a:pt x="15227" y="7541"/>
                    <a:pt x="14564" y="8081"/>
                    <a:pt x="13601" y="8636"/>
                  </a:cubicBezTo>
                  <a:cubicBezTo>
                    <a:pt x="10685" y="10320"/>
                    <a:pt x="5532" y="9973"/>
                    <a:pt x="2597" y="82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2393;p52">
              <a:extLst>
                <a:ext uri="{FF2B5EF4-FFF2-40B4-BE49-F238E27FC236}">
                  <a16:creationId xmlns:a16="http://schemas.microsoft.com/office/drawing/2014/main" id="{AE2875C6-3B8B-E588-5424-05E00635C6A2}"/>
                </a:ext>
              </a:extLst>
            </p:cNvPr>
            <p:cNvSpPr/>
            <p:nvPr/>
          </p:nvSpPr>
          <p:spPr>
            <a:xfrm>
              <a:off x="2083654" y="1410405"/>
              <a:ext cx="1054393" cy="608813"/>
            </a:xfrm>
            <a:custGeom>
              <a:avLst/>
              <a:gdLst/>
              <a:ahLst/>
              <a:cxnLst/>
              <a:rect l="l" t="t" r="r" b="b"/>
              <a:pathLst>
                <a:path w="18235" h="10529" extrusionOk="0">
                  <a:moveTo>
                    <a:pt x="14970" y="1885"/>
                  </a:moveTo>
                  <a:cubicBezTo>
                    <a:pt x="11723" y="10"/>
                    <a:pt x="6455" y="1"/>
                    <a:pt x="3227" y="1864"/>
                  </a:cubicBezTo>
                  <a:cubicBezTo>
                    <a:pt x="0" y="3728"/>
                    <a:pt x="17" y="6769"/>
                    <a:pt x="3264" y="8644"/>
                  </a:cubicBezTo>
                  <a:cubicBezTo>
                    <a:pt x="6511" y="10519"/>
                    <a:pt x="11780" y="10528"/>
                    <a:pt x="15007" y="8666"/>
                  </a:cubicBezTo>
                  <a:cubicBezTo>
                    <a:pt x="18234" y="6801"/>
                    <a:pt x="18217" y="3760"/>
                    <a:pt x="14970" y="1885"/>
                  </a:cubicBezTo>
                  <a:close/>
                  <a:moveTo>
                    <a:pt x="3829" y="8318"/>
                  </a:moveTo>
                  <a:cubicBezTo>
                    <a:pt x="895" y="6623"/>
                    <a:pt x="880" y="3876"/>
                    <a:pt x="3796" y="2193"/>
                  </a:cubicBezTo>
                  <a:cubicBezTo>
                    <a:pt x="6711" y="508"/>
                    <a:pt x="11472" y="518"/>
                    <a:pt x="14406" y="2211"/>
                  </a:cubicBezTo>
                  <a:cubicBezTo>
                    <a:pt x="17340" y="3905"/>
                    <a:pt x="17354" y="6654"/>
                    <a:pt x="14439" y="8336"/>
                  </a:cubicBezTo>
                  <a:cubicBezTo>
                    <a:pt x="11523" y="10021"/>
                    <a:pt x="6764" y="10011"/>
                    <a:pt x="3829" y="83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2394;p52">
              <a:extLst>
                <a:ext uri="{FF2B5EF4-FFF2-40B4-BE49-F238E27FC236}">
                  <a16:creationId xmlns:a16="http://schemas.microsoft.com/office/drawing/2014/main" id="{2849E078-456B-F584-4CFD-5AAD58A7A589}"/>
                </a:ext>
              </a:extLst>
            </p:cNvPr>
            <p:cNvSpPr/>
            <p:nvPr/>
          </p:nvSpPr>
          <p:spPr>
            <a:xfrm>
              <a:off x="733714" y="1406704"/>
              <a:ext cx="959854" cy="630728"/>
            </a:xfrm>
            <a:custGeom>
              <a:avLst/>
              <a:gdLst/>
              <a:ahLst/>
              <a:cxnLst/>
              <a:rect l="l" t="t" r="r" b="b"/>
              <a:pathLst>
                <a:path w="16600" h="10908" extrusionOk="0">
                  <a:moveTo>
                    <a:pt x="13966" y="1875"/>
                  </a:moveTo>
                  <a:cubicBezTo>
                    <a:pt x="10719" y="0"/>
                    <a:pt x="5841" y="249"/>
                    <a:pt x="2614" y="2112"/>
                  </a:cubicBezTo>
                  <a:cubicBezTo>
                    <a:pt x="1061" y="3009"/>
                    <a:pt x="62" y="4053"/>
                    <a:pt x="8" y="5235"/>
                  </a:cubicBezTo>
                  <a:cubicBezTo>
                    <a:pt x="7" y="5281"/>
                    <a:pt x="1" y="5582"/>
                    <a:pt x="1" y="5629"/>
                  </a:cubicBezTo>
                  <a:cubicBezTo>
                    <a:pt x="7" y="6856"/>
                    <a:pt x="824" y="8085"/>
                    <a:pt x="2447" y="9023"/>
                  </a:cubicBezTo>
                  <a:cubicBezTo>
                    <a:pt x="5694" y="10898"/>
                    <a:pt x="10962" y="10908"/>
                    <a:pt x="14189" y="9045"/>
                  </a:cubicBezTo>
                  <a:cubicBezTo>
                    <a:pt x="15754" y="8142"/>
                    <a:pt x="16555" y="6961"/>
                    <a:pt x="16597" y="5772"/>
                  </a:cubicBezTo>
                  <a:cubicBezTo>
                    <a:pt x="16598" y="5729"/>
                    <a:pt x="16600" y="5327"/>
                    <a:pt x="16598" y="5286"/>
                  </a:cubicBezTo>
                  <a:cubicBezTo>
                    <a:pt x="16586" y="4063"/>
                    <a:pt x="15583" y="2809"/>
                    <a:pt x="13966" y="1875"/>
                  </a:cubicBezTo>
                  <a:close/>
                  <a:moveTo>
                    <a:pt x="2865" y="8516"/>
                  </a:moveTo>
                  <a:cubicBezTo>
                    <a:pt x="1953" y="7990"/>
                    <a:pt x="1470" y="7542"/>
                    <a:pt x="1122" y="6876"/>
                  </a:cubicBezTo>
                  <a:cubicBezTo>
                    <a:pt x="351" y="5398"/>
                    <a:pt x="968" y="3732"/>
                    <a:pt x="2979" y="2572"/>
                  </a:cubicBezTo>
                  <a:cubicBezTo>
                    <a:pt x="5894" y="888"/>
                    <a:pt x="10653" y="897"/>
                    <a:pt x="13588" y="2591"/>
                  </a:cubicBezTo>
                  <a:cubicBezTo>
                    <a:pt x="15552" y="3726"/>
                    <a:pt x="16209" y="5333"/>
                    <a:pt x="15551" y="6778"/>
                  </a:cubicBezTo>
                  <a:cubicBezTo>
                    <a:pt x="15226" y="7488"/>
                    <a:pt x="14565" y="7922"/>
                    <a:pt x="13603" y="8479"/>
                  </a:cubicBezTo>
                  <a:cubicBezTo>
                    <a:pt x="10687" y="10162"/>
                    <a:pt x="5798" y="10209"/>
                    <a:pt x="2865" y="85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2395;p52">
              <a:extLst>
                <a:ext uri="{FF2B5EF4-FFF2-40B4-BE49-F238E27FC236}">
                  <a16:creationId xmlns:a16="http://schemas.microsoft.com/office/drawing/2014/main" id="{2C2EB922-5410-D3FF-3449-3ECD133EA0D8}"/>
                </a:ext>
              </a:extLst>
            </p:cNvPr>
            <p:cNvSpPr/>
            <p:nvPr/>
          </p:nvSpPr>
          <p:spPr>
            <a:xfrm>
              <a:off x="2415732" y="2029113"/>
              <a:ext cx="162597" cy="71122"/>
            </a:xfrm>
            <a:custGeom>
              <a:avLst/>
              <a:gdLst/>
              <a:ahLst/>
              <a:cxnLst/>
              <a:rect l="l" t="t" r="r" b="b"/>
              <a:pathLst>
                <a:path w="2812" h="1230" extrusionOk="0">
                  <a:moveTo>
                    <a:pt x="1399" y="0"/>
                  </a:moveTo>
                  <a:cubicBezTo>
                    <a:pt x="1072" y="0"/>
                    <a:pt x="745" y="72"/>
                    <a:pt x="496" y="216"/>
                  </a:cubicBezTo>
                  <a:cubicBezTo>
                    <a:pt x="19" y="490"/>
                    <a:pt x="1" y="931"/>
                    <a:pt x="439" y="1222"/>
                  </a:cubicBezTo>
                  <a:cubicBezTo>
                    <a:pt x="458" y="1210"/>
                    <a:pt x="476" y="1199"/>
                    <a:pt x="496" y="1187"/>
                  </a:cubicBezTo>
                  <a:cubicBezTo>
                    <a:pt x="744" y="1043"/>
                    <a:pt x="1070" y="972"/>
                    <a:pt x="1397" y="972"/>
                  </a:cubicBezTo>
                  <a:cubicBezTo>
                    <a:pt x="1726" y="972"/>
                    <a:pt x="2056" y="1044"/>
                    <a:pt x="2308" y="1190"/>
                  </a:cubicBezTo>
                  <a:cubicBezTo>
                    <a:pt x="2330" y="1202"/>
                    <a:pt x="2351" y="1216"/>
                    <a:pt x="2371" y="1230"/>
                  </a:cubicBezTo>
                  <a:cubicBezTo>
                    <a:pt x="2811" y="940"/>
                    <a:pt x="2790" y="496"/>
                    <a:pt x="2308" y="219"/>
                  </a:cubicBezTo>
                  <a:cubicBezTo>
                    <a:pt x="2248" y="184"/>
                    <a:pt x="2184" y="154"/>
                    <a:pt x="2116" y="128"/>
                  </a:cubicBezTo>
                  <a:cubicBezTo>
                    <a:pt x="1971" y="71"/>
                    <a:pt x="1813" y="34"/>
                    <a:pt x="1648" y="16"/>
                  </a:cubicBezTo>
                  <a:cubicBezTo>
                    <a:pt x="1648" y="16"/>
                    <a:pt x="1648" y="16"/>
                    <a:pt x="1648" y="14"/>
                  </a:cubicBezTo>
                  <a:cubicBezTo>
                    <a:pt x="1566" y="5"/>
                    <a:pt x="1483" y="0"/>
                    <a:pt x="1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2396;p52">
              <a:extLst>
                <a:ext uri="{FF2B5EF4-FFF2-40B4-BE49-F238E27FC236}">
                  <a16:creationId xmlns:a16="http://schemas.microsoft.com/office/drawing/2014/main" id="{BB7FB3EA-1616-2FA9-C5E1-87486B4058E8}"/>
                </a:ext>
              </a:extLst>
            </p:cNvPr>
            <p:cNvSpPr/>
            <p:nvPr/>
          </p:nvSpPr>
          <p:spPr>
            <a:xfrm>
              <a:off x="1247820" y="1353912"/>
              <a:ext cx="160978" cy="71179"/>
            </a:xfrm>
            <a:custGeom>
              <a:avLst/>
              <a:gdLst/>
              <a:ahLst/>
              <a:cxnLst/>
              <a:rect l="l" t="t" r="r" b="b"/>
              <a:pathLst>
                <a:path w="2784" h="1231" extrusionOk="0">
                  <a:moveTo>
                    <a:pt x="1370" y="1"/>
                  </a:moveTo>
                  <a:cubicBezTo>
                    <a:pt x="1043" y="1"/>
                    <a:pt x="716" y="72"/>
                    <a:pt x="468" y="215"/>
                  </a:cubicBezTo>
                  <a:cubicBezTo>
                    <a:pt x="90" y="435"/>
                    <a:pt x="1" y="758"/>
                    <a:pt x="201" y="1027"/>
                  </a:cubicBezTo>
                  <a:cubicBezTo>
                    <a:pt x="251" y="1098"/>
                    <a:pt x="322" y="1162"/>
                    <a:pt x="411" y="1222"/>
                  </a:cubicBezTo>
                  <a:cubicBezTo>
                    <a:pt x="430" y="1210"/>
                    <a:pt x="448" y="1198"/>
                    <a:pt x="468" y="1187"/>
                  </a:cubicBezTo>
                  <a:cubicBezTo>
                    <a:pt x="716" y="1044"/>
                    <a:pt x="1043" y="972"/>
                    <a:pt x="1370" y="972"/>
                  </a:cubicBezTo>
                  <a:cubicBezTo>
                    <a:pt x="1700" y="972"/>
                    <a:pt x="2030" y="1045"/>
                    <a:pt x="2282" y="1190"/>
                  </a:cubicBezTo>
                  <a:cubicBezTo>
                    <a:pt x="2303" y="1202"/>
                    <a:pt x="2325" y="1216"/>
                    <a:pt x="2345" y="1230"/>
                  </a:cubicBezTo>
                  <a:cubicBezTo>
                    <a:pt x="2783" y="941"/>
                    <a:pt x="2762" y="496"/>
                    <a:pt x="2282" y="220"/>
                  </a:cubicBezTo>
                  <a:cubicBezTo>
                    <a:pt x="2199" y="172"/>
                    <a:pt x="2108" y="132"/>
                    <a:pt x="2013" y="100"/>
                  </a:cubicBezTo>
                  <a:cubicBezTo>
                    <a:pt x="1814" y="34"/>
                    <a:pt x="1592" y="1"/>
                    <a:pt x="13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2397;p52">
              <a:extLst>
                <a:ext uri="{FF2B5EF4-FFF2-40B4-BE49-F238E27FC236}">
                  <a16:creationId xmlns:a16="http://schemas.microsoft.com/office/drawing/2014/main" id="{DD12CB68-23FD-1584-D823-C30AD79A4D14}"/>
                </a:ext>
              </a:extLst>
            </p:cNvPr>
            <p:cNvSpPr/>
            <p:nvPr/>
          </p:nvSpPr>
          <p:spPr>
            <a:xfrm>
              <a:off x="1251116" y="2027031"/>
              <a:ext cx="161325" cy="71064"/>
            </a:xfrm>
            <a:custGeom>
              <a:avLst/>
              <a:gdLst/>
              <a:ahLst/>
              <a:cxnLst/>
              <a:rect l="l" t="t" r="r" b="b"/>
              <a:pathLst>
                <a:path w="2790" h="1229" extrusionOk="0">
                  <a:moveTo>
                    <a:pt x="1377" y="0"/>
                  </a:moveTo>
                  <a:cubicBezTo>
                    <a:pt x="1050" y="0"/>
                    <a:pt x="723" y="71"/>
                    <a:pt x="474" y="215"/>
                  </a:cubicBezTo>
                  <a:cubicBezTo>
                    <a:pt x="417" y="249"/>
                    <a:pt x="367" y="284"/>
                    <a:pt x="324" y="321"/>
                  </a:cubicBezTo>
                  <a:cubicBezTo>
                    <a:pt x="1" y="595"/>
                    <a:pt x="33" y="966"/>
                    <a:pt x="417" y="1221"/>
                  </a:cubicBezTo>
                  <a:cubicBezTo>
                    <a:pt x="436" y="1210"/>
                    <a:pt x="454" y="1198"/>
                    <a:pt x="474" y="1186"/>
                  </a:cubicBezTo>
                  <a:cubicBezTo>
                    <a:pt x="722" y="1043"/>
                    <a:pt x="1048" y="972"/>
                    <a:pt x="1375" y="972"/>
                  </a:cubicBezTo>
                  <a:cubicBezTo>
                    <a:pt x="1705" y="972"/>
                    <a:pt x="2036" y="1045"/>
                    <a:pt x="2288" y="1190"/>
                  </a:cubicBezTo>
                  <a:cubicBezTo>
                    <a:pt x="2309" y="1203"/>
                    <a:pt x="2331" y="1215"/>
                    <a:pt x="2351" y="1229"/>
                  </a:cubicBezTo>
                  <a:cubicBezTo>
                    <a:pt x="2789" y="940"/>
                    <a:pt x="2768" y="497"/>
                    <a:pt x="2286" y="218"/>
                  </a:cubicBezTo>
                  <a:cubicBezTo>
                    <a:pt x="2099" y="109"/>
                    <a:pt x="1865" y="41"/>
                    <a:pt x="1622" y="14"/>
                  </a:cubicBezTo>
                  <a:cubicBezTo>
                    <a:pt x="1541" y="5"/>
                    <a:pt x="1459" y="0"/>
                    <a:pt x="1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2398;p52">
              <a:extLst>
                <a:ext uri="{FF2B5EF4-FFF2-40B4-BE49-F238E27FC236}">
                  <a16:creationId xmlns:a16="http://schemas.microsoft.com/office/drawing/2014/main" id="{0D689A48-672D-C9B0-D767-26D1EF6D43E9}"/>
                </a:ext>
              </a:extLst>
            </p:cNvPr>
            <p:cNvSpPr/>
            <p:nvPr/>
          </p:nvSpPr>
          <p:spPr>
            <a:xfrm>
              <a:off x="2412089" y="1356051"/>
              <a:ext cx="161498" cy="71064"/>
            </a:xfrm>
            <a:custGeom>
              <a:avLst/>
              <a:gdLst/>
              <a:ahLst/>
              <a:cxnLst/>
              <a:rect l="l" t="t" r="r" b="b"/>
              <a:pathLst>
                <a:path w="2793" h="1229" extrusionOk="0">
                  <a:moveTo>
                    <a:pt x="1396" y="0"/>
                  </a:moveTo>
                  <a:cubicBezTo>
                    <a:pt x="1174" y="0"/>
                    <a:pt x="952" y="33"/>
                    <a:pt x="755" y="99"/>
                  </a:cubicBezTo>
                  <a:cubicBezTo>
                    <a:pt x="662" y="130"/>
                    <a:pt x="575" y="170"/>
                    <a:pt x="496" y="215"/>
                  </a:cubicBezTo>
                  <a:cubicBezTo>
                    <a:pt x="19" y="490"/>
                    <a:pt x="1" y="932"/>
                    <a:pt x="438" y="1221"/>
                  </a:cubicBezTo>
                  <a:cubicBezTo>
                    <a:pt x="458" y="1210"/>
                    <a:pt x="476" y="1198"/>
                    <a:pt x="496" y="1185"/>
                  </a:cubicBezTo>
                  <a:cubicBezTo>
                    <a:pt x="744" y="1043"/>
                    <a:pt x="1069" y="972"/>
                    <a:pt x="1396" y="972"/>
                  </a:cubicBezTo>
                  <a:cubicBezTo>
                    <a:pt x="1725" y="972"/>
                    <a:pt x="2056" y="1045"/>
                    <a:pt x="2308" y="1190"/>
                  </a:cubicBezTo>
                  <a:cubicBezTo>
                    <a:pt x="2331" y="1202"/>
                    <a:pt x="2351" y="1215"/>
                    <a:pt x="2371" y="1228"/>
                  </a:cubicBezTo>
                  <a:cubicBezTo>
                    <a:pt x="2442" y="1184"/>
                    <a:pt x="2499" y="1135"/>
                    <a:pt x="2545" y="1081"/>
                  </a:cubicBezTo>
                  <a:cubicBezTo>
                    <a:pt x="2793" y="804"/>
                    <a:pt x="2713" y="452"/>
                    <a:pt x="2308" y="218"/>
                  </a:cubicBezTo>
                  <a:cubicBezTo>
                    <a:pt x="2056" y="73"/>
                    <a:pt x="1726" y="0"/>
                    <a:pt x="13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2399;p52">
              <a:extLst>
                <a:ext uri="{FF2B5EF4-FFF2-40B4-BE49-F238E27FC236}">
                  <a16:creationId xmlns:a16="http://schemas.microsoft.com/office/drawing/2014/main" id="{F0B4C2BA-3205-9991-BAD6-D4E56EE6A7D6}"/>
                </a:ext>
              </a:extLst>
            </p:cNvPr>
            <p:cNvSpPr/>
            <p:nvPr/>
          </p:nvSpPr>
          <p:spPr>
            <a:xfrm>
              <a:off x="686415" y="1407919"/>
              <a:ext cx="1054393" cy="608697"/>
            </a:xfrm>
            <a:custGeom>
              <a:avLst/>
              <a:gdLst/>
              <a:ahLst/>
              <a:cxnLst/>
              <a:rect l="l" t="t" r="r" b="b"/>
              <a:pathLst>
                <a:path w="18235" h="10527" extrusionOk="0">
                  <a:moveTo>
                    <a:pt x="14970" y="1885"/>
                  </a:moveTo>
                  <a:cubicBezTo>
                    <a:pt x="11723" y="10"/>
                    <a:pt x="6455" y="1"/>
                    <a:pt x="3228" y="1864"/>
                  </a:cubicBezTo>
                  <a:cubicBezTo>
                    <a:pt x="0" y="3726"/>
                    <a:pt x="17" y="6767"/>
                    <a:pt x="3265" y="8642"/>
                  </a:cubicBezTo>
                  <a:cubicBezTo>
                    <a:pt x="6512" y="10517"/>
                    <a:pt x="11780" y="10527"/>
                    <a:pt x="15007" y="8664"/>
                  </a:cubicBezTo>
                  <a:cubicBezTo>
                    <a:pt x="18234" y="6801"/>
                    <a:pt x="18217" y="3760"/>
                    <a:pt x="14970" y="1885"/>
                  </a:cubicBezTo>
                  <a:close/>
                  <a:moveTo>
                    <a:pt x="3829" y="8316"/>
                  </a:moveTo>
                  <a:cubicBezTo>
                    <a:pt x="896" y="6623"/>
                    <a:pt x="880" y="3876"/>
                    <a:pt x="3795" y="2191"/>
                  </a:cubicBezTo>
                  <a:cubicBezTo>
                    <a:pt x="6712" y="508"/>
                    <a:pt x="11471" y="516"/>
                    <a:pt x="14406" y="2211"/>
                  </a:cubicBezTo>
                  <a:cubicBezTo>
                    <a:pt x="17339" y="3905"/>
                    <a:pt x="17355" y="6652"/>
                    <a:pt x="14438" y="8336"/>
                  </a:cubicBezTo>
                  <a:cubicBezTo>
                    <a:pt x="11523" y="10019"/>
                    <a:pt x="6764" y="10011"/>
                    <a:pt x="3829" y="8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2400;p52">
              <a:extLst>
                <a:ext uri="{FF2B5EF4-FFF2-40B4-BE49-F238E27FC236}">
                  <a16:creationId xmlns:a16="http://schemas.microsoft.com/office/drawing/2014/main" id="{430910F9-4769-C22E-2D90-DDD3AF73C1EE}"/>
                </a:ext>
              </a:extLst>
            </p:cNvPr>
            <p:cNvSpPr/>
            <p:nvPr/>
          </p:nvSpPr>
          <p:spPr>
            <a:xfrm>
              <a:off x="1434531" y="1808344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4109" y="2182"/>
                  </a:moveTo>
                  <a:cubicBezTo>
                    <a:pt x="10862" y="307"/>
                    <a:pt x="6041" y="1"/>
                    <a:pt x="2814" y="1864"/>
                  </a:cubicBezTo>
                  <a:cubicBezTo>
                    <a:pt x="1262" y="2760"/>
                    <a:pt x="62" y="3974"/>
                    <a:pt x="10" y="5154"/>
                  </a:cubicBezTo>
                  <a:cubicBezTo>
                    <a:pt x="6" y="5201"/>
                    <a:pt x="0" y="5634"/>
                    <a:pt x="0" y="5680"/>
                  </a:cubicBezTo>
                  <a:cubicBezTo>
                    <a:pt x="6" y="6909"/>
                    <a:pt x="823" y="8138"/>
                    <a:pt x="2446" y="9075"/>
                  </a:cubicBezTo>
                  <a:cubicBezTo>
                    <a:pt x="5693" y="10950"/>
                    <a:pt x="10962" y="10959"/>
                    <a:pt x="14189" y="9096"/>
                  </a:cubicBezTo>
                  <a:cubicBezTo>
                    <a:pt x="15753" y="8193"/>
                    <a:pt x="16555" y="7012"/>
                    <a:pt x="16596" y="5823"/>
                  </a:cubicBezTo>
                  <a:cubicBezTo>
                    <a:pt x="16598" y="5780"/>
                    <a:pt x="16599" y="5432"/>
                    <a:pt x="16598" y="5389"/>
                  </a:cubicBezTo>
                  <a:cubicBezTo>
                    <a:pt x="16585" y="4166"/>
                    <a:pt x="15725" y="3116"/>
                    <a:pt x="14109" y="2182"/>
                  </a:cubicBezTo>
                  <a:close/>
                  <a:moveTo>
                    <a:pt x="2908" y="8616"/>
                  </a:moveTo>
                  <a:cubicBezTo>
                    <a:pt x="1995" y="8089"/>
                    <a:pt x="1469" y="7593"/>
                    <a:pt x="1122" y="6927"/>
                  </a:cubicBezTo>
                  <a:cubicBezTo>
                    <a:pt x="351" y="5449"/>
                    <a:pt x="968" y="3783"/>
                    <a:pt x="2978" y="2623"/>
                  </a:cubicBezTo>
                  <a:cubicBezTo>
                    <a:pt x="5893" y="939"/>
                    <a:pt x="10654" y="948"/>
                    <a:pt x="13587" y="2642"/>
                  </a:cubicBezTo>
                  <a:cubicBezTo>
                    <a:pt x="15553" y="3777"/>
                    <a:pt x="16208" y="5384"/>
                    <a:pt x="15550" y="6829"/>
                  </a:cubicBezTo>
                  <a:cubicBezTo>
                    <a:pt x="15227" y="7540"/>
                    <a:pt x="14712" y="7993"/>
                    <a:pt x="13750" y="8549"/>
                  </a:cubicBezTo>
                  <a:cubicBezTo>
                    <a:pt x="10834" y="10233"/>
                    <a:pt x="5841" y="10310"/>
                    <a:pt x="2908" y="86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2401;p52">
              <a:extLst>
                <a:ext uri="{FF2B5EF4-FFF2-40B4-BE49-F238E27FC236}">
                  <a16:creationId xmlns:a16="http://schemas.microsoft.com/office/drawing/2014/main" id="{4442CD5A-89F1-94D8-B5CC-ACCCB0203FDC}"/>
                </a:ext>
              </a:extLst>
            </p:cNvPr>
            <p:cNvSpPr/>
            <p:nvPr/>
          </p:nvSpPr>
          <p:spPr>
            <a:xfrm>
              <a:off x="1387232" y="1812565"/>
              <a:ext cx="1054335" cy="608755"/>
            </a:xfrm>
            <a:custGeom>
              <a:avLst/>
              <a:gdLst/>
              <a:ahLst/>
              <a:cxnLst/>
              <a:rect l="l" t="t" r="r" b="b"/>
              <a:pathLst>
                <a:path w="18234" h="10528" extrusionOk="0">
                  <a:moveTo>
                    <a:pt x="14970" y="1884"/>
                  </a:moveTo>
                  <a:cubicBezTo>
                    <a:pt x="11723" y="9"/>
                    <a:pt x="6454" y="0"/>
                    <a:pt x="3227" y="1863"/>
                  </a:cubicBezTo>
                  <a:cubicBezTo>
                    <a:pt x="0" y="3726"/>
                    <a:pt x="17" y="6768"/>
                    <a:pt x="3264" y="8643"/>
                  </a:cubicBezTo>
                  <a:cubicBezTo>
                    <a:pt x="6511" y="10517"/>
                    <a:pt x="11780" y="10528"/>
                    <a:pt x="15007" y="8663"/>
                  </a:cubicBezTo>
                  <a:cubicBezTo>
                    <a:pt x="18234" y="6800"/>
                    <a:pt x="18217" y="3759"/>
                    <a:pt x="14970" y="1884"/>
                  </a:cubicBezTo>
                  <a:close/>
                  <a:moveTo>
                    <a:pt x="3829" y="8317"/>
                  </a:moveTo>
                  <a:cubicBezTo>
                    <a:pt x="895" y="6622"/>
                    <a:pt x="880" y="3875"/>
                    <a:pt x="3796" y="2190"/>
                  </a:cubicBezTo>
                  <a:cubicBezTo>
                    <a:pt x="6711" y="508"/>
                    <a:pt x="11472" y="515"/>
                    <a:pt x="14405" y="2210"/>
                  </a:cubicBezTo>
                  <a:cubicBezTo>
                    <a:pt x="17340" y="3904"/>
                    <a:pt x="17354" y="6653"/>
                    <a:pt x="14439" y="8336"/>
                  </a:cubicBezTo>
                  <a:cubicBezTo>
                    <a:pt x="11523" y="10018"/>
                    <a:pt x="6764" y="10011"/>
                    <a:pt x="3829" y="83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4" name="Google Shape;2402;p52">
              <a:extLst>
                <a:ext uri="{FF2B5EF4-FFF2-40B4-BE49-F238E27FC236}">
                  <a16:creationId xmlns:a16="http://schemas.microsoft.com/office/drawing/2014/main" id="{4E1BF24C-87FA-C620-24A0-7768441D1820}"/>
                </a:ext>
              </a:extLst>
            </p:cNvPr>
            <p:cNvGrpSpPr/>
            <p:nvPr/>
          </p:nvGrpSpPr>
          <p:grpSpPr>
            <a:xfrm>
              <a:off x="758116" y="1057260"/>
              <a:ext cx="2260120" cy="1352706"/>
              <a:chOff x="770076" y="1073509"/>
              <a:chExt cx="2537750" cy="1518871"/>
            </a:xfrm>
          </p:grpSpPr>
          <p:sp>
            <p:nvSpPr>
              <p:cNvPr id="1395" name="Google Shape;2403;p52">
                <a:extLst>
                  <a:ext uri="{FF2B5EF4-FFF2-40B4-BE49-F238E27FC236}">
                    <a16:creationId xmlns:a16="http://schemas.microsoft.com/office/drawing/2014/main" id="{4D6CCEB6-FC32-9191-F8AD-299ECC81D86B}"/>
                  </a:ext>
                </a:extLst>
              </p:cNvPr>
              <p:cNvSpPr/>
              <p:nvPr/>
            </p:nvSpPr>
            <p:spPr>
              <a:xfrm>
                <a:off x="2372646" y="1572271"/>
                <a:ext cx="935180" cy="541280"/>
              </a:xfrm>
              <a:custGeom>
                <a:avLst/>
                <a:gdLst/>
                <a:ahLst/>
                <a:cxnLst/>
                <a:rect l="l" t="t" r="r" b="b"/>
                <a:pathLst>
                  <a:path w="14404" h="8337" extrusionOk="0">
                    <a:moveTo>
                      <a:pt x="7227" y="22"/>
                    </a:moveTo>
                    <a:cubicBezTo>
                      <a:pt x="9135" y="33"/>
                      <a:pt x="10962" y="479"/>
                      <a:pt x="12307" y="1265"/>
                    </a:cubicBezTo>
                    <a:cubicBezTo>
                      <a:pt x="13651" y="2051"/>
                      <a:pt x="14403" y="3112"/>
                      <a:pt x="14397" y="4212"/>
                    </a:cubicBezTo>
                    <a:cubicBezTo>
                      <a:pt x="14391" y="5314"/>
                      <a:pt x="13628" y="6366"/>
                      <a:pt x="12274" y="7138"/>
                    </a:cubicBezTo>
                    <a:cubicBezTo>
                      <a:pt x="10922" y="7908"/>
                      <a:pt x="9090" y="8336"/>
                      <a:pt x="7183" y="8325"/>
                    </a:cubicBezTo>
                    <a:cubicBezTo>
                      <a:pt x="3211" y="8304"/>
                      <a:pt x="1" y="6429"/>
                      <a:pt x="13" y="4135"/>
                    </a:cubicBezTo>
                    <a:cubicBezTo>
                      <a:pt x="26" y="1842"/>
                      <a:pt x="3256" y="1"/>
                      <a:pt x="7227" y="2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2404;p52">
                <a:extLst>
                  <a:ext uri="{FF2B5EF4-FFF2-40B4-BE49-F238E27FC236}">
                    <a16:creationId xmlns:a16="http://schemas.microsoft.com/office/drawing/2014/main" id="{FC69570D-93B0-5BAF-D1ED-BCBB000C6896}"/>
                  </a:ext>
                </a:extLst>
              </p:cNvPr>
              <p:cNvSpPr/>
              <p:nvPr/>
            </p:nvSpPr>
            <p:spPr>
              <a:xfrm>
                <a:off x="770076" y="1521823"/>
                <a:ext cx="1026075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4" h="9124" extrusionOk="0">
                    <a:moveTo>
                      <a:pt x="12972" y="1636"/>
                    </a:moveTo>
                    <a:cubicBezTo>
                      <a:pt x="10154" y="8"/>
                      <a:pt x="5601" y="1"/>
                      <a:pt x="2800" y="1617"/>
                    </a:cubicBezTo>
                    <a:cubicBezTo>
                      <a:pt x="0" y="3234"/>
                      <a:pt x="14" y="5863"/>
                      <a:pt x="2832" y="7490"/>
                    </a:cubicBezTo>
                    <a:cubicBezTo>
                      <a:pt x="5650" y="9116"/>
                      <a:pt x="10203" y="9124"/>
                      <a:pt x="13004" y="7509"/>
                    </a:cubicBezTo>
                    <a:cubicBezTo>
                      <a:pt x="15804" y="5892"/>
                      <a:pt x="15790" y="3262"/>
                      <a:pt x="12972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2405;p52">
                <a:extLst>
                  <a:ext uri="{FF2B5EF4-FFF2-40B4-BE49-F238E27FC236}">
                    <a16:creationId xmlns:a16="http://schemas.microsoft.com/office/drawing/2014/main" id="{C1C903FA-B606-774D-3146-D893EFC392E0}"/>
                  </a:ext>
                </a:extLst>
              </p:cNvPr>
              <p:cNvSpPr/>
              <p:nvPr/>
            </p:nvSpPr>
            <p:spPr>
              <a:xfrm>
                <a:off x="1552954" y="2000004"/>
                <a:ext cx="1026075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4" h="9124" extrusionOk="0">
                    <a:moveTo>
                      <a:pt x="12972" y="1636"/>
                    </a:moveTo>
                    <a:cubicBezTo>
                      <a:pt x="10154" y="8"/>
                      <a:pt x="5601" y="1"/>
                      <a:pt x="2800" y="1617"/>
                    </a:cubicBezTo>
                    <a:cubicBezTo>
                      <a:pt x="0" y="3234"/>
                      <a:pt x="14" y="5863"/>
                      <a:pt x="2832" y="7489"/>
                    </a:cubicBezTo>
                    <a:cubicBezTo>
                      <a:pt x="5650" y="9116"/>
                      <a:pt x="10203" y="9124"/>
                      <a:pt x="13003" y="7509"/>
                    </a:cubicBezTo>
                    <a:cubicBezTo>
                      <a:pt x="15804" y="5892"/>
                      <a:pt x="15788" y="3262"/>
                      <a:pt x="12972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2406;p52">
                <a:extLst>
                  <a:ext uri="{FF2B5EF4-FFF2-40B4-BE49-F238E27FC236}">
                    <a16:creationId xmlns:a16="http://schemas.microsoft.com/office/drawing/2014/main" id="{45B7EB57-872C-70AA-51F2-8FE6720A73AB}"/>
                  </a:ext>
                </a:extLst>
              </p:cNvPr>
              <p:cNvSpPr/>
              <p:nvPr/>
            </p:nvSpPr>
            <p:spPr>
              <a:xfrm>
                <a:off x="1556915" y="1073509"/>
                <a:ext cx="1026010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3" h="9124" extrusionOk="0">
                    <a:moveTo>
                      <a:pt x="12973" y="1636"/>
                    </a:moveTo>
                    <a:cubicBezTo>
                      <a:pt x="10155" y="8"/>
                      <a:pt x="5600" y="1"/>
                      <a:pt x="2800" y="1617"/>
                    </a:cubicBezTo>
                    <a:cubicBezTo>
                      <a:pt x="1" y="3233"/>
                      <a:pt x="15" y="5863"/>
                      <a:pt x="2833" y="7489"/>
                    </a:cubicBezTo>
                    <a:cubicBezTo>
                      <a:pt x="5651" y="9116"/>
                      <a:pt x="10204" y="9124"/>
                      <a:pt x="13003" y="7507"/>
                    </a:cubicBezTo>
                    <a:cubicBezTo>
                      <a:pt x="15803" y="5891"/>
                      <a:pt x="15789" y="3262"/>
                      <a:pt x="12973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09" name="Google Shape;2198;p52">
            <a:extLst>
              <a:ext uri="{FF2B5EF4-FFF2-40B4-BE49-F238E27FC236}">
                <a16:creationId xmlns:a16="http://schemas.microsoft.com/office/drawing/2014/main" id="{818877A9-FDD3-4A90-9C7D-8F75C58D174A}"/>
              </a:ext>
            </a:extLst>
          </p:cNvPr>
          <p:cNvGrpSpPr/>
          <p:nvPr/>
        </p:nvGrpSpPr>
        <p:grpSpPr>
          <a:xfrm flipH="1">
            <a:off x="7914681" y="983104"/>
            <a:ext cx="415797" cy="243710"/>
            <a:chOff x="2540729" y="391407"/>
            <a:chExt cx="2172753" cy="1362718"/>
          </a:xfrm>
        </p:grpSpPr>
        <p:sp>
          <p:nvSpPr>
            <p:cNvPr id="1210" name="Google Shape;2199;p52">
              <a:extLst>
                <a:ext uri="{FF2B5EF4-FFF2-40B4-BE49-F238E27FC236}">
                  <a16:creationId xmlns:a16="http://schemas.microsoft.com/office/drawing/2014/main" id="{00739581-7CB0-AD2C-4635-9832362DD1ED}"/>
                </a:ext>
              </a:extLst>
            </p:cNvPr>
            <p:cNvSpPr/>
            <p:nvPr/>
          </p:nvSpPr>
          <p:spPr>
            <a:xfrm>
              <a:off x="3927190" y="948713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2200;p52">
              <a:extLst>
                <a:ext uri="{FF2B5EF4-FFF2-40B4-BE49-F238E27FC236}">
                  <a16:creationId xmlns:a16="http://schemas.microsoft.com/office/drawing/2014/main" id="{6E60459C-4D94-2DED-D449-294546A2F3A0}"/>
                </a:ext>
              </a:extLst>
            </p:cNvPr>
            <p:cNvSpPr/>
            <p:nvPr/>
          </p:nvSpPr>
          <p:spPr>
            <a:xfrm rot="5400000">
              <a:off x="3577039" y="851418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2201;p52">
              <a:extLst>
                <a:ext uri="{FF2B5EF4-FFF2-40B4-BE49-F238E27FC236}">
                  <a16:creationId xmlns:a16="http://schemas.microsoft.com/office/drawing/2014/main" id="{EEDB9EA5-C6F8-6375-D7B3-30039B49F2E7}"/>
                </a:ext>
              </a:extLst>
            </p:cNvPr>
            <p:cNvSpPr/>
            <p:nvPr/>
          </p:nvSpPr>
          <p:spPr>
            <a:xfrm>
              <a:off x="3391357" y="62291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2202;p52">
              <a:extLst>
                <a:ext uri="{FF2B5EF4-FFF2-40B4-BE49-F238E27FC236}">
                  <a16:creationId xmlns:a16="http://schemas.microsoft.com/office/drawing/2014/main" id="{6E962D33-5697-3FC4-0290-999045923E45}"/>
                </a:ext>
              </a:extLst>
            </p:cNvPr>
            <p:cNvSpPr/>
            <p:nvPr/>
          </p:nvSpPr>
          <p:spPr>
            <a:xfrm>
              <a:off x="3418336" y="643668"/>
              <a:ext cx="732909" cy="18096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2203;p52">
              <a:extLst>
                <a:ext uri="{FF2B5EF4-FFF2-40B4-BE49-F238E27FC236}">
                  <a16:creationId xmlns:a16="http://schemas.microsoft.com/office/drawing/2014/main" id="{7DE05487-7EE4-05BA-E14D-08490D294CD3}"/>
                </a:ext>
              </a:extLst>
            </p:cNvPr>
            <p:cNvSpPr/>
            <p:nvPr/>
          </p:nvSpPr>
          <p:spPr>
            <a:xfrm>
              <a:off x="3746784" y="64406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2204;p52">
              <a:extLst>
                <a:ext uri="{FF2B5EF4-FFF2-40B4-BE49-F238E27FC236}">
                  <a16:creationId xmlns:a16="http://schemas.microsoft.com/office/drawing/2014/main" id="{6FD75147-6394-3CFC-82A2-C20B9212CD73}"/>
                </a:ext>
              </a:extLst>
            </p:cNvPr>
            <p:cNvSpPr/>
            <p:nvPr/>
          </p:nvSpPr>
          <p:spPr>
            <a:xfrm>
              <a:off x="3425920" y="39625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2205;p52">
              <a:extLst>
                <a:ext uri="{FF2B5EF4-FFF2-40B4-BE49-F238E27FC236}">
                  <a16:creationId xmlns:a16="http://schemas.microsoft.com/office/drawing/2014/main" id="{894D1425-BF3D-5A73-4759-B9BA9F024BB2}"/>
                </a:ext>
              </a:extLst>
            </p:cNvPr>
            <p:cNvSpPr/>
            <p:nvPr/>
          </p:nvSpPr>
          <p:spPr>
            <a:xfrm>
              <a:off x="3389259" y="39643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2206;p52">
              <a:extLst>
                <a:ext uri="{FF2B5EF4-FFF2-40B4-BE49-F238E27FC236}">
                  <a16:creationId xmlns:a16="http://schemas.microsoft.com/office/drawing/2014/main" id="{75536942-62F6-AEE6-4306-D92411E1EA97}"/>
                </a:ext>
              </a:extLst>
            </p:cNvPr>
            <p:cNvSpPr/>
            <p:nvPr/>
          </p:nvSpPr>
          <p:spPr>
            <a:xfrm>
              <a:off x="3773613" y="44729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2207;p52">
              <a:extLst>
                <a:ext uri="{FF2B5EF4-FFF2-40B4-BE49-F238E27FC236}">
                  <a16:creationId xmlns:a16="http://schemas.microsoft.com/office/drawing/2014/main" id="{EECD081F-FDA9-38DF-9F7C-A40A1D1FEC3D}"/>
                </a:ext>
              </a:extLst>
            </p:cNvPr>
            <p:cNvSpPr/>
            <p:nvPr/>
          </p:nvSpPr>
          <p:spPr>
            <a:xfrm>
              <a:off x="3773613" y="60731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2208;p52">
              <a:extLst>
                <a:ext uri="{FF2B5EF4-FFF2-40B4-BE49-F238E27FC236}">
                  <a16:creationId xmlns:a16="http://schemas.microsoft.com/office/drawing/2014/main" id="{6E2766F2-D192-6A3E-D1DD-280D79109781}"/>
                </a:ext>
              </a:extLst>
            </p:cNvPr>
            <p:cNvSpPr/>
            <p:nvPr/>
          </p:nvSpPr>
          <p:spPr>
            <a:xfrm>
              <a:off x="3734942" y="60359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2209;p52">
              <a:extLst>
                <a:ext uri="{FF2B5EF4-FFF2-40B4-BE49-F238E27FC236}">
                  <a16:creationId xmlns:a16="http://schemas.microsoft.com/office/drawing/2014/main" id="{86D7807B-08B1-3FB6-E59C-E6C56254B76E}"/>
                </a:ext>
              </a:extLst>
            </p:cNvPr>
            <p:cNvSpPr/>
            <p:nvPr/>
          </p:nvSpPr>
          <p:spPr>
            <a:xfrm>
              <a:off x="3737913" y="58030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2210;p52">
              <a:extLst>
                <a:ext uri="{FF2B5EF4-FFF2-40B4-BE49-F238E27FC236}">
                  <a16:creationId xmlns:a16="http://schemas.microsoft.com/office/drawing/2014/main" id="{04DB3BF4-7A65-A83E-B5D7-3622DDC28A88}"/>
                </a:ext>
              </a:extLst>
            </p:cNvPr>
            <p:cNvSpPr/>
            <p:nvPr/>
          </p:nvSpPr>
          <p:spPr>
            <a:xfrm>
              <a:off x="3734374" y="57685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2211;p52">
              <a:extLst>
                <a:ext uri="{FF2B5EF4-FFF2-40B4-BE49-F238E27FC236}">
                  <a16:creationId xmlns:a16="http://schemas.microsoft.com/office/drawing/2014/main" id="{21B8EFA8-E765-0EEA-9A05-21D780BEA834}"/>
                </a:ext>
              </a:extLst>
            </p:cNvPr>
            <p:cNvSpPr/>
            <p:nvPr/>
          </p:nvSpPr>
          <p:spPr>
            <a:xfrm>
              <a:off x="3800006" y="45218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2212;p52">
              <a:extLst>
                <a:ext uri="{FF2B5EF4-FFF2-40B4-BE49-F238E27FC236}">
                  <a16:creationId xmlns:a16="http://schemas.microsoft.com/office/drawing/2014/main" id="{4CA49D90-190A-33EB-8860-96E872D2D838}"/>
                </a:ext>
              </a:extLst>
            </p:cNvPr>
            <p:cNvSpPr/>
            <p:nvPr/>
          </p:nvSpPr>
          <p:spPr>
            <a:xfrm>
              <a:off x="3788994" y="39140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2213;p52">
              <a:extLst>
                <a:ext uri="{FF2B5EF4-FFF2-40B4-BE49-F238E27FC236}">
                  <a16:creationId xmlns:a16="http://schemas.microsoft.com/office/drawing/2014/main" id="{48C42C1F-E150-50D1-BBFC-A546D675AF45}"/>
                </a:ext>
              </a:extLst>
            </p:cNvPr>
            <p:cNvSpPr/>
            <p:nvPr/>
          </p:nvSpPr>
          <p:spPr>
            <a:xfrm>
              <a:off x="3761509" y="51563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2214;p52">
              <a:extLst>
                <a:ext uri="{FF2B5EF4-FFF2-40B4-BE49-F238E27FC236}">
                  <a16:creationId xmlns:a16="http://schemas.microsoft.com/office/drawing/2014/main" id="{ED26DD9E-3F6F-9796-F5D9-71F5C2916CAF}"/>
                </a:ext>
              </a:extLst>
            </p:cNvPr>
            <p:cNvSpPr/>
            <p:nvPr/>
          </p:nvSpPr>
          <p:spPr>
            <a:xfrm>
              <a:off x="3761640" y="50340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2215;p52">
              <a:extLst>
                <a:ext uri="{FF2B5EF4-FFF2-40B4-BE49-F238E27FC236}">
                  <a16:creationId xmlns:a16="http://schemas.microsoft.com/office/drawing/2014/main" id="{4BEB5314-6FFA-51F9-6A2D-5E65B0DD9092}"/>
                </a:ext>
              </a:extLst>
            </p:cNvPr>
            <p:cNvSpPr/>
            <p:nvPr/>
          </p:nvSpPr>
          <p:spPr>
            <a:xfrm>
              <a:off x="3764000" y="50541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2216;p52">
              <a:extLst>
                <a:ext uri="{FF2B5EF4-FFF2-40B4-BE49-F238E27FC236}">
                  <a16:creationId xmlns:a16="http://schemas.microsoft.com/office/drawing/2014/main" id="{7505617F-A3E4-156E-FF7C-9581A7334371}"/>
                </a:ext>
              </a:extLst>
            </p:cNvPr>
            <p:cNvSpPr/>
            <p:nvPr/>
          </p:nvSpPr>
          <p:spPr>
            <a:xfrm>
              <a:off x="3756921" y="54373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2217;p52">
              <a:extLst>
                <a:ext uri="{FF2B5EF4-FFF2-40B4-BE49-F238E27FC236}">
                  <a16:creationId xmlns:a16="http://schemas.microsoft.com/office/drawing/2014/main" id="{50A28CE4-0707-5217-58E7-641F1053F714}"/>
                </a:ext>
              </a:extLst>
            </p:cNvPr>
            <p:cNvSpPr/>
            <p:nvPr/>
          </p:nvSpPr>
          <p:spPr>
            <a:xfrm>
              <a:off x="3726159" y="58441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2218;p52">
              <a:extLst>
                <a:ext uri="{FF2B5EF4-FFF2-40B4-BE49-F238E27FC236}">
                  <a16:creationId xmlns:a16="http://schemas.microsoft.com/office/drawing/2014/main" id="{0B6E1534-C9E6-022C-6023-9719CD20B9BA}"/>
                </a:ext>
              </a:extLst>
            </p:cNvPr>
            <p:cNvSpPr/>
            <p:nvPr/>
          </p:nvSpPr>
          <p:spPr>
            <a:xfrm>
              <a:off x="3562428" y="60320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2219;p52">
              <a:extLst>
                <a:ext uri="{FF2B5EF4-FFF2-40B4-BE49-F238E27FC236}">
                  <a16:creationId xmlns:a16="http://schemas.microsoft.com/office/drawing/2014/main" id="{191C1930-54F9-8E46-CBC4-1648FEA8E20D}"/>
                </a:ext>
              </a:extLst>
            </p:cNvPr>
            <p:cNvSpPr/>
            <p:nvPr/>
          </p:nvSpPr>
          <p:spPr>
            <a:xfrm>
              <a:off x="3540711" y="66066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2220;p52">
              <a:extLst>
                <a:ext uri="{FF2B5EF4-FFF2-40B4-BE49-F238E27FC236}">
                  <a16:creationId xmlns:a16="http://schemas.microsoft.com/office/drawing/2014/main" id="{CDEB3F16-8DC3-BD08-EA1B-20ECF8AE060A}"/>
                </a:ext>
              </a:extLst>
            </p:cNvPr>
            <p:cNvSpPr/>
            <p:nvPr/>
          </p:nvSpPr>
          <p:spPr>
            <a:xfrm>
              <a:off x="3540798" y="52354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2221;p52">
              <a:extLst>
                <a:ext uri="{FF2B5EF4-FFF2-40B4-BE49-F238E27FC236}">
                  <a16:creationId xmlns:a16="http://schemas.microsoft.com/office/drawing/2014/main" id="{DD9A9EE2-2CE5-E25C-4315-A27940B964DD}"/>
                </a:ext>
              </a:extLst>
            </p:cNvPr>
            <p:cNvSpPr/>
            <p:nvPr/>
          </p:nvSpPr>
          <p:spPr>
            <a:xfrm>
              <a:off x="3106572" y="1450603"/>
              <a:ext cx="732890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2222;p52">
              <a:extLst>
                <a:ext uri="{FF2B5EF4-FFF2-40B4-BE49-F238E27FC236}">
                  <a16:creationId xmlns:a16="http://schemas.microsoft.com/office/drawing/2014/main" id="{F66F47FB-90AC-D4E2-7CD7-94195506EA27}"/>
                </a:ext>
              </a:extLst>
            </p:cNvPr>
            <p:cNvSpPr/>
            <p:nvPr/>
          </p:nvSpPr>
          <p:spPr>
            <a:xfrm>
              <a:off x="2962182" y="1113887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2223;p52">
              <a:extLst>
                <a:ext uri="{FF2B5EF4-FFF2-40B4-BE49-F238E27FC236}">
                  <a16:creationId xmlns:a16="http://schemas.microsoft.com/office/drawing/2014/main" id="{F786D339-EC02-B50C-82C3-29023ECFEFD0}"/>
                </a:ext>
              </a:extLst>
            </p:cNvPr>
            <p:cNvSpPr/>
            <p:nvPr/>
          </p:nvSpPr>
          <p:spPr>
            <a:xfrm>
              <a:off x="2542827" y="111122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2224;p52">
              <a:extLst>
                <a:ext uri="{FF2B5EF4-FFF2-40B4-BE49-F238E27FC236}">
                  <a16:creationId xmlns:a16="http://schemas.microsoft.com/office/drawing/2014/main" id="{79B08263-F3EF-F8A5-6559-E7FEBDFF929A}"/>
                </a:ext>
              </a:extLst>
            </p:cNvPr>
            <p:cNvSpPr/>
            <p:nvPr/>
          </p:nvSpPr>
          <p:spPr>
            <a:xfrm>
              <a:off x="3748368" y="922890"/>
              <a:ext cx="50077" cy="40726"/>
            </a:xfrm>
            <a:custGeom>
              <a:avLst/>
              <a:gdLst/>
              <a:ahLst/>
              <a:cxnLst/>
              <a:rect l="l" t="t" r="r" b="b"/>
              <a:pathLst>
                <a:path w="1146" h="932" extrusionOk="0">
                  <a:moveTo>
                    <a:pt x="571" y="0"/>
                  </a:moveTo>
                  <a:cubicBezTo>
                    <a:pt x="257" y="0"/>
                    <a:pt x="2" y="207"/>
                    <a:pt x="1" y="465"/>
                  </a:cubicBezTo>
                  <a:cubicBezTo>
                    <a:pt x="1" y="722"/>
                    <a:pt x="256" y="931"/>
                    <a:pt x="572" y="931"/>
                  </a:cubicBezTo>
                  <a:cubicBezTo>
                    <a:pt x="573" y="931"/>
                    <a:pt x="574" y="931"/>
                    <a:pt x="575" y="931"/>
                  </a:cubicBezTo>
                  <a:cubicBezTo>
                    <a:pt x="889" y="931"/>
                    <a:pt x="1144" y="724"/>
                    <a:pt x="1145" y="470"/>
                  </a:cubicBezTo>
                  <a:cubicBezTo>
                    <a:pt x="1145" y="211"/>
                    <a:pt x="890" y="2"/>
                    <a:pt x="575" y="0"/>
                  </a:cubicBezTo>
                  <a:cubicBezTo>
                    <a:pt x="574" y="0"/>
                    <a:pt x="572" y="0"/>
                    <a:pt x="57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2225;p52">
              <a:extLst>
                <a:ext uri="{FF2B5EF4-FFF2-40B4-BE49-F238E27FC236}">
                  <a16:creationId xmlns:a16="http://schemas.microsoft.com/office/drawing/2014/main" id="{6B669448-7ABF-7BB4-A31F-DF9CFADA8166}"/>
                </a:ext>
              </a:extLst>
            </p:cNvPr>
            <p:cNvSpPr/>
            <p:nvPr/>
          </p:nvSpPr>
          <p:spPr>
            <a:xfrm>
              <a:off x="3934952" y="789484"/>
              <a:ext cx="111647" cy="232340"/>
            </a:xfrm>
            <a:custGeom>
              <a:avLst/>
              <a:gdLst/>
              <a:ahLst/>
              <a:cxnLst/>
              <a:rect l="l" t="t" r="r" b="b"/>
              <a:pathLst>
                <a:path w="2555" h="5317" extrusionOk="0">
                  <a:moveTo>
                    <a:pt x="2547" y="0"/>
                  </a:moveTo>
                  <a:cubicBezTo>
                    <a:pt x="2424" y="71"/>
                    <a:pt x="2307" y="145"/>
                    <a:pt x="2191" y="220"/>
                  </a:cubicBezTo>
                  <a:cubicBezTo>
                    <a:pt x="2156" y="242"/>
                    <a:pt x="2122" y="266"/>
                    <a:pt x="2088" y="288"/>
                  </a:cubicBezTo>
                  <a:cubicBezTo>
                    <a:pt x="2010" y="342"/>
                    <a:pt x="1931" y="397"/>
                    <a:pt x="1858" y="451"/>
                  </a:cubicBezTo>
                  <a:cubicBezTo>
                    <a:pt x="1822" y="477"/>
                    <a:pt x="1787" y="502"/>
                    <a:pt x="1753" y="529"/>
                  </a:cubicBezTo>
                  <a:cubicBezTo>
                    <a:pt x="1676" y="588"/>
                    <a:pt x="1601" y="648"/>
                    <a:pt x="1528" y="709"/>
                  </a:cubicBezTo>
                  <a:cubicBezTo>
                    <a:pt x="1505" y="729"/>
                    <a:pt x="1481" y="748"/>
                    <a:pt x="1458" y="768"/>
                  </a:cubicBezTo>
                  <a:cubicBezTo>
                    <a:pt x="1364" y="849"/>
                    <a:pt x="1276" y="931"/>
                    <a:pt x="1192" y="1014"/>
                  </a:cubicBezTo>
                  <a:cubicBezTo>
                    <a:pt x="1173" y="1032"/>
                    <a:pt x="1156" y="1051"/>
                    <a:pt x="1138" y="1069"/>
                  </a:cubicBezTo>
                  <a:cubicBezTo>
                    <a:pt x="1073" y="1134"/>
                    <a:pt x="1012" y="1201"/>
                    <a:pt x="953" y="1268"/>
                  </a:cubicBezTo>
                  <a:cubicBezTo>
                    <a:pt x="929" y="1295"/>
                    <a:pt x="904" y="1324"/>
                    <a:pt x="879" y="1352"/>
                  </a:cubicBezTo>
                  <a:cubicBezTo>
                    <a:pt x="829" y="1414"/>
                    <a:pt x="781" y="1474"/>
                    <a:pt x="735" y="1535"/>
                  </a:cubicBezTo>
                  <a:cubicBezTo>
                    <a:pt x="713" y="1563"/>
                    <a:pt x="692" y="1591"/>
                    <a:pt x="672" y="1618"/>
                  </a:cubicBezTo>
                  <a:cubicBezTo>
                    <a:pt x="615" y="1697"/>
                    <a:pt x="561" y="1778"/>
                    <a:pt x="510" y="1860"/>
                  </a:cubicBezTo>
                  <a:cubicBezTo>
                    <a:pt x="506" y="1867"/>
                    <a:pt x="499" y="1874"/>
                    <a:pt x="495" y="1883"/>
                  </a:cubicBezTo>
                  <a:cubicBezTo>
                    <a:pt x="442" y="1972"/>
                    <a:pt x="393" y="2063"/>
                    <a:pt x="349" y="2152"/>
                  </a:cubicBezTo>
                  <a:cubicBezTo>
                    <a:pt x="335" y="2178"/>
                    <a:pt x="322" y="2206"/>
                    <a:pt x="310" y="2234"/>
                  </a:cubicBezTo>
                  <a:cubicBezTo>
                    <a:pt x="281" y="2300"/>
                    <a:pt x="252" y="2364"/>
                    <a:pt x="226" y="2429"/>
                  </a:cubicBezTo>
                  <a:cubicBezTo>
                    <a:pt x="215" y="2461"/>
                    <a:pt x="204" y="2490"/>
                    <a:pt x="192" y="2523"/>
                  </a:cubicBezTo>
                  <a:cubicBezTo>
                    <a:pt x="167" y="2590"/>
                    <a:pt x="146" y="2658"/>
                    <a:pt x="127" y="2727"/>
                  </a:cubicBezTo>
                  <a:cubicBezTo>
                    <a:pt x="119" y="2752"/>
                    <a:pt x="110" y="2775"/>
                    <a:pt x="104" y="2801"/>
                  </a:cubicBezTo>
                  <a:cubicBezTo>
                    <a:pt x="81" y="2893"/>
                    <a:pt x="63" y="2986"/>
                    <a:pt x="47" y="3078"/>
                  </a:cubicBezTo>
                  <a:cubicBezTo>
                    <a:pt x="44" y="3096"/>
                    <a:pt x="43" y="3113"/>
                    <a:pt x="41" y="3132"/>
                  </a:cubicBezTo>
                  <a:cubicBezTo>
                    <a:pt x="30" y="3207"/>
                    <a:pt x="21" y="3283"/>
                    <a:pt x="16" y="3359"/>
                  </a:cubicBezTo>
                  <a:cubicBezTo>
                    <a:pt x="15" y="3390"/>
                    <a:pt x="15" y="3421"/>
                    <a:pt x="13" y="3452"/>
                  </a:cubicBezTo>
                  <a:cubicBezTo>
                    <a:pt x="1" y="3842"/>
                    <a:pt x="67" y="4235"/>
                    <a:pt x="213" y="4621"/>
                  </a:cubicBezTo>
                  <a:lnTo>
                    <a:pt x="216" y="5316"/>
                  </a:lnTo>
                  <a:cubicBezTo>
                    <a:pt x="556" y="4407"/>
                    <a:pt x="1333" y="2544"/>
                    <a:pt x="2554" y="1838"/>
                  </a:cubicBezTo>
                  <a:lnTo>
                    <a:pt x="2547" y="0"/>
                  </a:ln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2226;p52">
              <a:extLst>
                <a:ext uri="{FF2B5EF4-FFF2-40B4-BE49-F238E27FC236}">
                  <a16:creationId xmlns:a16="http://schemas.microsoft.com/office/drawing/2014/main" id="{15CC7A98-52D9-7374-B838-F81F56CC7541}"/>
                </a:ext>
              </a:extLst>
            </p:cNvPr>
            <p:cNvSpPr/>
            <p:nvPr/>
          </p:nvSpPr>
          <p:spPr>
            <a:xfrm>
              <a:off x="3159908" y="841833"/>
              <a:ext cx="224037" cy="265331"/>
            </a:xfrm>
            <a:custGeom>
              <a:avLst/>
              <a:gdLst/>
              <a:ahLst/>
              <a:cxnLst/>
              <a:rect l="l" t="t" r="r" b="b"/>
              <a:pathLst>
                <a:path w="5127" h="6072" extrusionOk="0">
                  <a:moveTo>
                    <a:pt x="1" y="0"/>
                  </a:moveTo>
                  <a:lnTo>
                    <a:pt x="10" y="2840"/>
                  </a:lnTo>
                  <a:lnTo>
                    <a:pt x="1801" y="4576"/>
                  </a:lnTo>
                  <a:cubicBezTo>
                    <a:pt x="2273" y="5036"/>
                    <a:pt x="2993" y="5595"/>
                    <a:pt x="3643" y="6072"/>
                  </a:cubicBezTo>
                  <a:lnTo>
                    <a:pt x="3640" y="5138"/>
                  </a:lnTo>
                  <a:lnTo>
                    <a:pt x="5126" y="4281"/>
                  </a:lnTo>
                  <a:cubicBezTo>
                    <a:pt x="5011" y="4204"/>
                    <a:pt x="2820" y="2737"/>
                    <a:pt x="1791" y="17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2227;p52">
              <a:extLst>
                <a:ext uri="{FF2B5EF4-FFF2-40B4-BE49-F238E27FC236}">
                  <a16:creationId xmlns:a16="http://schemas.microsoft.com/office/drawing/2014/main" id="{5FCEA402-6B6F-12A6-7D45-1B7C33359A57}"/>
                </a:ext>
              </a:extLst>
            </p:cNvPr>
            <p:cNvSpPr/>
            <p:nvPr/>
          </p:nvSpPr>
          <p:spPr>
            <a:xfrm>
              <a:off x="3325867" y="1091470"/>
              <a:ext cx="787" cy="4938"/>
            </a:xfrm>
            <a:custGeom>
              <a:avLst/>
              <a:gdLst/>
              <a:ahLst/>
              <a:cxnLst/>
              <a:rect l="l" t="t" r="r" b="b"/>
              <a:pathLst>
                <a:path w="18" h="113" extrusionOk="0">
                  <a:moveTo>
                    <a:pt x="1" y="0"/>
                  </a:moveTo>
                  <a:cubicBezTo>
                    <a:pt x="7" y="37"/>
                    <a:pt x="13" y="76"/>
                    <a:pt x="18" y="112"/>
                  </a:cubicBezTo>
                  <a:cubicBezTo>
                    <a:pt x="13" y="76"/>
                    <a:pt x="7" y="37"/>
                    <a:pt x="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2228;p52">
              <a:extLst>
                <a:ext uri="{FF2B5EF4-FFF2-40B4-BE49-F238E27FC236}">
                  <a16:creationId xmlns:a16="http://schemas.microsoft.com/office/drawing/2014/main" id="{A729D9D1-CEFD-B57E-1596-D6942D069122}"/>
                </a:ext>
              </a:extLst>
            </p:cNvPr>
            <p:cNvSpPr/>
            <p:nvPr/>
          </p:nvSpPr>
          <p:spPr>
            <a:xfrm>
              <a:off x="3327440" y="1104230"/>
              <a:ext cx="350" cy="5156"/>
            </a:xfrm>
            <a:custGeom>
              <a:avLst/>
              <a:gdLst/>
              <a:ahLst/>
              <a:cxnLst/>
              <a:rect l="l" t="t" r="r" b="b"/>
              <a:pathLst>
                <a:path w="8" h="118" extrusionOk="0">
                  <a:moveTo>
                    <a:pt x="0" y="0"/>
                  </a:moveTo>
                  <a:cubicBezTo>
                    <a:pt x="3" y="39"/>
                    <a:pt x="6" y="77"/>
                    <a:pt x="8" y="117"/>
                  </a:cubicBezTo>
                  <a:cubicBezTo>
                    <a:pt x="6" y="77"/>
                    <a:pt x="5" y="39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2229;p52">
              <a:extLst>
                <a:ext uri="{FF2B5EF4-FFF2-40B4-BE49-F238E27FC236}">
                  <a16:creationId xmlns:a16="http://schemas.microsoft.com/office/drawing/2014/main" id="{81F85DF0-289D-9001-D339-C1860A63A099}"/>
                </a:ext>
              </a:extLst>
            </p:cNvPr>
            <p:cNvSpPr/>
            <p:nvPr/>
          </p:nvSpPr>
          <p:spPr>
            <a:xfrm>
              <a:off x="3323071" y="1078842"/>
              <a:ext cx="1049" cy="4195"/>
            </a:xfrm>
            <a:custGeom>
              <a:avLst/>
              <a:gdLst/>
              <a:ahLst/>
              <a:cxnLst/>
              <a:rect l="l" t="t" r="r" b="b"/>
              <a:pathLst>
                <a:path w="24" h="96" extrusionOk="0">
                  <a:moveTo>
                    <a:pt x="0" y="0"/>
                  </a:moveTo>
                  <a:cubicBezTo>
                    <a:pt x="9" y="32"/>
                    <a:pt x="16" y="65"/>
                    <a:pt x="23" y="95"/>
                  </a:cubicBezTo>
                  <a:cubicBezTo>
                    <a:pt x="16" y="65"/>
                    <a:pt x="9" y="32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2230;p52">
              <a:extLst>
                <a:ext uri="{FF2B5EF4-FFF2-40B4-BE49-F238E27FC236}">
                  <a16:creationId xmlns:a16="http://schemas.microsoft.com/office/drawing/2014/main" id="{F40B3037-B63E-C972-7F00-1D9269E43CB0}"/>
                </a:ext>
              </a:extLst>
            </p:cNvPr>
            <p:cNvSpPr/>
            <p:nvPr/>
          </p:nvSpPr>
          <p:spPr>
            <a:xfrm>
              <a:off x="4066915" y="1212990"/>
              <a:ext cx="32249" cy="42780"/>
            </a:xfrm>
            <a:custGeom>
              <a:avLst/>
              <a:gdLst/>
              <a:ahLst/>
              <a:cxnLst/>
              <a:rect l="l" t="t" r="r" b="b"/>
              <a:pathLst>
                <a:path w="738" h="979" extrusionOk="0">
                  <a:moveTo>
                    <a:pt x="728" y="0"/>
                  </a:moveTo>
                  <a:lnTo>
                    <a:pt x="1" y="420"/>
                  </a:lnTo>
                  <a:lnTo>
                    <a:pt x="8" y="979"/>
                  </a:lnTo>
                  <a:lnTo>
                    <a:pt x="737" y="557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2231;p52">
              <a:extLst>
                <a:ext uri="{FF2B5EF4-FFF2-40B4-BE49-F238E27FC236}">
                  <a16:creationId xmlns:a16="http://schemas.microsoft.com/office/drawing/2014/main" id="{382601F1-B247-CC01-81F1-F87224B84A5D}"/>
                </a:ext>
              </a:extLst>
            </p:cNvPr>
            <p:cNvSpPr/>
            <p:nvPr/>
          </p:nvSpPr>
          <p:spPr>
            <a:xfrm>
              <a:off x="3732638" y="1087887"/>
              <a:ext cx="334679" cy="184272"/>
            </a:xfrm>
            <a:custGeom>
              <a:avLst/>
              <a:gdLst/>
              <a:ahLst/>
              <a:cxnLst/>
              <a:rect l="l" t="t" r="r" b="b"/>
              <a:pathLst>
                <a:path w="7659" h="4217" extrusionOk="0">
                  <a:moveTo>
                    <a:pt x="4230" y="1"/>
                  </a:moveTo>
                  <a:lnTo>
                    <a:pt x="7651" y="3283"/>
                  </a:lnTo>
                  <a:lnTo>
                    <a:pt x="7658" y="3840"/>
                  </a:lnTo>
                  <a:lnTo>
                    <a:pt x="5560" y="3226"/>
                  </a:lnTo>
                  <a:cubicBezTo>
                    <a:pt x="4716" y="2979"/>
                    <a:pt x="3807" y="3088"/>
                    <a:pt x="3044" y="3528"/>
                  </a:cubicBezTo>
                  <a:lnTo>
                    <a:pt x="1850" y="4217"/>
                  </a:lnTo>
                  <a:lnTo>
                    <a:pt x="1" y="2442"/>
                  </a:lnTo>
                  <a:lnTo>
                    <a:pt x="42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2232;p52">
              <a:extLst>
                <a:ext uri="{FF2B5EF4-FFF2-40B4-BE49-F238E27FC236}">
                  <a16:creationId xmlns:a16="http://schemas.microsoft.com/office/drawing/2014/main" id="{4F625247-588C-DEAE-49D2-0B0A869E4455}"/>
                </a:ext>
              </a:extLst>
            </p:cNvPr>
            <p:cNvSpPr/>
            <p:nvPr/>
          </p:nvSpPr>
          <p:spPr>
            <a:xfrm>
              <a:off x="3565979" y="1172309"/>
              <a:ext cx="65240" cy="124145"/>
            </a:xfrm>
            <a:custGeom>
              <a:avLst/>
              <a:gdLst/>
              <a:ahLst/>
              <a:cxnLst/>
              <a:rect l="l" t="t" r="r" b="b"/>
              <a:pathLst>
                <a:path w="1493" h="2841" extrusionOk="0">
                  <a:moveTo>
                    <a:pt x="1485" y="1"/>
                  </a:moveTo>
                  <a:lnTo>
                    <a:pt x="0" y="859"/>
                  </a:lnTo>
                  <a:lnTo>
                    <a:pt x="6" y="2654"/>
                  </a:lnTo>
                  <a:lnTo>
                    <a:pt x="1492" y="2840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2233;p52">
              <a:extLst>
                <a:ext uri="{FF2B5EF4-FFF2-40B4-BE49-F238E27FC236}">
                  <a16:creationId xmlns:a16="http://schemas.microsoft.com/office/drawing/2014/main" id="{FAF697A5-6E93-0580-F714-C1C6C633694D}"/>
                </a:ext>
              </a:extLst>
            </p:cNvPr>
            <p:cNvSpPr/>
            <p:nvPr/>
          </p:nvSpPr>
          <p:spPr>
            <a:xfrm>
              <a:off x="3630825" y="1172309"/>
              <a:ext cx="70353" cy="164740"/>
            </a:xfrm>
            <a:custGeom>
              <a:avLst/>
              <a:gdLst/>
              <a:ahLst/>
              <a:cxnLst/>
              <a:rect l="l" t="t" r="r" b="b"/>
              <a:pathLst>
                <a:path w="1610" h="3770" extrusionOk="0">
                  <a:moveTo>
                    <a:pt x="1" y="1"/>
                  </a:moveTo>
                  <a:lnTo>
                    <a:pt x="8" y="2840"/>
                  </a:lnTo>
                  <a:lnTo>
                    <a:pt x="1610" y="3769"/>
                  </a:lnTo>
                  <a:lnTo>
                    <a:pt x="1600" y="9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2234;p52">
              <a:extLst>
                <a:ext uri="{FF2B5EF4-FFF2-40B4-BE49-F238E27FC236}">
                  <a16:creationId xmlns:a16="http://schemas.microsoft.com/office/drawing/2014/main" id="{EA8CD4CC-A4FD-B27B-7B0D-786FFDE32394}"/>
                </a:ext>
              </a:extLst>
            </p:cNvPr>
            <p:cNvSpPr/>
            <p:nvPr/>
          </p:nvSpPr>
          <p:spPr>
            <a:xfrm>
              <a:off x="3217063" y="1204513"/>
              <a:ext cx="349230" cy="142061"/>
            </a:xfrm>
            <a:custGeom>
              <a:avLst/>
              <a:gdLst/>
              <a:ahLst/>
              <a:cxnLst/>
              <a:rect l="l" t="t" r="r" b="b"/>
              <a:pathLst>
                <a:path w="7992" h="3251" extrusionOk="0">
                  <a:moveTo>
                    <a:pt x="6088" y="0"/>
                  </a:moveTo>
                  <a:cubicBezTo>
                    <a:pt x="3887" y="0"/>
                    <a:pt x="1685" y="485"/>
                    <a:pt x="0" y="1457"/>
                  </a:cubicBezTo>
                  <a:lnTo>
                    <a:pt x="8" y="3251"/>
                  </a:lnTo>
                  <a:cubicBezTo>
                    <a:pt x="1691" y="2279"/>
                    <a:pt x="3892" y="1794"/>
                    <a:pt x="6090" y="1794"/>
                  </a:cubicBezTo>
                  <a:cubicBezTo>
                    <a:pt x="6728" y="1794"/>
                    <a:pt x="7366" y="1835"/>
                    <a:pt x="7991" y="1917"/>
                  </a:cubicBezTo>
                  <a:lnTo>
                    <a:pt x="7985" y="122"/>
                  </a:lnTo>
                  <a:cubicBezTo>
                    <a:pt x="7361" y="41"/>
                    <a:pt x="6725" y="0"/>
                    <a:pt x="6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2235;p52">
              <a:extLst>
                <a:ext uri="{FF2B5EF4-FFF2-40B4-BE49-F238E27FC236}">
                  <a16:creationId xmlns:a16="http://schemas.microsoft.com/office/drawing/2014/main" id="{C4B9EA98-BC43-BDC2-5D6B-51A01DD1B72B}"/>
                </a:ext>
              </a:extLst>
            </p:cNvPr>
            <p:cNvSpPr/>
            <p:nvPr/>
          </p:nvSpPr>
          <p:spPr>
            <a:xfrm>
              <a:off x="3850225" y="1338050"/>
              <a:ext cx="32249" cy="42824"/>
            </a:xfrm>
            <a:custGeom>
              <a:avLst/>
              <a:gdLst/>
              <a:ahLst/>
              <a:cxnLst/>
              <a:rect l="l" t="t" r="r" b="b"/>
              <a:pathLst>
                <a:path w="738" h="980" extrusionOk="0">
                  <a:moveTo>
                    <a:pt x="729" y="1"/>
                  </a:moveTo>
                  <a:lnTo>
                    <a:pt x="0" y="422"/>
                  </a:lnTo>
                  <a:lnTo>
                    <a:pt x="8" y="979"/>
                  </a:lnTo>
                  <a:lnTo>
                    <a:pt x="737" y="5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2236;p52">
              <a:extLst>
                <a:ext uri="{FF2B5EF4-FFF2-40B4-BE49-F238E27FC236}">
                  <a16:creationId xmlns:a16="http://schemas.microsoft.com/office/drawing/2014/main" id="{E3F8A9FC-0D3A-4CCC-FE12-8574283860C4}"/>
                </a:ext>
              </a:extLst>
            </p:cNvPr>
            <p:cNvSpPr/>
            <p:nvPr/>
          </p:nvSpPr>
          <p:spPr>
            <a:xfrm>
              <a:off x="3700739" y="1212990"/>
              <a:ext cx="149839" cy="167886"/>
            </a:xfrm>
            <a:custGeom>
              <a:avLst/>
              <a:gdLst/>
              <a:ahLst/>
              <a:cxnLst/>
              <a:rect l="l" t="t" r="r" b="b"/>
              <a:pathLst>
                <a:path w="3429" h="3842" extrusionOk="0">
                  <a:moveTo>
                    <a:pt x="0" y="0"/>
                  </a:moveTo>
                  <a:lnTo>
                    <a:pt x="10" y="2838"/>
                  </a:lnTo>
                  <a:lnTo>
                    <a:pt x="3429" y="3841"/>
                  </a:lnTo>
                  <a:lnTo>
                    <a:pt x="3429" y="3841"/>
                  </a:lnTo>
                  <a:lnTo>
                    <a:pt x="3421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2237;p52">
              <a:extLst>
                <a:ext uri="{FF2B5EF4-FFF2-40B4-BE49-F238E27FC236}">
                  <a16:creationId xmlns:a16="http://schemas.microsoft.com/office/drawing/2014/main" id="{CAA109E0-5961-D35A-E22B-6B6926BB7BDA}"/>
                </a:ext>
              </a:extLst>
            </p:cNvPr>
            <p:cNvSpPr/>
            <p:nvPr/>
          </p:nvSpPr>
          <p:spPr>
            <a:xfrm>
              <a:off x="3159908" y="755051"/>
              <a:ext cx="472588" cy="273896"/>
            </a:xfrm>
            <a:custGeom>
              <a:avLst/>
              <a:gdLst/>
              <a:ahLst/>
              <a:cxnLst/>
              <a:rect l="l" t="t" r="r" b="b"/>
              <a:pathLst>
                <a:path w="10815" h="6268" extrusionOk="0">
                  <a:moveTo>
                    <a:pt x="3443" y="0"/>
                  </a:moveTo>
                  <a:lnTo>
                    <a:pt x="1" y="1986"/>
                  </a:lnTo>
                  <a:lnTo>
                    <a:pt x="1791" y="3724"/>
                  </a:lnTo>
                  <a:cubicBezTo>
                    <a:pt x="2820" y="4723"/>
                    <a:pt x="5011" y="6190"/>
                    <a:pt x="5126" y="6267"/>
                  </a:cubicBezTo>
                  <a:lnTo>
                    <a:pt x="10815" y="2982"/>
                  </a:lnTo>
                  <a:cubicBezTo>
                    <a:pt x="10681" y="2915"/>
                    <a:pt x="8158" y="1642"/>
                    <a:pt x="6437" y="1042"/>
                  </a:cubicBezTo>
                  <a:lnTo>
                    <a:pt x="3443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2238;p52">
              <a:extLst>
                <a:ext uri="{FF2B5EF4-FFF2-40B4-BE49-F238E27FC236}">
                  <a16:creationId xmlns:a16="http://schemas.microsoft.com/office/drawing/2014/main" id="{4ED74638-778D-F225-E7BD-0384C833AF55}"/>
                </a:ext>
              </a:extLst>
            </p:cNvPr>
            <p:cNvSpPr/>
            <p:nvPr/>
          </p:nvSpPr>
          <p:spPr>
            <a:xfrm>
              <a:off x="3217063" y="789484"/>
              <a:ext cx="881728" cy="567062"/>
            </a:xfrm>
            <a:custGeom>
              <a:avLst/>
              <a:gdLst/>
              <a:ahLst/>
              <a:cxnLst/>
              <a:rect l="l" t="t" r="r" b="b"/>
              <a:pathLst>
                <a:path w="20178" h="12977" extrusionOk="0">
                  <a:moveTo>
                    <a:pt x="18976" y="0"/>
                  </a:moveTo>
                  <a:lnTo>
                    <a:pt x="18976" y="0"/>
                  </a:lnTo>
                  <a:cubicBezTo>
                    <a:pt x="18972" y="2"/>
                    <a:pt x="18969" y="4"/>
                    <a:pt x="18966" y="6"/>
                  </a:cubicBezTo>
                  <a:lnTo>
                    <a:pt x="18966" y="6"/>
                  </a:lnTo>
                  <a:cubicBezTo>
                    <a:pt x="18969" y="4"/>
                    <a:pt x="18972" y="2"/>
                    <a:pt x="18976" y="0"/>
                  </a:cubicBezTo>
                  <a:close/>
                  <a:moveTo>
                    <a:pt x="18966" y="6"/>
                  </a:moveTo>
                  <a:lnTo>
                    <a:pt x="18966" y="6"/>
                  </a:lnTo>
                  <a:cubicBezTo>
                    <a:pt x="17282" y="975"/>
                    <a:pt x="15083" y="1458"/>
                    <a:pt x="12886" y="1458"/>
                  </a:cubicBezTo>
                  <a:cubicBezTo>
                    <a:pt x="12250" y="1458"/>
                    <a:pt x="11614" y="1418"/>
                    <a:pt x="10991" y="1337"/>
                  </a:cubicBezTo>
                  <a:lnTo>
                    <a:pt x="9507" y="2194"/>
                  </a:lnTo>
                  <a:lnTo>
                    <a:pt x="3818" y="5479"/>
                  </a:lnTo>
                  <a:lnTo>
                    <a:pt x="2332" y="6336"/>
                  </a:lnTo>
                  <a:cubicBezTo>
                    <a:pt x="2369" y="6431"/>
                    <a:pt x="2400" y="6527"/>
                    <a:pt x="2426" y="6622"/>
                  </a:cubicBezTo>
                  <a:cubicBezTo>
                    <a:pt x="2435" y="6654"/>
                    <a:pt x="2442" y="6687"/>
                    <a:pt x="2449" y="6717"/>
                  </a:cubicBezTo>
                  <a:cubicBezTo>
                    <a:pt x="2465" y="6782"/>
                    <a:pt x="2480" y="6847"/>
                    <a:pt x="2491" y="6911"/>
                  </a:cubicBezTo>
                  <a:cubicBezTo>
                    <a:pt x="2497" y="6948"/>
                    <a:pt x="2503" y="6987"/>
                    <a:pt x="2508" y="7023"/>
                  </a:cubicBezTo>
                  <a:cubicBezTo>
                    <a:pt x="2515" y="7083"/>
                    <a:pt x="2523" y="7143"/>
                    <a:pt x="2526" y="7203"/>
                  </a:cubicBezTo>
                  <a:cubicBezTo>
                    <a:pt x="2529" y="7242"/>
                    <a:pt x="2532" y="7280"/>
                    <a:pt x="2534" y="7320"/>
                  </a:cubicBezTo>
                  <a:cubicBezTo>
                    <a:pt x="2546" y="7713"/>
                    <a:pt x="2483" y="8102"/>
                    <a:pt x="2338" y="8485"/>
                  </a:cubicBezTo>
                  <a:cubicBezTo>
                    <a:pt x="1999" y="9391"/>
                    <a:pt x="1219" y="10251"/>
                    <a:pt x="0" y="10955"/>
                  </a:cubicBezTo>
                  <a:cubicBezTo>
                    <a:pt x="1684" y="9984"/>
                    <a:pt x="3888" y="9498"/>
                    <a:pt x="6089" y="9498"/>
                  </a:cubicBezTo>
                  <a:cubicBezTo>
                    <a:pt x="6725" y="9498"/>
                    <a:pt x="7361" y="9539"/>
                    <a:pt x="7984" y="9620"/>
                  </a:cubicBezTo>
                  <a:lnTo>
                    <a:pt x="9470" y="8762"/>
                  </a:lnTo>
                  <a:lnTo>
                    <a:pt x="11069" y="9692"/>
                  </a:lnTo>
                  <a:lnTo>
                    <a:pt x="14490" y="12976"/>
                  </a:lnTo>
                  <a:lnTo>
                    <a:pt x="15219" y="12555"/>
                  </a:lnTo>
                  <a:lnTo>
                    <a:pt x="13649" y="11046"/>
                  </a:lnTo>
                  <a:lnTo>
                    <a:pt x="12901" y="10329"/>
                  </a:lnTo>
                  <a:cubicBezTo>
                    <a:pt x="12349" y="9798"/>
                    <a:pt x="12460" y="8889"/>
                    <a:pt x="13121" y="8506"/>
                  </a:cubicBezTo>
                  <a:lnTo>
                    <a:pt x="14576" y="7668"/>
                  </a:lnTo>
                  <a:cubicBezTo>
                    <a:pt x="14925" y="7467"/>
                    <a:pt x="15310" y="7368"/>
                    <a:pt x="15692" y="7368"/>
                  </a:cubicBezTo>
                  <a:cubicBezTo>
                    <a:pt x="16254" y="7368"/>
                    <a:pt x="16810" y="7580"/>
                    <a:pt x="17236" y="7989"/>
                  </a:cubicBezTo>
                  <a:lnTo>
                    <a:pt x="19450" y="10112"/>
                  </a:lnTo>
                  <a:lnTo>
                    <a:pt x="20177" y="9692"/>
                  </a:lnTo>
                  <a:lnTo>
                    <a:pt x="16756" y="6408"/>
                  </a:lnTo>
                  <a:lnTo>
                    <a:pt x="16648" y="6345"/>
                  </a:lnTo>
                  <a:lnTo>
                    <a:pt x="15156" y="5479"/>
                  </a:lnTo>
                  <a:lnTo>
                    <a:pt x="16642" y="4621"/>
                  </a:lnTo>
                  <a:cubicBezTo>
                    <a:pt x="16496" y="4236"/>
                    <a:pt x="16430" y="3842"/>
                    <a:pt x="16442" y="3452"/>
                  </a:cubicBezTo>
                  <a:cubicBezTo>
                    <a:pt x="16442" y="3421"/>
                    <a:pt x="16444" y="3390"/>
                    <a:pt x="16445" y="3359"/>
                  </a:cubicBezTo>
                  <a:cubicBezTo>
                    <a:pt x="16450" y="3283"/>
                    <a:pt x="16458" y="3207"/>
                    <a:pt x="16468" y="3132"/>
                  </a:cubicBezTo>
                  <a:cubicBezTo>
                    <a:pt x="16472" y="3115"/>
                    <a:pt x="16473" y="3096"/>
                    <a:pt x="16476" y="3080"/>
                  </a:cubicBezTo>
                  <a:cubicBezTo>
                    <a:pt x="16490" y="2986"/>
                    <a:pt x="16510" y="2893"/>
                    <a:pt x="16533" y="2801"/>
                  </a:cubicBezTo>
                  <a:cubicBezTo>
                    <a:pt x="16539" y="2775"/>
                    <a:pt x="16548" y="2752"/>
                    <a:pt x="16555" y="2727"/>
                  </a:cubicBezTo>
                  <a:cubicBezTo>
                    <a:pt x="16575" y="2660"/>
                    <a:pt x="16596" y="2590"/>
                    <a:pt x="16621" y="2523"/>
                  </a:cubicBezTo>
                  <a:cubicBezTo>
                    <a:pt x="16632" y="2492"/>
                    <a:pt x="16642" y="2461"/>
                    <a:pt x="16655" y="2430"/>
                  </a:cubicBezTo>
                  <a:cubicBezTo>
                    <a:pt x="16681" y="2364"/>
                    <a:pt x="16710" y="2300"/>
                    <a:pt x="16739" y="2234"/>
                  </a:cubicBezTo>
                  <a:cubicBezTo>
                    <a:pt x="16751" y="2206"/>
                    <a:pt x="16764" y="2178"/>
                    <a:pt x="16778" y="2152"/>
                  </a:cubicBezTo>
                  <a:cubicBezTo>
                    <a:pt x="16822" y="2063"/>
                    <a:pt x="16870" y="1972"/>
                    <a:pt x="16924" y="1883"/>
                  </a:cubicBezTo>
                  <a:cubicBezTo>
                    <a:pt x="16928" y="1875"/>
                    <a:pt x="16935" y="1867"/>
                    <a:pt x="16939" y="1860"/>
                  </a:cubicBezTo>
                  <a:cubicBezTo>
                    <a:pt x="16990" y="1778"/>
                    <a:pt x="17044" y="1698"/>
                    <a:pt x="17101" y="1618"/>
                  </a:cubicBezTo>
                  <a:cubicBezTo>
                    <a:pt x="17121" y="1591"/>
                    <a:pt x="17142" y="1563"/>
                    <a:pt x="17162" y="1537"/>
                  </a:cubicBezTo>
                  <a:cubicBezTo>
                    <a:pt x="17210" y="1474"/>
                    <a:pt x="17258" y="1414"/>
                    <a:pt x="17308" y="1354"/>
                  </a:cubicBezTo>
                  <a:cubicBezTo>
                    <a:pt x="17333" y="1324"/>
                    <a:pt x="17358" y="1297"/>
                    <a:pt x="17382" y="1268"/>
                  </a:cubicBezTo>
                  <a:cubicBezTo>
                    <a:pt x="17441" y="1201"/>
                    <a:pt x="17502" y="1134"/>
                    <a:pt x="17567" y="1069"/>
                  </a:cubicBezTo>
                  <a:cubicBezTo>
                    <a:pt x="17585" y="1051"/>
                    <a:pt x="17602" y="1032"/>
                    <a:pt x="17621" y="1014"/>
                  </a:cubicBezTo>
                  <a:cubicBezTo>
                    <a:pt x="17704" y="931"/>
                    <a:pt x="17793" y="849"/>
                    <a:pt x="17885" y="769"/>
                  </a:cubicBezTo>
                  <a:cubicBezTo>
                    <a:pt x="17910" y="749"/>
                    <a:pt x="17934" y="729"/>
                    <a:pt x="17957" y="709"/>
                  </a:cubicBezTo>
                  <a:cubicBezTo>
                    <a:pt x="18030" y="649"/>
                    <a:pt x="18104" y="588"/>
                    <a:pt x="18182" y="529"/>
                  </a:cubicBezTo>
                  <a:cubicBezTo>
                    <a:pt x="18216" y="502"/>
                    <a:pt x="18250" y="477"/>
                    <a:pt x="18287" y="451"/>
                  </a:cubicBezTo>
                  <a:cubicBezTo>
                    <a:pt x="18360" y="397"/>
                    <a:pt x="18437" y="342"/>
                    <a:pt x="18517" y="289"/>
                  </a:cubicBezTo>
                  <a:cubicBezTo>
                    <a:pt x="18551" y="266"/>
                    <a:pt x="18585" y="242"/>
                    <a:pt x="18620" y="220"/>
                  </a:cubicBezTo>
                  <a:cubicBezTo>
                    <a:pt x="18731" y="147"/>
                    <a:pt x="18846" y="75"/>
                    <a:pt x="18966" y="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2239;p52">
              <a:extLst>
                <a:ext uri="{FF2B5EF4-FFF2-40B4-BE49-F238E27FC236}">
                  <a16:creationId xmlns:a16="http://schemas.microsoft.com/office/drawing/2014/main" id="{686DCC43-AF87-68BE-DF2A-271E4C8B4162}"/>
                </a:ext>
              </a:extLst>
            </p:cNvPr>
            <p:cNvSpPr/>
            <p:nvPr/>
          </p:nvSpPr>
          <p:spPr>
            <a:xfrm>
              <a:off x="3879370" y="991362"/>
              <a:ext cx="65197" cy="75422"/>
            </a:xfrm>
            <a:custGeom>
              <a:avLst/>
              <a:gdLst/>
              <a:ahLst/>
              <a:cxnLst/>
              <a:rect l="l" t="t" r="r" b="b"/>
              <a:pathLst>
                <a:path w="1492" h="1726" extrusionOk="0">
                  <a:moveTo>
                    <a:pt x="1485" y="1"/>
                  </a:moveTo>
                  <a:lnTo>
                    <a:pt x="1" y="859"/>
                  </a:lnTo>
                  <a:lnTo>
                    <a:pt x="1491" y="1725"/>
                  </a:lnTo>
                  <a:lnTo>
                    <a:pt x="1488" y="696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2240;p52">
              <a:extLst>
                <a:ext uri="{FF2B5EF4-FFF2-40B4-BE49-F238E27FC236}">
                  <a16:creationId xmlns:a16="http://schemas.microsoft.com/office/drawing/2014/main" id="{DC0418C3-4E90-7DD3-2821-97AF83600193}"/>
                </a:ext>
              </a:extLst>
            </p:cNvPr>
            <p:cNvSpPr/>
            <p:nvPr/>
          </p:nvSpPr>
          <p:spPr>
            <a:xfrm>
              <a:off x="3381012" y="1028897"/>
              <a:ext cx="249862" cy="145687"/>
            </a:xfrm>
            <a:custGeom>
              <a:avLst/>
              <a:gdLst/>
              <a:ahLst/>
              <a:cxnLst/>
              <a:rect l="l" t="t" r="r" b="b"/>
              <a:pathLst>
                <a:path w="5718" h="3334" extrusionOk="0">
                  <a:moveTo>
                    <a:pt x="66" y="0"/>
                  </a:moveTo>
                  <a:lnTo>
                    <a:pt x="0" y="40"/>
                  </a:lnTo>
                  <a:lnTo>
                    <a:pt x="5662" y="3333"/>
                  </a:lnTo>
                  <a:lnTo>
                    <a:pt x="5718" y="3283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2241;p52">
              <a:extLst>
                <a:ext uri="{FF2B5EF4-FFF2-40B4-BE49-F238E27FC236}">
                  <a16:creationId xmlns:a16="http://schemas.microsoft.com/office/drawing/2014/main" id="{A18304D3-41AB-DAEE-76F8-65E9EFE5C5FB}"/>
                </a:ext>
              </a:extLst>
            </p:cNvPr>
            <p:cNvSpPr/>
            <p:nvPr/>
          </p:nvSpPr>
          <p:spPr>
            <a:xfrm>
              <a:off x="3632442" y="883563"/>
              <a:ext cx="250780" cy="145556"/>
            </a:xfrm>
            <a:custGeom>
              <a:avLst/>
              <a:gdLst/>
              <a:ahLst/>
              <a:cxnLst/>
              <a:rect l="l" t="t" r="r" b="b"/>
              <a:pathLst>
                <a:path w="5739" h="3331" extrusionOk="0">
                  <a:moveTo>
                    <a:pt x="70" y="1"/>
                  </a:moveTo>
                  <a:lnTo>
                    <a:pt x="1" y="41"/>
                  </a:lnTo>
                  <a:lnTo>
                    <a:pt x="5658" y="3331"/>
                  </a:lnTo>
                  <a:lnTo>
                    <a:pt x="5738" y="3295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2242;p52">
              <a:extLst>
                <a:ext uri="{FF2B5EF4-FFF2-40B4-BE49-F238E27FC236}">
                  <a16:creationId xmlns:a16="http://schemas.microsoft.com/office/drawing/2014/main" id="{3599D300-3BFD-BBBA-CC71-577CEE1F6DFA}"/>
                </a:ext>
              </a:extLst>
            </p:cNvPr>
            <p:cNvSpPr/>
            <p:nvPr/>
          </p:nvSpPr>
          <p:spPr>
            <a:xfrm>
              <a:off x="2569788" y="1131977"/>
              <a:ext cx="334723" cy="15600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2243;p52">
              <a:extLst>
                <a:ext uri="{FF2B5EF4-FFF2-40B4-BE49-F238E27FC236}">
                  <a16:creationId xmlns:a16="http://schemas.microsoft.com/office/drawing/2014/main" id="{418B25D2-46CC-60C0-0FE1-A7FAADC337D8}"/>
                </a:ext>
              </a:extLst>
            </p:cNvPr>
            <p:cNvSpPr/>
            <p:nvPr/>
          </p:nvSpPr>
          <p:spPr>
            <a:xfrm>
              <a:off x="2898254" y="113237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2244;p52">
              <a:extLst>
                <a:ext uri="{FF2B5EF4-FFF2-40B4-BE49-F238E27FC236}">
                  <a16:creationId xmlns:a16="http://schemas.microsoft.com/office/drawing/2014/main" id="{4BF5645F-957E-6D88-29D5-AB7CE86CEB69}"/>
                </a:ext>
              </a:extLst>
            </p:cNvPr>
            <p:cNvSpPr/>
            <p:nvPr/>
          </p:nvSpPr>
          <p:spPr>
            <a:xfrm>
              <a:off x="2577391" y="88456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2245;p52">
              <a:extLst>
                <a:ext uri="{FF2B5EF4-FFF2-40B4-BE49-F238E27FC236}">
                  <a16:creationId xmlns:a16="http://schemas.microsoft.com/office/drawing/2014/main" id="{55697C42-FB2A-04E9-05EB-788EDE693373}"/>
                </a:ext>
              </a:extLst>
            </p:cNvPr>
            <p:cNvSpPr/>
            <p:nvPr/>
          </p:nvSpPr>
          <p:spPr>
            <a:xfrm>
              <a:off x="2540729" y="88474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2246;p52">
              <a:extLst>
                <a:ext uri="{FF2B5EF4-FFF2-40B4-BE49-F238E27FC236}">
                  <a16:creationId xmlns:a16="http://schemas.microsoft.com/office/drawing/2014/main" id="{CB129E48-AD26-E13E-283D-81500C69E7AD}"/>
                </a:ext>
              </a:extLst>
            </p:cNvPr>
            <p:cNvSpPr/>
            <p:nvPr/>
          </p:nvSpPr>
          <p:spPr>
            <a:xfrm>
              <a:off x="2925083" y="93560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2247;p52">
              <a:extLst>
                <a:ext uri="{FF2B5EF4-FFF2-40B4-BE49-F238E27FC236}">
                  <a16:creationId xmlns:a16="http://schemas.microsoft.com/office/drawing/2014/main" id="{66AACA82-01FD-459F-E1A9-323002F6D4D9}"/>
                </a:ext>
              </a:extLst>
            </p:cNvPr>
            <p:cNvSpPr/>
            <p:nvPr/>
          </p:nvSpPr>
          <p:spPr>
            <a:xfrm>
              <a:off x="2925083" y="109562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2248;p52">
              <a:extLst>
                <a:ext uri="{FF2B5EF4-FFF2-40B4-BE49-F238E27FC236}">
                  <a16:creationId xmlns:a16="http://schemas.microsoft.com/office/drawing/2014/main" id="{DA95BA72-FB56-0388-F8D4-D473E1753DF4}"/>
                </a:ext>
              </a:extLst>
            </p:cNvPr>
            <p:cNvSpPr/>
            <p:nvPr/>
          </p:nvSpPr>
          <p:spPr>
            <a:xfrm>
              <a:off x="2886412" y="109190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2249;p52">
              <a:extLst>
                <a:ext uri="{FF2B5EF4-FFF2-40B4-BE49-F238E27FC236}">
                  <a16:creationId xmlns:a16="http://schemas.microsoft.com/office/drawing/2014/main" id="{C461AE34-04A4-7D9A-D8A8-85A2AE3F9CFB}"/>
                </a:ext>
              </a:extLst>
            </p:cNvPr>
            <p:cNvSpPr/>
            <p:nvPr/>
          </p:nvSpPr>
          <p:spPr>
            <a:xfrm>
              <a:off x="2889383" y="106861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2250;p52">
              <a:extLst>
                <a:ext uri="{FF2B5EF4-FFF2-40B4-BE49-F238E27FC236}">
                  <a16:creationId xmlns:a16="http://schemas.microsoft.com/office/drawing/2014/main" id="{5FAD1EDA-1E2A-DE90-2449-5441D1D17863}"/>
                </a:ext>
              </a:extLst>
            </p:cNvPr>
            <p:cNvSpPr/>
            <p:nvPr/>
          </p:nvSpPr>
          <p:spPr>
            <a:xfrm>
              <a:off x="2885844" y="106516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2251;p52">
              <a:extLst>
                <a:ext uri="{FF2B5EF4-FFF2-40B4-BE49-F238E27FC236}">
                  <a16:creationId xmlns:a16="http://schemas.microsoft.com/office/drawing/2014/main" id="{5B4762F5-0643-4EBA-7654-AF436E476993}"/>
                </a:ext>
              </a:extLst>
            </p:cNvPr>
            <p:cNvSpPr/>
            <p:nvPr/>
          </p:nvSpPr>
          <p:spPr>
            <a:xfrm>
              <a:off x="3092834" y="883213"/>
              <a:ext cx="82195" cy="62924"/>
            </a:xfrm>
            <a:custGeom>
              <a:avLst/>
              <a:gdLst/>
              <a:ahLst/>
              <a:cxnLst/>
              <a:rect l="l" t="t" r="r" b="b"/>
              <a:pathLst>
                <a:path w="1881" h="1440" extrusionOk="0">
                  <a:moveTo>
                    <a:pt x="1880" y="1"/>
                  </a:moveTo>
                  <a:lnTo>
                    <a:pt x="1" y="1313"/>
                  </a:lnTo>
                  <a:lnTo>
                    <a:pt x="1" y="1439"/>
                  </a:lnTo>
                  <a:lnTo>
                    <a:pt x="1880" y="127"/>
                  </a:lnTo>
                  <a:lnTo>
                    <a:pt x="18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2252;p52">
              <a:extLst>
                <a:ext uri="{FF2B5EF4-FFF2-40B4-BE49-F238E27FC236}">
                  <a16:creationId xmlns:a16="http://schemas.microsoft.com/office/drawing/2014/main" id="{0C8B8973-96F3-F5EB-8D41-A686EBC96832}"/>
                </a:ext>
              </a:extLst>
            </p:cNvPr>
            <p:cNvSpPr/>
            <p:nvPr/>
          </p:nvSpPr>
          <p:spPr>
            <a:xfrm>
              <a:off x="2951476" y="94049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2253;p52">
              <a:extLst>
                <a:ext uri="{FF2B5EF4-FFF2-40B4-BE49-F238E27FC236}">
                  <a16:creationId xmlns:a16="http://schemas.microsoft.com/office/drawing/2014/main" id="{16CB28D7-178E-04EC-3759-2154DB83097D}"/>
                </a:ext>
              </a:extLst>
            </p:cNvPr>
            <p:cNvSpPr/>
            <p:nvPr/>
          </p:nvSpPr>
          <p:spPr>
            <a:xfrm>
              <a:off x="2940465" y="87971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2254;p52">
              <a:extLst>
                <a:ext uri="{FF2B5EF4-FFF2-40B4-BE49-F238E27FC236}">
                  <a16:creationId xmlns:a16="http://schemas.microsoft.com/office/drawing/2014/main" id="{D052F091-21A1-48FA-6BC4-556D2699E409}"/>
                </a:ext>
              </a:extLst>
            </p:cNvPr>
            <p:cNvSpPr/>
            <p:nvPr/>
          </p:nvSpPr>
          <p:spPr>
            <a:xfrm>
              <a:off x="2912979" y="100394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2255;p52">
              <a:extLst>
                <a:ext uri="{FF2B5EF4-FFF2-40B4-BE49-F238E27FC236}">
                  <a16:creationId xmlns:a16="http://schemas.microsoft.com/office/drawing/2014/main" id="{8EE70E9F-71DF-AE83-D4F2-B84451995632}"/>
                </a:ext>
              </a:extLst>
            </p:cNvPr>
            <p:cNvSpPr/>
            <p:nvPr/>
          </p:nvSpPr>
          <p:spPr>
            <a:xfrm>
              <a:off x="2913111" y="99171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2256;p52">
              <a:extLst>
                <a:ext uri="{FF2B5EF4-FFF2-40B4-BE49-F238E27FC236}">
                  <a16:creationId xmlns:a16="http://schemas.microsoft.com/office/drawing/2014/main" id="{D1306665-FDBF-891E-57F0-4BB1EBA748EB}"/>
                </a:ext>
              </a:extLst>
            </p:cNvPr>
            <p:cNvSpPr/>
            <p:nvPr/>
          </p:nvSpPr>
          <p:spPr>
            <a:xfrm>
              <a:off x="2915470" y="99372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2257;p52">
              <a:extLst>
                <a:ext uri="{FF2B5EF4-FFF2-40B4-BE49-F238E27FC236}">
                  <a16:creationId xmlns:a16="http://schemas.microsoft.com/office/drawing/2014/main" id="{0F7EF667-2776-031F-78FF-090113375820}"/>
                </a:ext>
              </a:extLst>
            </p:cNvPr>
            <p:cNvSpPr/>
            <p:nvPr/>
          </p:nvSpPr>
          <p:spPr>
            <a:xfrm>
              <a:off x="2908391" y="103204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2258;p52">
              <a:extLst>
                <a:ext uri="{FF2B5EF4-FFF2-40B4-BE49-F238E27FC236}">
                  <a16:creationId xmlns:a16="http://schemas.microsoft.com/office/drawing/2014/main" id="{296B4A2A-0B74-C8AC-0B9E-05DDB0BCBA20}"/>
                </a:ext>
              </a:extLst>
            </p:cNvPr>
            <p:cNvSpPr/>
            <p:nvPr/>
          </p:nvSpPr>
          <p:spPr>
            <a:xfrm>
              <a:off x="2877629" y="107272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2259;p52">
              <a:extLst>
                <a:ext uri="{FF2B5EF4-FFF2-40B4-BE49-F238E27FC236}">
                  <a16:creationId xmlns:a16="http://schemas.microsoft.com/office/drawing/2014/main" id="{A3720AB7-B352-2568-85A3-BFF40E610071}"/>
                </a:ext>
              </a:extLst>
            </p:cNvPr>
            <p:cNvSpPr/>
            <p:nvPr/>
          </p:nvSpPr>
          <p:spPr>
            <a:xfrm>
              <a:off x="2713898" y="109151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2260;p52">
              <a:extLst>
                <a:ext uri="{FF2B5EF4-FFF2-40B4-BE49-F238E27FC236}">
                  <a16:creationId xmlns:a16="http://schemas.microsoft.com/office/drawing/2014/main" id="{FD870A6E-978F-0CA9-8F64-86A7EDF31097}"/>
                </a:ext>
              </a:extLst>
            </p:cNvPr>
            <p:cNvSpPr/>
            <p:nvPr/>
          </p:nvSpPr>
          <p:spPr>
            <a:xfrm>
              <a:off x="2692181" y="114897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2261;p52">
              <a:extLst>
                <a:ext uri="{FF2B5EF4-FFF2-40B4-BE49-F238E27FC236}">
                  <a16:creationId xmlns:a16="http://schemas.microsoft.com/office/drawing/2014/main" id="{C41C2A43-7597-3638-2DB6-15114148B832}"/>
                </a:ext>
              </a:extLst>
            </p:cNvPr>
            <p:cNvSpPr/>
            <p:nvPr/>
          </p:nvSpPr>
          <p:spPr>
            <a:xfrm>
              <a:off x="2692269" y="101185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2262;p52">
              <a:extLst>
                <a:ext uri="{FF2B5EF4-FFF2-40B4-BE49-F238E27FC236}">
                  <a16:creationId xmlns:a16="http://schemas.microsoft.com/office/drawing/2014/main" id="{6CC8DCF7-685A-931D-677D-51F7B70C2D62}"/>
                </a:ext>
              </a:extLst>
            </p:cNvPr>
            <p:cNvSpPr/>
            <p:nvPr/>
          </p:nvSpPr>
          <p:spPr>
            <a:xfrm>
              <a:off x="2925083" y="116164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2263;p52">
              <a:extLst>
                <a:ext uri="{FF2B5EF4-FFF2-40B4-BE49-F238E27FC236}">
                  <a16:creationId xmlns:a16="http://schemas.microsoft.com/office/drawing/2014/main" id="{CED2FFAB-8D92-51FA-C8CD-E88A673DDB88}"/>
                </a:ext>
              </a:extLst>
            </p:cNvPr>
            <p:cNvSpPr/>
            <p:nvPr/>
          </p:nvSpPr>
          <p:spPr>
            <a:xfrm>
              <a:off x="2925083" y="1321663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2264;p52">
              <a:extLst>
                <a:ext uri="{FF2B5EF4-FFF2-40B4-BE49-F238E27FC236}">
                  <a16:creationId xmlns:a16="http://schemas.microsoft.com/office/drawing/2014/main" id="{D91CF148-12CC-E34C-382A-7AFBBFF36AB0}"/>
                </a:ext>
              </a:extLst>
            </p:cNvPr>
            <p:cNvSpPr/>
            <p:nvPr/>
          </p:nvSpPr>
          <p:spPr>
            <a:xfrm>
              <a:off x="3808058" y="1132807"/>
              <a:ext cx="157093" cy="284558"/>
            </a:xfrm>
            <a:custGeom>
              <a:avLst/>
              <a:gdLst/>
              <a:ahLst/>
              <a:cxnLst/>
              <a:rect l="l" t="t" r="r" b="b"/>
              <a:pathLst>
                <a:path w="3595" h="6512" extrusionOk="0">
                  <a:moveTo>
                    <a:pt x="1" y="0"/>
                  </a:moveTo>
                  <a:lnTo>
                    <a:pt x="12" y="4138"/>
                  </a:lnTo>
                  <a:cubicBezTo>
                    <a:pt x="13" y="4333"/>
                    <a:pt x="81" y="4469"/>
                    <a:pt x="192" y="4535"/>
                  </a:cubicBezTo>
                  <a:lnTo>
                    <a:pt x="3594" y="6511"/>
                  </a:lnTo>
                  <a:cubicBezTo>
                    <a:pt x="3579" y="6502"/>
                    <a:pt x="3566" y="6490"/>
                    <a:pt x="3554" y="6478"/>
                  </a:cubicBezTo>
                  <a:cubicBezTo>
                    <a:pt x="3542" y="6468"/>
                    <a:pt x="3530" y="6461"/>
                    <a:pt x="3519" y="6451"/>
                  </a:cubicBezTo>
                  <a:cubicBezTo>
                    <a:pt x="3506" y="6435"/>
                    <a:pt x="3497" y="6416"/>
                    <a:pt x="3486" y="6398"/>
                  </a:cubicBezTo>
                  <a:cubicBezTo>
                    <a:pt x="3479" y="6385"/>
                    <a:pt x="3470" y="6375"/>
                    <a:pt x="3462" y="6362"/>
                  </a:cubicBezTo>
                  <a:cubicBezTo>
                    <a:pt x="3453" y="6339"/>
                    <a:pt x="3446" y="6315"/>
                    <a:pt x="3440" y="6290"/>
                  </a:cubicBezTo>
                  <a:cubicBezTo>
                    <a:pt x="3436" y="6276"/>
                    <a:pt x="3430" y="6264"/>
                    <a:pt x="3426" y="6250"/>
                  </a:cubicBezTo>
                  <a:cubicBezTo>
                    <a:pt x="3419" y="6208"/>
                    <a:pt x="3414" y="6164"/>
                    <a:pt x="3414" y="6113"/>
                  </a:cubicBezTo>
                  <a:lnTo>
                    <a:pt x="3402" y="197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2265;p52">
              <a:extLst>
                <a:ext uri="{FF2B5EF4-FFF2-40B4-BE49-F238E27FC236}">
                  <a16:creationId xmlns:a16="http://schemas.microsoft.com/office/drawing/2014/main" id="{5EEC3FEC-8574-F9A8-7D5F-813695326CF6}"/>
                </a:ext>
              </a:extLst>
            </p:cNvPr>
            <p:cNvSpPr/>
            <p:nvPr/>
          </p:nvSpPr>
          <p:spPr>
            <a:xfrm>
              <a:off x="3808014" y="1058480"/>
              <a:ext cx="236447" cy="160719"/>
            </a:xfrm>
            <a:custGeom>
              <a:avLst/>
              <a:gdLst/>
              <a:ahLst/>
              <a:cxnLst/>
              <a:rect l="l" t="t" r="r" b="b"/>
              <a:pathLst>
                <a:path w="5411" h="3678" extrusionOk="0">
                  <a:moveTo>
                    <a:pt x="1847" y="0"/>
                  </a:moveTo>
                  <a:cubicBezTo>
                    <a:pt x="1763" y="0"/>
                    <a:pt x="1668" y="27"/>
                    <a:pt x="1569" y="85"/>
                  </a:cubicBezTo>
                  <a:lnTo>
                    <a:pt x="617" y="634"/>
                  </a:lnTo>
                  <a:lnTo>
                    <a:pt x="617" y="635"/>
                  </a:lnTo>
                  <a:cubicBezTo>
                    <a:pt x="276" y="832"/>
                    <a:pt x="0" y="1307"/>
                    <a:pt x="2" y="1701"/>
                  </a:cubicBezTo>
                  <a:lnTo>
                    <a:pt x="3403" y="3678"/>
                  </a:lnTo>
                  <a:cubicBezTo>
                    <a:pt x="3401" y="3286"/>
                    <a:pt x="3677" y="2809"/>
                    <a:pt x="4018" y="2612"/>
                  </a:cubicBezTo>
                  <a:lnTo>
                    <a:pt x="4970" y="2061"/>
                  </a:lnTo>
                  <a:cubicBezTo>
                    <a:pt x="5013" y="2037"/>
                    <a:pt x="5055" y="2018"/>
                    <a:pt x="5096" y="2004"/>
                  </a:cubicBezTo>
                  <a:cubicBezTo>
                    <a:pt x="5109" y="2000"/>
                    <a:pt x="5121" y="2000"/>
                    <a:pt x="5133" y="1995"/>
                  </a:cubicBezTo>
                  <a:cubicBezTo>
                    <a:pt x="5159" y="1989"/>
                    <a:pt x="5187" y="1981"/>
                    <a:pt x="5212" y="1978"/>
                  </a:cubicBezTo>
                  <a:cubicBezTo>
                    <a:pt x="5227" y="1978"/>
                    <a:pt x="5241" y="1980"/>
                    <a:pt x="5255" y="1980"/>
                  </a:cubicBezTo>
                  <a:cubicBezTo>
                    <a:pt x="5276" y="1981"/>
                    <a:pt x="5298" y="1980"/>
                    <a:pt x="5316" y="1983"/>
                  </a:cubicBezTo>
                  <a:cubicBezTo>
                    <a:pt x="5332" y="1987"/>
                    <a:pt x="5344" y="1993"/>
                    <a:pt x="5356" y="2000"/>
                  </a:cubicBezTo>
                  <a:cubicBezTo>
                    <a:pt x="5375" y="2004"/>
                    <a:pt x="5393" y="2009"/>
                    <a:pt x="5410" y="2018"/>
                  </a:cubicBezTo>
                  <a:lnTo>
                    <a:pt x="2009" y="41"/>
                  </a:lnTo>
                  <a:cubicBezTo>
                    <a:pt x="1962" y="14"/>
                    <a:pt x="1907" y="0"/>
                    <a:pt x="184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2266;p52">
              <a:extLst>
                <a:ext uri="{FF2B5EF4-FFF2-40B4-BE49-F238E27FC236}">
                  <a16:creationId xmlns:a16="http://schemas.microsoft.com/office/drawing/2014/main" id="{C31A13FA-715D-DCB7-8EE5-D0073B2BCE19}"/>
                </a:ext>
              </a:extLst>
            </p:cNvPr>
            <p:cNvSpPr/>
            <p:nvPr/>
          </p:nvSpPr>
          <p:spPr>
            <a:xfrm>
              <a:off x="3956626" y="1144868"/>
              <a:ext cx="96309" cy="274202"/>
            </a:xfrm>
            <a:custGeom>
              <a:avLst/>
              <a:gdLst/>
              <a:ahLst/>
              <a:cxnLst/>
              <a:rect l="l" t="t" r="r" b="b"/>
              <a:pathLst>
                <a:path w="2204" h="6275" extrusionOk="0">
                  <a:moveTo>
                    <a:pt x="1820" y="1"/>
                  </a:moveTo>
                  <a:cubicBezTo>
                    <a:pt x="1817" y="1"/>
                    <a:pt x="1814" y="1"/>
                    <a:pt x="1811" y="1"/>
                  </a:cubicBezTo>
                  <a:cubicBezTo>
                    <a:pt x="1786" y="4"/>
                    <a:pt x="1758" y="10"/>
                    <a:pt x="1732" y="18"/>
                  </a:cubicBezTo>
                  <a:cubicBezTo>
                    <a:pt x="1720" y="21"/>
                    <a:pt x="1708" y="23"/>
                    <a:pt x="1695" y="26"/>
                  </a:cubicBezTo>
                  <a:cubicBezTo>
                    <a:pt x="1654" y="40"/>
                    <a:pt x="1614" y="60"/>
                    <a:pt x="1571" y="84"/>
                  </a:cubicBezTo>
                  <a:lnTo>
                    <a:pt x="617" y="633"/>
                  </a:lnTo>
                  <a:cubicBezTo>
                    <a:pt x="276" y="830"/>
                    <a:pt x="0" y="1307"/>
                    <a:pt x="2" y="1701"/>
                  </a:cubicBezTo>
                  <a:lnTo>
                    <a:pt x="14" y="5837"/>
                  </a:lnTo>
                  <a:cubicBezTo>
                    <a:pt x="14" y="5888"/>
                    <a:pt x="19" y="5932"/>
                    <a:pt x="26" y="5972"/>
                  </a:cubicBezTo>
                  <a:cubicBezTo>
                    <a:pt x="30" y="5988"/>
                    <a:pt x="36" y="5999"/>
                    <a:pt x="40" y="6014"/>
                  </a:cubicBezTo>
                  <a:cubicBezTo>
                    <a:pt x="46" y="6039"/>
                    <a:pt x="53" y="6063"/>
                    <a:pt x="62" y="6086"/>
                  </a:cubicBezTo>
                  <a:cubicBezTo>
                    <a:pt x="70" y="6099"/>
                    <a:pt x="79" y="6109"/>
                    <a:pt x="86" y="6122"/>
                  </a:cubicBezTo>
                  <a:cubicBezTo>
                    <a:pt x="97" y="6139"/>
                    <a:pt x="106" y="6159"/>
                    <a:pt x="119" y="6174"/>
                  </a:cubicBezTo>
                  <a:cubicBezTo>
                    <a:pt x="130" y="6185"/>
                    <a:pt x="142" y="6192"/>
                    <a:pt x="154" y="6200"/>
                  </a:cubicBezTo>
                  <a:cubicBezTo>
                    <a:pt x="211" y="6248"/>
                    <a:pt x="282" y="6275"/>
                    <a:pt x="364" y="6275"/>
                  </a:cubicBezTo>
                  <a:cubicBezTo>
                    <a:pt x="445" y="6275"/>
                    <a:pt x="536" y="6248"/>
                    <a:pt x="634" y="6192"/>
                  </a:cubicBezTo>
                  <a:lnTo>
                    <a:pt x="1586" y="5642"/>
                  </a:lnTo>
                  <a:cubicBezTo>
                    <a:pt x="1926" y="5443"/>
                    <a:pt x="2203" y="4966"/>
                    <a:pt x="2201" y="4574"/>
                  </a:cubicBezTo>
                  <a:lnTo>
                    <a:pt x="2189" y="438"/>
                  </a:lnTo>
                  <a:cubicBezTo>
                    <a:pt x="2189" y="241"/>
                    <a:pt x="2120" y="104"/>
                    <a:pt x="2009" y="40"/>
                  </a:cubicBezTo>
                  <a:cubicBezTo>
                    <a:pt x="1992" y="30"/>
                    <a:pt x="1974" y="27"/>
                    <a:pt x="1957" y="21"/>
                  </a:cubicBezTo>
                  <a:cubicBezTo>
                    <a:pt x="1943" y="16"/>
                    <a:pt x="1931" y="10"/>
                    <a:pt x="1915" y="6"/>
                  </a:cubicBezTo>
                  <a:cubicBezTo>
                    <a:pt x="1897" y="3"/>
                    <a:pt x="1875" y="4"/>
                    <a:pt x="1854" y="3"/>
                  </a:cubicBezTo>
                  <a:cubicBezTo>
                    <a:pt x="1843" y="3"/>
                    <a:pt x="1832" y="1"/>
                    <a:pt x="1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2267;p52">
              <a:extLst>
                <a:ext uri="{FF2B5EF4-FFF2-40B4-BE49-F238E27FC236}">
                  <a16:creationId xmlns:a16="http://schemas.microsoft.com/office/drawing/2014/main" id="{07F14484-44D4-4E3F-0618-4B3D2E424310}"/>
                </a:ext>
              </a:extLst>
            </p:cNvPr>
            <p:cNvSpPr/>
            <p:nvPr/>
          </p:nvSpPr>
          <p:spPr>
            <a:xfrm>
              <a:off x="4005959" y="1174537"/>
              <a:ext cx="30282" cy="8390"/>
            </a:xfrm>
            <a:custGeom>
              <a:avLst/>
              <a:gdLst/>
              <a:ahLst/>
              <a:cxnLst/>
              <a:rect l="l" t="t" r="r" b="b"/>
              <a:pathLst>
                <a:path w="693" h="192" extrusionOk="0">
                  <a:moveTo>
                    <a:pt x="682" y="133"/>
                  </a:moveTo>
                  <a:lnTo>
                    <a:pt x="693" y="139"/>
                  </a:lnTo>
                  <a:cubicBezTo>
                    <a:pt x="693" y="137"/>
                    <a:pt x="691" y="137"/>
                    <a:pt x="691" y="137"/>
                  </a:cubicBezTo>
                  <a:cubicBezTo>
                    <a:pt x="688" y="136"/>
                    <a:pt x="685" y="134"/>
                    <a:pt x="682" y="133"/>
                  </a:cubicBezTo>
                  <a:close/>
                  <a:moveTo>
                    <a:pt x="343" y="0"/>
                  </a:moveTo>
                  <a:cubicBezTo>
                    <a:pt x="240" y="0"/>
                    <a:pt x="124" y="34"/>
                    <a:pt x="0" y="105"/>
                  </a:cubicBezTo>
                  <a:lnTo>
                    <a:pt x="151" y="191"/>
                  </a:lnTo>
                  <a:cubicBezTo>
                    <a:pt x="203" y="162"/>
                    <a:pt x="256" y="137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2"/>
                    <a:pt x="419" y="93"/>
                    <a:pt x="448" y="90"/>
                  </a:cubicBezTo>
                  <a:cubicBezTo>
                    <a:pt x="452" y="89"/>
                    <a:pt x="456" y="89"/>
                    <a:pt x="459" y="89"/>
                  </a:cubicBezTo>
                  <a:cubicBezTo>
                    <a:pt x="474" y="89"/>
                    <a:pt x="487" y="91"/>
                    <a:pt x="500" y="91"/>
                  </a:cubicBezTo>
                  <a:cubicBezTo>
                    <a:pt x="526" y="93"/>
                    <a:pt x="554" y="91"/>
                    <a:pt x="579" y="96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6" y="121"/>
                    <a:pt x="665" y="125"/>
                    <a:pt x="682" y="133"/>
                  </a:cubicBezTo>
                  <a:lnTo>
                    <a:pt x="682" y="133"/>
                  </a:lnTo>
                  <a:lnTo>
                    <a:pt x="543" y="51"/>
                  </a:lnTo>
                  <a:cubicBezTo>
                    <a:pt x="485" y="18"/>
                    <a:pt x="418" y="0"/>
                    <a:pt x="343" y="0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2268;p52">
              <a:extLst>
                <a:ext uri="{FF2B5EF4-FFF2-40B4-BE49-F238E27FC236}">
                  <a16:creationId xmlns:a16="http://schemas.microsoft.com/office/drawing/2014/main" id="{A824768F-5515-F261-40EE-738136F7A3B9}"/>
                </a:ext>
              </a:extLst>
            </p:cNvPr>
            <p:cNvSpPr/>
            <p:nvPr/>
          </p:nvSpPr>
          <p:spPr>
            <a:xfrm>
              <a:off x="3972837" y="1179126"/>
              <a:ext cx="39765" cy="82632"/>
            </a:xfrm>
            <a:custGeom>
              <a:avLst/>
              <a:gdLst/>
              <a:ahLst/>
              <a:cxnLst/>
              <a:rect l="l" t="t" r="r" b="b"/>
              <a:pathLst>
                <a:path w="910" h="1891" extrusionOk="0">
                  <a:moveTo>
                    <a:pt x="758" y="0"/>
                  </a:moveTo>
                  <a:cubicBezTo>
                    <a:pt x="338" y="242"/>
                    <a:pt x="0" y="832"/>
                    <a:pt x="2" y="1314"/>
                  </a:cubicBezTo>
                  <a:cubicBezTo>
                    <a:pt x="2" y="1555"/>
                    <a:pt x="86" y="1723"/>
                    <a:pt x="223" y="1803"/>
                  </a:cubicBezTo>
                  <a:lnTo>
                    <a:pt x="372" y="1890"/>
                  </a:lnTo>
                  <a:cubicBezTo>
                    <a:pt x="354" y="1878"/>
                    <a:pt x="338" y="1863"/>
                    <a:pt x="321" y="1847"/>
                  </a:cubicBezTo>
                  <a:cubicBezTo>
                    <a:pt x="308" y="1837"/>
                    <a:pt x="294" y="1827"/>
                    <a:pt x="282" y="1815"/>
                  </a:cubicBezTo>
                  <a:cubicBezTo>
                    <a:pt x="265" y="1797"/>
                    <a:pt x="254" y="1774"/>
                    <a:pt x="240" y="1752"/>
                  </a:cubicBezTo>
                  <a:cubicBezTo>
                    <a:pt x="231" y="1737"/>
                    <a:pt x="218" y="1723"/>
                    <a:pt x="211" y="1706"/>
                  </a:cubicBezTo>
                  <a:cubicBezTo>
                    <a:pt x="198" y="1680"/>
                    <a:pt x="191" y="1646"/>
                    <a:pt x="182" y="1614"/>
                  </a:cubicBezTo>
                  <a:cubicBezTo>
                    <a:pt x="177" y="1598"/>
                    <a:pt x="171" y="1586"/>
                    <a:pt x="166" y="1569"/>
                  </a:cubicBezTo>
                  <a:cubicBezTo>
                    <a:pt x="155" y="1518"/>
                    <a:pt x="151" y="1461"/>
                    <a:pt x="151" y="1401"/>
                  </a:cubicBezTo>
                  <a:cubicBezTo>
                    <a:pt x="149" y="918"/>
                    <a:pt x="489" y="331"/>
                    <a:pt x="909" y="86"/>
                  </a:cubicBezTo>
                  <a:lnTo>
                    <a:pt x="7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2269;p52">
              <a:extLst>
                <a:ext uri="{FF2B5EF4-FFF2-40B4-BE49-F238E27FC236}">
                  <a16:creationId xmlns:a16="http://schemas.microsoft.com/office/drawing/2014/main" id="{64A397B9-AEA6-75C5-A0F0-756B2A8A144A}"/>
                </a:ext>
              </a:extLst>
            </p:cNvPr>
            <p:cNvSpPr/>
            <p:nvPr/>
          </p:nvSpPr>
          <p:spPr>
            <a:xfrm>
              <a:off x="3990490" y="1189525"/>
              <a:ext cx="44484" cy="63230"/>
            </a:xfrm>
            <a:custGeom>
              <a:avLst/>
              <a:gdLst/>
              <a:ahLst/>
              <a:cxnLst/>
              <a:rect l="l" t="t" r="r" b="b"/>
              <a:pathLst>
                <a:path w="1018" h="1447" extrusionOk="0">
                  <a:moveTo>
                    <a:pt x="817" y="0"/>
                  </a:moveTo>
                  <a:cubicBezTo>
                    <a:pt x="807" y="2"/>
                    <a:pt x="797" y="7"/>
                    <a:pt x="787" y="8"/>
                  </a:cubicBezTo>
                  <a:lnTo>
                    <a:pt x="771" y="13"/>
                  </a:lnTo>
                  <a:cubicBezTo>
                    <a:pt x="759" y="16"/>
                    <a:pt x="748" y="17"/>
                    <a:pt x="733" y="22"/>
                  </a:cubicBezTo>
                  <a:cubicBezTo>
                    <a:pt x="700" y="33"/>
                    <a:pt x="667" y="50"/>
                    <a:pt x="633" y="68"/>
                  </a:cubicBezTo>
                  <a:cubicBezTo>
                    <a:pt x="290" y="267"/>
                    <a:pt x="1" y="768"/>
                    <a:pt x="1" y="1162"/>
                  </a:cubicBezTo>
                  <a:cubicBezTo>
                    <a:pt x="1" y="1202"/>
                    <a:pt x="4" y="1237"/>
                    <a:pt x="10" y="1271"/>
                  </a:cubicBezTo>
                  <a:cubicBezTo>
                    <a:pt x="14" y="1283"/>
                    <a:pt x="17" y="1294"/>
                    <a:pt x="22" y="1308"/>
                  </a:cubicBezTo>
                  <a:lnTo>
                    <a:pt x="27" y="1323"/>
                  </a:lnTo>
                  <a:cubicBezTo>
                    <a:pt x="28" y="1334"/>
                    <a:pt x="31" y="1343"/>
                    <a:pt x="34" y="1353"/>
                  </a:cubicBezTo>
                  <a:cubicBezTo>
                    <a:pt x="41" y="1362"/>
                    <a:pt x="47" y="1371"/>
                    <a:pt x="53" y="1380"/>
                  </a:cubicBezTo>
                  <a:lnTo>
                    <a:pt x="65" y="1402"/>
                  </a:lnTo>
                  <a:lnTo>
                    <a:pt x="65" y="1403"/>
                  </a:lnTo>
                  <a:cubicBezTo>
                    <a:pt x="71" y="1408"/>
                    <a:pt x="77" y="1413"/>
                    <a:pt x="82" y="1416"/>
                  </a:cubicBezTo>
                  <a:cubicBezTo>
                    <a:pt x="97" y="1429"/>
                    <a:pt x="124" y="1446"/>
                    <a:pt x="174" y="1446"/>
                  </a:cubicBezTo>
                  <a:cubicBezTo>
                    <a:pt x="216" y="1446"/>
                    <a:pt x="285" y="1434"/>
                    <a:pt x="384" y="1379"/>
                  </a:cubicBezTo>
                  <a:cubicBezTo>
                    <a:pt x="728" y="1180"/>
                    <a:pt x="1017" y="679"/>
                    <a:pt x="1016" y="283"/>
                  </a:cubicBezTo>
                  <a:cubicBezTo>
                    <a:pt x="1016" y="154"/>
                    <a:pt x="982" y="56"/>
                    <a:pt x="925" y="17"/>
                  </a:cubicBezTo>
                  <a:lnTo>
                    <a:pt x="925" y="19"/>
                  </a:lnTo>
                  <a:cubicBezTo>
                    <a:pt x="923" y="19"/>
                    <a:pt x="923" y="19"/>
                    <a:pt x="922" y="17"/>
                  </a:cubicBezTo>
                  <a:lnTo>
                    <a:pt x="897" y="11"/>
                  </a:lnTo>
                  <a:cubicBezTo>
                    <a:pt x="891" y="8"/>
                    <a:pt x="885" y="7"/>
                    <a:pt x="877" y="2"/>
                  </a:cubicBezTo>
                  <a:lnTo>
                    <a:pt x="850" y="2"/>
                  </a:lnTo>
                  <a:cubicBezTo>
                    <a:pt x="839" y="2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2270;p52">
              <a:extLst>
                <a:ext uri="{FF2B5EF4-FFF2-40B4-BE49-F238E27FC236}">
                  <a16:creationId xmlns:a16="http://schemas.microsoft.com/office/drawing/2014/main" id="{C9847A4D-8952-A804-B43F-5C391E82B123}"/>
                </a:ext>
              </a:extLst>
            </p:cNvPr>
            <p:cNvSpPr/>
            <p:nvPr/>
          </p:nvSpPr>
          <p:spPr>
            <a:xfrm>
              <a:off x="3979348" y="1178426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6"/>
                    <a:pt x="1105" y="256"/>
                  </a:cubicBezTo>
                  <a:lnTo>
                    <a:pt x="1132" y="256"/>
                  </a:lnTo>
                  <a:cubicBezTo>
                    <a:pt x="1140" y="261"/>
                    <a:pt x="1146" y="262"/>
                    <a:pt x="1152" y="265"/>
                  </a:cubicBezTo>
                  <a:lnTo>
                    <a:pt x="1177" y="271"/>
                  </a:lnTo>
                  <a:cubicBezTo>
                    <a:pt x="1178" y="273"/>
                    <a:pt x="1180" y="273"/>
                    <a:pt x="1180" y="273"/>
                  </a:cubicBezTo>
                  <a:lnTo>
                    <a:pt x="1180" y="271"/>
                  </a:lnTo>
                  <a:cubicBezTo>
                    <a:pt x="1237" y="310"/>
                    <a:pt x="1271" y="408"/>
                    <a:pt x="1271" y="537"/>
                  </a:cubicBezTo>
                  <a:cubicBezTo>
                    <a:pt x="1272" y="933"/>
                    <a:pt x="983" y="1434"/>
                    <a:pt x="639" y="1633"/>
                  </a:cubicBezTo>
                  <a:cubicBezTo>
                    <a:pt x="542" y="1690"/>
                    <a:pt x="471" y="1700"/>
                    <a:pt x="431" y="1700"/>
                  </a:cubicBezTo>
                  <a:cubicBezTo>
                    <a:pt x="379" y="1700"/>
                    <a:pt x="352" y="1683"/>
                    <a:pt x="337" y="1670"/>
                  </a:cubicBezTo>
                  <a:cubicBezTo>
                    <a:pt x="332" y="1667"/>
                    <a:pt x="326" y="1662"/>
                    <a:pt x="320" y="1657"/>
                  </a:cubicBezTo>
                  <a:lnTo>
                    <a:pt x="320" y="1656"/>
                  </a:lnTo>
                  <a:lnTo>
                    <a:pt x="308" y="1634"/>
                  </a:lnTo>
                  <a:cubicBezTo>
                    <a:pt x="302" y="1625"/>
                    <a:pt x="296" y="1617"/>
                    <a:pt x="291" y="1607"/>
                  </a:cubicBezTo>
                  <a:cubicBezTo>
                    <a:pt x="286" y="1597"/>
                    <a:pt x="285" y="1588"/>
                    <a:pt x="282" y="1577"/>
                  </a:cubicBezTo>
                  <a:lnTo>
                    <a:pt x="277" y="1562"/>
                  </a:lnTo>
                  <a:cubicBezTo>
                    <a:pt x="274" y="1548"/>
                    <a:pt x="269" y="1537"/>
                    <a:pt x="265" y="1525"/>
                  </a:cubicBezTo>
                  <a:cubicBezTo>
                    <a:pt x="259" y="1491"/>
                    <a:pt x="256" y="1456"/>
                    <a:pt x="256" y="1417"/>
                  </a:cubicBezTo>
                  <a:lnTo>
                    <a:pt x="256" y="1417"/>
                  </a:lnTo>
                  <a:cubicBezTo>
                    <a:pt x="256" y="1021"/>
                    <a:pt x="545" y="520"/>
                    <a:pt x="888" y="322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1"/>
                    <a:pt x="1014" y="270"/>
                    <a:pt x="1026" y="267"/>
                  </a:cubicBezTo>
                  <a:lnTo>
                    <a:pt x="1043" y="262"/>
                  </a:lnTo>
                  <a:cubicBezTo>
                    <a:pt x="1052" y="261"/>
                    <a:pt x="1062" y="256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3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48"/>
                    <a:pt x="812" y="73"/>
                    <a:pt x="760" y="102"/>
                  </a:cubicBezTo>
                  <a:cubicBezTo>
                    <a:pt x="339" y="347"/>
                    <a:pt x="0" y="934"/>
                    <a:pt x="2" y="1417"/>
                  </a:cubicBezTo>
                  <a:cubicBezTo>
                    <a:pt x="2" y="1477"/>
                    <a:pt x="6" y="1533"/>
                    <a:pt x="17" y="1585"/>
                  </a:cubicBezTo>
                  <a:cubicBezTo>
                    <a:pt x="22" y="1602"/>
                    <a:pt x="28" y="1614"/>
                    <a:pt x="33" y="1630"/>
                  </a:cubicBezTo>
                  <a:cubicBezTo>
                    <a:pt x="42" y="1662"/>
                    <a:pt x="49" y="1694"/>
                    <a:pt x="62" y="1722"/>
                  </a:cubicBezTo>
                  <a:cubicBezTo>
                    <a:pt x="69" y="1739"/>
                    <a:pt x="82" y="1753"/>
                    <a:pt x="91" y="1768"/>
                  </a:cubicBezTo>
                  <a:cubicBezTo>
                    <a:pt x="105" y="1790"/>
                    <a:pt x="116" y="1813"/>
                    <a:pt x="133" y="1830"/>
                  </a:cubicBezTo>
                  <a:cubicBezTo>
                    <a:pt x="145" y="1843"/>
                    <a:pt x="159" y="1853"/>
                    <a:pt x="172" y="1863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2"/>
                    <a:pt x="765" y="1853"/>
                  </a:cubicBezTo>
                  <a:cubicBezTo>
                    <a:pt x="1185" y="1610"/>
                    <a:pt x="1526" y="1022"/>
                    <a:pt x="1525" y="537"/>
                  </a:cubicBezTo>
                  <a:cubicBezTo>
                    <a:pt x="1525" y="298"/>
                    <a:pt x="1438" y="128"/>
                    <a:pt x="1300" y="48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7"/>
                  </a:cubicBezTo>
                  <a:cubicBezTo>
                    <a:pt x="1163" y="2"/>
                    <a:pt x="1135" y="4"/>
                    <a:pt x="1109" y="2"/>
                  </a:cubicBezTo>
                  <a:cubicBezTo>
                    <a:pt x="1095" y="2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2271;p52">
              <a:extLst>
                <a:ext uri="{FF2B5EF4-FFF2-40B4-BE49-F238E27FC236}">
                  <a16:creationId xmlns:a16="http://schemas.microsoft.com/office/drawing/2014/main" id="{7B22E11E-8918-50B8-FA64-C8B1D34A55CB}"/>
                </a:ext>
              </a:extLst>
            </p:cNvPr>
            <p:cNvSpPr/>
            <p:nvPr/>
          </p:nvSpPr>
          <p:spPr>
            <a:xfrm>
              <a:off x="4005959" y="1287930"/>
              <a:ext cx="30282" cy="8434"/>
            </a:xfrm>
            <a:custGeom>
              <a:avLst/>
              <a:gdLst/>
              <a:ahLst/>
              <a:cxnLst/>
              <a:rect l="l" t="t" r="r" b="b"/>
              <a:pathLst>
                <a:path w="693" h="193" extrusionOk="0">
                  <a:moveTo>
                    <a:pt x="342" y="0"/>
                  </a:moveTo>
                  <a:cubicBezTo>
                    <a:pt x="239" y="0"/>
                    <a:pt x="123" y="34"/>
                    <a:pt x="0" y="105"/>
                  </a:cubicBezTo>
                  <a:lnTo>
                    <a:pt x="151" y="193"/>
                  </a:lnTo>
                  <a:cubicBezTo>
                    <a:pt x="203" y="162"/>
                    <a:pt x="256" y="139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3"/>
                    <a:pt x="419" y="93"/>
                    <a:pt x="448" y="90"/>
                  </a:cubicBezTo>
                  <a:cubicBezTo>
                    <a:pt x="451" y="89"/>
                    <a:pt x="454" y="89"/>
                    <a:pt x="456" y="89"/>
                  </a:cubicBezTo>
                  <a:cubicBezTo>
                    <a:pt x="472" y="89"/>
                    <a:pt x="486" y="93"/>
                    <a:pt x="500" y="93"/>
                  </a:cubicBezTo>
                  <a:cubicBezTo>
                    <a:pt x="526" y="93"/>
                    <a:pt x="554" y="93"/>
                    <a:pt x="579" y="97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9" y="122"/>
                    <a:pt x="673" y="128"/>
                    <a:pt x="691" y="139"/>
                  </a:cubicBezTo>
                  <a:lnTo>
                    <a:pt x="693" y="139"/>
                  </a:lnTo>
                  <a:lnTo>
                    <a:pt x="543" y="53"/>
                  </a:lnTo>
                  <a:cubicBezTo>
                    <a:pt x="485" y="18"/>
                    <a:pt x="417" y="0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2272;p52">
              <a:extLst>
                <a:ext uri="{FF2B5EF4-FFF2-40B4-BE49-F238E27FC236}">
                  <a16:creationId xmlns:a16="http://schemas.microsoft.com/office/drawing/2014/main" id="{1D2289AB-87B5-028E-F283-6E9D3673ABFD}"/>
                </a:ext>
              </a:extLst>
            </p:cNvPr>
            <p:cNvSpPr/>
            <p:nvPr/>
          </p:nvSpPr>
          <p:spPr>
            <a:xfrm>
              <a:off x="3972837" y="1292474"/>
              <a:ext cx="39765" cy="82676"/>
            </a:xfrm>
            <a:custGeom>
              <a:avLst/>
              <a:gdLst/>
              <a:ahLst/>
              <a:cxnLst/>
              <a:rect l="l" t="t" r="r" b="b"/>
              <a:pathLst>
                <a:path w="910" h="1892" extrusionOk="0">
                  <a:moveTo>
                    <a:pt x="758" y="1"/>
                  </a:moveTo>
                  <a:cubicBezTo>
                    <a:pt x="338" y="244"/>
                    <a:pt x="0" y="833"/>
                    <a:pt x="2" y="1316"/>
                  </a:cubicBezTo>
                  <a:cubicBezTo>
                    <a:pt x="2" y="1556"/>
                    <a:pt x="86" y="1725"/>
                    <a:pt x="223" y="1805"/>
                  </a:cubicBezTo>
                  <a:lnTo>
                    <a:pt x="372" y="1891"/>
                  </a:lnTo>
                  <a:cubicBezTo>
                    <a:pt x="354" y="1881"/>
                    <a:pt x="338" y="1864"/>
                    <a:pt x="321" y="1850"/>
                  </a:cubicBezTo>
                  <a:cubicBezTo>
                    <a:pt x="308" y="1839"/>
                    <a:pt x="294" y="1830"/>
                    <a:pt x="282" y="1816"/>
                  </a:cubicBezTo>
                  <a:cubicBezTo>
                    <a:pt x="265" y="1799"/>
                    <a:pt x="254" y="1775"/>
                    <a:pt x="240" y="1755"/>
                  </a:cubicBezTo>
                  <a:cubicBezTo>
                    <a:pt x="231" y="1739"/>
                    <a:pt x="218" y="1725"/>
                    <a:pt x="211" y="1708"/>
                  </a:cubicBezTo>
                  <a:cubicBezTo>
                    <a:pt x="198" y="1681"/>
                    <a:pt x="191" y="1648"/>
                    <a:pt x="182" y="1616"/>
                  </a:cubicBezTo>
                  <a:cubicBezTo>
                    <a:pt x="177" y="1601"/>
                    <a:pt x="171" y="1588"/>
                    <a:pt x="166" y="1571"/>
                  </a:cubicBezTo>
                  <a:cubicBezTo>
                    <a:pt x="155" y="1519"/>
                    <a:pt x="151" y="1464"/>
                    <a:pt x="151" y="1404"/>
                  </a:cubicBezTo>
                  <a:cubicBezTo>
                    <a:pt x="149" y="921"/>
                    <a:pt x="489" y="332"/>
                    <a:pt x="909" y="89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2273;p52">
              <a:extLst>
                <a:ext uri="{FF2B5EF4-FFF2-40B4-BE49-F238E27FC236}">
                  <a16:creationId xmlns:a16="http://schemas.microsoft.com/office/drawing/2014/main" id="{BF920E29-80C2-41DC-36D3-EBA74B8EDB89}"/>
                </a:ext>
              </a:extLst>
            </p:cNvPr>
            <p:cNvSpPr/>
            <p:nvPr/>
          </p:nvSpPr>
          <p:spPr>
            <a:xfrm>
              <a:off x="3990490" y="1302918"/>
              <a:ext cx="44484" cy="63361"/>
            </a:xfrm>
            <a:custGeom>
              <a:avLst/>
              <a:gdLst/>
              <a:ahLst/>
              <a:cxnLst/>
              <a:rect l="l" t="t" r="r" b="b"/>
              <a:pathLst>
                <a:path w="1018" h="1450" extrusionOk="0">
                  <a:moveTo>
                    <a:pt x="817" y="0"/>
                  </a:moveTo>
                  <a:cubicBezTo>
                    <a:pt x="807" y="3"/>
                    <a:pt x="797" y="7"/>
                    <a:pt x="787" y="10"/>
                  </a:cubicBezTo>
                  <a:lnTo>
                    <a:pt x="771" y="13"/>
                  </a:lnTo>
                  <a:cubicBezTo>
                    <a:pt x="759" y="17"/>
                    <a:pt x="748" y="19"/>
                    <a:pt x="733" y="22"/>
                  </a:cubicBezTo>
                  <a:cubicBezTo>
                    <a:pt x="700" y="33"/>
                    <a:pt x="667" y="50"/>
                    <a:pt x="633" y="70"/>
                  </a:cubicBezTo>
                  <a:cubicBezTo>
                    <a:pt x="290" y="268"/>
                    <a:pt x="1" y="768"/>
                    <a:pt x="1" y="1165"/>
                  </a:cubicBezTo>
                  <a:cubicBezTo>
                    <a:pt x="1" y="1203"/>
                    <a:pt x="4" y="1239"/>
                    <a:pt x="10" y="1272"/>
                  </a:cubicBezTo>
                  <a:cubicBezTo>
                    <a:pt x="14" y="1285"/>
                    <a:pt x="17" y="1296"/>
                    <a:pt x="22" y="1308"/>
                  </a:cubicBezTo>
                  <a:lnTo>
                    <a:pt x="27" y="1323"/>
                  </a:lnTo>
                  <a:cubicBezTo>
                    <a:pt x="28" y="1336"/>
                    <a:pt x="31" y="1345"/>
                    <a:pt x="34" y="1354"/>
                  </a:cubicBezTo>
                  <a:cubicBezTo>
                    <a:pt x="41" y="1362"/>
                    <a:pt x="47" y="1372"/>
                    <a:pt x="53" y="1380"/>
                  </a:cubicBezTo>
                  <a:lnTo>
                    <a:pt x="65" y="1403"/>
                  </a:lnTo>
                  <a:lnTo>
                    <a:pt x="65" y="1405"/>
                  </a:lnTo>
                  <a:cubicBezTo>
                    <a:pt x="71" y="1408"/>
                    <a:pt x="77" y="1412"/>
                    <a:pt x="82" y="1417"/>
                  </a:cubicBezTo>
                  <a:cubicBezTo>
                    <a:pt x="97" y="1429"/>
                    <a:pt x="124" y="1449"/>
                    <a:pt x="174" y="1449"/>
                  </a:cubicBezTo>
                  <a:cubicBezTo>
                    <a:pt x="216" y="1449"/>
                    <a:pt x="285" y="1437"/>
                    <a:pt x="384" y="1379"/>
                  </a:cubicBezTo>
                  <a:cubicBezTo>
                    <a:pt x="728" y="1182"/>
                    <a:pt x="1017" y="680"/>
                    <a:pt x="1016" y="287"/>
                  </a:cubicBezTo>
                  <a:cubicBezTo>
                    <a:pt x="1016" y="156"/>
                    <a:pt x="982" y="57"/>
                    <a:pt x="925" y="20"/>
                  </a:cubicBezTo>
                  <a:cubicBezTo>
                    <a:pt x="923" y="20"/>
                    <a:pt x="923" y="20"/>
                    <a:pt x="922" y="19"/>
                  </a:cubicBezTo>
                  <a:lnTo>
                    <a:pt x="897" y="13"/>
                  </a:lnTo>
                  <a:cubicBezTo>
                    <a:pt x="891" y="10"/>
                    <a:pt x="885" y="7"/>
                    <a:pt x="877" y="3"/>
                  </a:cubicBezTo>
                  <a:lnTo>
                    <a:pt x="850" y="3"/>
                  </a:lnTo>
                  <a:cubicBezTo>
                    <a:pt x="839" y="3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2274;p52">
              <a:extLst>
                <a:ext uri="{FF2B5EF4-FFF2-40B4-BE49-F238E27FC236}">
                  <a16:creationId xmlns:a16="http://schemas.microsoft.com/office/drawing/2014/main" id="{06D13598-AEA4-2A2C-40F8-C4A4A6AC6D10}"/>
                </a:ext>
              </a:extLst>
            </p:cNvPr>
            <p:cNvSpPr/>
            <p:nvPr/>
          </p:nvSpPr>
          <p:spPr>
            <a:xfrm>
              <a:off x="3979348" y="1291819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7"/>
                    <a:pt x="1105" y="257"/>
                  </a:cubicBezTo>
                  <a:lnTo>
                    <a:pt x="1132" y="257"/>
                  </a:lnTo>
                  <a:cubicBezTo>
                    <a:pt x="1140" y="261"/>
                    <a:pt x="1146" y="264"/>
                    <a:pt x="1152" y="267"/>
                  </a:cubicBezTo>
                  <a:lnTo>
                    <a:pt x="1177" y="273"/>
                  </a:lnTo>
                  <a:cubicBezTo>
                    <a:pt x="1178" y="274"/>
                    <a:pt x="1180" y="274"/>
                    <a:pt x="1180" y="274"/>
                  </a:cubicBezTo>
                  <a:cubicBezTo>
                    <a:pt x="1237" y="311"/>
                    <a:pt x="1271" y="410"/>
                    <a:pt x="1271" y="541"/>
                  </a:cubicBezTo>
                  <a:cubicBezTo>
                    <a:pt x="1272" y="934"/>
                    <a:pt x="983" y="1436"/>
                    <a:pt x="639" y="1633"/>
                  </a:cubicBezTo>
                  <a:cubicBezTo>
                    <a:pt x="542" y="1691"/>
                    <a:pt x="471" y="1703"/>
                    <a:pt x="431" y="1703"/>
                  </a:cubicBezTo>
                  <a:cubicBezTo>
                    <a:pt x="379" y="1703"/>
                    <a:pt x="352" y="1683"/>
                    <a:pt x="337" y="1671"/>
                  </a:cubicBezTo>
                  <a:cubicBezTo>
                    <a:pt x="332" y="1666"/>
                    <a:pt x="326" y="1662"/>
                    <a:pt x="320" y="1659"/>
                  </a:cubicBezTo>
                  <a:lnTo>
                    <a:pt x="320" y="1657"/>
                  </a:lnTo>
                  <a:lnTo>
                    <a:pt x="308" y="1634"/>
                  </a:lnTo>
                  <a:cubicBezTo>
                    <a:pt x="302" y="1626"/>
                    <a:pt x="296" y="1616"/>
                    <a:pt x="291" y="1608"/>
                  </a:cubicBezTo>
                  <a:cubicBezTo>
                    <a:pt x="286" y="1599"/>
                    <a:pt x="285" y="1590"/>
                    <a:pt x="282" y="1577"/>
                  </a:cubicBezTo>
                  <a:lnTo>
                    <a:pt x="277" y="1562"/>
                  </a:lnTo>
                  <a:cubicBezTo>
                    <a:pt x="274" y="1550"/>
                    <a:pt x="269" y="1539"/>
                    <a:pt x="265" y="1526"/>
                  </a:cubicBezTo>
                  <a:cubicBezTo>
                    <a:pt x="259" y="1493"/>
                    <a:pt x="256" y="1457"/>
                    <a:pt x="256" y="1419"/>
                  </a:cubicBezTo>
                  <a:cubicBezTo>
                    <a:pt x="256" y="1022"/>
                    <a:pt x="545" y="521"/>
                    <a:pt x="888" y="324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3"/>
                    <a:pt x="1014" y="271"/>
                    <a:pt x="1026" y="267"/>
                  </a:cubicBezTo>
                  <a:lnTo>
                    <a:pt x="1043" y="264"/>
                  </a:lnTo>
                  <a:cubicBezTo>
                    <a:pt x="1052" y="261"/>
                    <a:pt x="1062" y="257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4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50"/>
                    <a:pt x="812" y="73"/>
                    <a:pt x="760" y="104"/>
                  </a:cubicBezTo>
                  <a:cubicBezTo>
                    <a:pt x="339" y="347"/>
                    <a:pt x="0" y="936"/>
                    <a:pt x="2" y="1419"/>
                  </a:cubicBezTo>
                  <a:cubicBezTo>
                    <a:pt x="2" y="1479"/>
                    <a:pt x="6" y="1534"/>
                    <a:pt x="17" y="1586"/>
                  </a:cubicBezTo>
                  <a:cubicBezTo>
                    <a:pt x="22" y="1603"/>
                    <a:pt x="28" y="1616"/>
                    <a:pt x="33" y="1631"/>
                  </a:cubicBezTo>
                  <a:cubicBezTo>
                    <a:pt x="42" y="1663"/>
                    <a:pt x="49" y="1696"/>
                    <a:pt x="62" y="1723"/>
                  </a:cubicBezTo>
                  <a:cubicBezTo>
                    <a:pt x="69" y="1740"/>
                    <a:pt x="82" y="1754"/>
                    <a:pt x="91" y="1770"/>
                  </a:cubicBezTo>
                  <a:cubicBezTo>
                    <a:pt x="105" y="1790"/>
                    <a:pt x="116" y="1814"/>
                    <a:pt x="133" y="1831"/>
                  </a:cubicBezTo>
                  <a:cubicBezTo>
                    <a:pt x="145" y="1845"/>
                    <a:pt x="159" y="1854"/>
                    <a:pt x="172" y="1865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3"/>
                    <a:pt x="765" y="1854"/>
                  </a:cubicBezTo>
                  <a:cubicBezTo>
                    <a:pt x="1185" y="1611"/>
                    <a:pt x="1526" y="1022"/>
                    <a:pt x="1525" y="539"/>
                  </a:cubicBezTo>
                  <a:cubicBezTo>
                    <a:pt x="1525" y="297"/>
                    <a:pt x="1438" y="128"/>
                    <a:pt x="1300" y="50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8"/>
                  </a:cubicBezTo>
                  <a:cubicBezTo>
                    <a:pt x="1163" y="4"/>
                    <a:pt x="1135" y="4"/>
                    <a:pt x="1109" y="4"/>
                  </a:cubicBezTo>
                  <a:cubicBezTo>
                    <a:pt x="1095" y="4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2275;p52">
              <a:extLst>
                <a:ext uri="{FF2B5EF4-FFF2-40B4-BE49-F238E27FC236}">
                  <a16:creationId xmlns:a16="http://schemas.microsoft.com/office/drawing/2014/main" id="{2B7B0BE9-F3CF-4E3F-4ECB-D759B4290500}"/>
                </a:ext>
              </a:extLst>
            </p:cNvPr>
            <p:cNvSpPr/>
            <p:nvPr/>
          </p:nvSpPr>
          <p:spPr>
            <a:xfrm>
              <a:off x="3796172" y="1320658"/>
              <a:ext cx="27136" cy="34783"/>
            </a:xfrm>
            <a:custGeom>
              <a:avLst/>
              <a:gdLst/>
              <a:ahLst/>
              <a:cxnLst/>
              <a:rect l="l" t="t" r="r" b="b"/>
              <a:pathLst>
                <a:path w="621" h="796" extrusionOk="0">
                  <a:moveTo>
                    <a:pt x="191" y="0"/>
                  </a:moveTo>
                  <a:cubicBezTo>
                    <a:pt x="184" y="0"/>
                    <a:pt x="177" y="2"/>
                    <a:pt x="170" y="2"/>
                  </a:cubicBezTo>
                  <a:cubicBezTo>
                    <a:pt x="159" y="2"/>
                    <a:pt x="148" y="2"/>
                    <a:pt x="139" y="4"/>
                  </a:cubicBezTo>
                  <a:cubicBezTo>
                    <a:pt x="131" y="5"/>
                    <a:pt x="125" y="10"/>
                    <a:pt x="119" y="11"/>
                  </a:cubicBezTo>
                  <a:cubicBezTo>
                    <a:pt x="111" y="14"/>
                    <a:pt x="101" y="17"/>
                    <a:pt x="93" y="22"/>
                  </a:cubicBezTo>
                  <a:cubicBezTo>
                    <a:pt x="36" y="53"/>
                    <a:pt x="2" y="122"/>
                    <a:pt x="2" y="220"/>
                  </a:cubicBezTo>
                  <a:cubicBezTo>
                    <a:pt x="1" y="417"/>
                    <a:pt x="139" y="657"/>
                    <a:pt x="308" y="754"/>
                  </a:cubicBezTo>
                  <a:cubicBezTo>
                    <a:pt x="357" y="783"/>
                    <a:pt x="404" y="796"/>
                    <a:pt x="445" y="796"/>
                  </a:cubicBezTo>
                  <a:cubicBezTo>
                    <a:pt x="486" y="796"/>
                    <a:pt x="522" y="783"/>
                    <a:pt x="551" y="759"/>
                  </a:cubicBezTo>
                  <a:cubicBezTo>
                    <a:pt x="556" y="754"/>
                    <a:pt x="562" y="751"/>
                    <a:pt x="567" y="745"/>
                  </a:cubicBezTo>
                  <a:cubicBezTo>
                    <a:pt x="574" y="739"/>
                    <a:pt x="579" y="728"/>
                    <a:pt x="584" y="719"/>
                  </a:cubicBezTo>
                  <a:cubicBezTo>
                    <a:pt x="588" y="714"/>
                    <a:pt x="593" y="708"/>
                    <a:pt x="596" y="702"/>
                  </a:cubicBezTo>
                  <a:cubicBezTo>
                    <a:pt x="602" y="691"/>
                    <a:pt x="604" y="676"/>
                    <a:pt x="608" y="663"/>
                  </a:cubicBezTo>
                  <a:cubicBezTo>
                    <a:pt x="610" y="657"/>
                    <a:pt x="613" y="651"/>
                    <a:pt x="614" y="645"/>
                  </a:cubicBezTo>
                  <a:cubicBezTo>
                    <a:pt x="617" y="623"/>
                    <a:pt x="620" y="602"/>
                    <a:pt x="620" y="577"/>
                  </a:cubicBezTo>
                  <a:cubicBezTo>
                    <a:pt x="620" y="380"/>
                    <a:pt x="482" y="140"/>
                    <a:pt x="311" y="40"/>
                  </a:cubicBezTo>
                  <a:cubicBezTo>
                    <a:pt x="290" y="30"/>
                    <a:pt x="270" y="20"/>
                    <a:pt x="250" y="13"/>
                  </a:cubicBezTo>
                  <a:cubicBezTo>
                    <a:pt x="242" y="11"/>
                    <a:pt x="236" y="11"/>
                    <a:pt x="230" y="10"/>
                  </a:cubicBezTo>
                  <a:cubicBezTo>
                    <a:pt x="216" y="5"/>
                    <a:pt x="202" y="2"/>
                    <a:pt x="19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2276;p52">
              <a:extLst>
                <a:ext uri="{FF2B5EF4-FFF2-40B4-BE49-F238E27FC236}">
                  <a16:creationId xmlns:a16="http://schemas.microsoft.com/office/drawing/2014/main" id="{5AAFB1F4-7DA4-6D18-D171-8E16055185F1}"/>
                </a:ext>
              </a:extLst>
            </p:cNvPr>
            <p:cNvSpPr/>
            <p:nvPr/>
          </p:nvSpPr>
          <p:spPr>
            <a:xfrm rot="-5400000">
              <a:off x="3353950" y="1319338"/>
              <a:ext cx="237781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2277;p52">
              <a:extLst>
                <a:ext uri="{FF2B5EF4-FFF2-40B4-BE49-F238E27FC236}">
                  <a16:creationId xmlns:a16="http://schemas.microsoft.com/office/drawing/2014/main" id="{3D3881E2-AD09-97A3-FABC-B01416156EF1}"/>
                </a:ext>
              </a:extLst>
            </p:cNvPr>
            <p:cNvSpPr/>
            <p:nvPr/>
          </p:nvSpPr>
          <p:spPr>
            <a:xfrm>
              <a:off x="3079604" y="1429847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2278;p52">
              <a:extLst>
                <a:ext uri="{FF2B5EF4-FFF2-40B4-BE49-F238E27FC236}">
                  <a16:creationId xmlns:a16="http://schemas.microsoft.com/office/drawing/2014/main" id="{9EBF2DAF-C95D-54CF-F7A4-F39AC5BBDDA9}"/>
                </a:ext>
              </a:extLst>
            </p:cNvPr>
            <p:cNvSpPr/>
            <p:nvPr/>
          </p:nvSpPr>
          <p:spPr>
            <a:xfrm>
              <a:off x="3435031" y="1450996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2279;p52">
              <a:extLst>
                <a:ext uri="{FF2B5EF4-FFF2-40B4-BE49-F238E27FC236}">
                  <a16:creationId xmlns:a16="http://schemas.microsoft.com/office/drawing/2014/main" id="{5E5B55BF-E81B-63B6-5198-9D3F5F5B6BC1}"/>
                </a:ext>
              </a:extLst>
            </p:cNvPr>
            <p:cNvSpPr/>
            <p:nvPr/>
          </p:nvSpPr>
          <p:spPr>
            <a:xfrm>
              <a:off x="3114168" y="1203193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2280;p52">
              <a:extLst>
                <a:ext uri="{FF2B5EF4-FFF2-40B4-BE49-F238E27FC236}">
                  <a16:creationId xmlns:a16="http://schemas.microsoft.com/office/drawing/2014/main" id="{3085E77C-C25B-EBF0-F953-0BFA2A68D50B}"/>
                </a:ext>
              </a:extLst>
            </p:cNvPr>
            <p:cNvSpPr/>
            <p:nvPr/>
          </p:nvSpPr>
          <p:spPr>
            <a:xfrm>
              <a:off x="3077506" y="1203368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2281;p52">
              <a:extLst>
                <a:ext uri="{FF2B5EF4-FFF2-40B4-BE49-F238E27FC236}">
                  <a16:creationId xmlns:a16="http://schemas.microsoft.com/office/drawing/2014/main" id="{5090A135-8234-8F92-9472-0EAEA5D1C711}"/>
                </a:ext>
              </a:extLst>
            </p:cNvPr>
            <p:cNvSpPr/>
            <p:nvPr/>
          </p:nvSpPr>
          <p:spPr>
            <a:xfrm>
              <a:off x="3461860" y="1414247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2282;p52">
              <a:extLst>
                <a:ext uri="{FF2B5EF4-FFF2-40B4-BE49-F238E27FC236}">
                  <a16:creationId xmlns:a16="http://schemas.microsoft.com/office/drawing/2014/main" id="{B65DC9D1-0DF2-594E-38DF-F17CFF7E489D}"/>
                </a:ext>
              </a:extLst>
            </p:cNvPr>
            <p:cNvSpPr/>
            <p:nvPr/>
          </p:nvSpPr>
          <p:spPr>
            <a:xfrm>
              <a:off x="3423189" y="1410533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2283;p52">
              <a:extLst>
                <a:ext uri="{FF2B5EF4-FFF2-40B4-BE49-F238E27FC236}">
                  <a16:creationId xmlns:a16="http://schemas.microsoft.com/office/drawing/2014/main" id="{D4734301-A82D-0223-B0BF-722D0F0577A7}"/>
                </a:ext>
              </a:extLst>
            </p:cNvPr>
            <p:cNvSpPr/>
            <p:nvPr/>
          </p:nvSpPr>
          <p:spPr>
            <a:xfrm>
              <a:off x="3426160" y="1387243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2284;p52">
              <a:extLst>
                <a:ext uri="{FF2B5EF4-FFF2-40B4-BE49-F238E27FC236}">
                  <a16:creationId xmlns:a16="http://schemas.microsoft.com/office/drawing/2014/main" id="{4B9786FB-D80C-C057-038E-B4F68D4CC221}"/>
                </a:ext>
              </a:extLst>
            </p:cNvPr>
            <p:cNvSpPr/>
            <p:nvPr/>
          </p:nvSpPr>
          <p:spPr>
            <a:xfrm>
              <a:off x="3422621" y="1383791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2285;p52">
              <a:extLst>
                <a:ext uri="{FF2B5EF4-FFF2-40B4-BE49-F238E27FC236}">
                  <a16:creationId xmlns:a16="http://schemas.microsoft.com/office/drawing/2014/main" id="{9D96DBDB-4212-4EAB-4028-949E69F06C73}"/>
                </a:ext>
              </a:extLst>
            </p:cNvPr>
            <p:cNvSpPr/>
            <p:nvPr/>
          </p:nvSpPr>
          <p:spPr>
            <a:xfrm>
              <a:off x="3488253" y="1259125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2286;p52">
              <a:extLst>
                <a:ext uri="{FF2B5EF4-FFF2-40B4-BE49-F238E27FC236}">
                  <a16:creationId xmlns:a16="http://schemas.microsoft.com/office/drawing/2014/main" id="{74620452-1DBE-A2CA-8A62-09038A5AA76D}"/>
                </a:ext>
              </a:extLst>
            </p:cNvPr>
            <p:cNvSpPr/>
            <p:nvPr/>
          </p:nvSpPr>
          <p:spPr>
            <a:xfrm>
              <a:off x="3477241" y="1198343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2287;p52">
              <a:extLst>
                <a:ext uri="{FF2B5EF4-FFF2-40B4-BE49-F238E27FC236}">
                  <a16:creationId xmlns:a16="http://schemas.microsoft.com/office/drawing/2014/main" id="{5FD27D86-0411-85CA-A195-4A369236C042}"/>
                </a:ext>
              </a:extLst>
            </p:cNvPr>
            <p:cNvSpPr/>
            <p:nvPr/>
          </p:nvSpPr>
          <p:spPr>
            <a:xfrm>
              <a:off x="3449756" y="1322572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2288;p52">
              <a:extLst>
                <a:ext uri="{FF2B5EF4-FFF2-40B4-BE49-F238E27FC236}">
                  <a16:creationId xmlns:a16="http://schemas.microsoft.com/office/drawing/2014/main" id="{C6F95381-986C-FBB2-CA29-61905582F581}"/>
                </a:ext>
              </a:extLst>
            </p:cNvPr>
            <p:cNvSpPr/>
            <p:nvPr/>
          </p:nvSpPr>
          <p:spPr>
            <a:xfrm>
              <a:off x="3449887" y="1310337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2289;p52">
              <a:extLst>
                <a:ext uri="{FF2B5EF4-FFF2-40B4-BE49-F238E27FC236}">
                  <a16:creationId xmlns:a16="http://schemas.microsoft.com/office/drawing/2014/main" id="{FD94B338-D674-00BB-6F6E-08911F95C679}"/>
                </a:ext>
              </a:extLst>
            </p:cNvPr>
            <p:cNvSpPr/>
            <p:nvPr/>
          </p:nvSpPr>
          <p:spPr>
            <a:xfrm>
              <a:off x="3452247" y="1312347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2290;p52">
              <a:extLst>
                <a:ext uri="{FF2B5EF4-FFF2-40B4-BE49-F238E27FC236}">
                  <a16:creationId xmlns:a16="http://schemas.microsoft.com/office/drawing/2014/main" id="{AC6A7B88-4186-93AB-AE9F-817EFB777735}"/>
                </a:ext>
              </a:extLst>
            </p:cNvPr>
            <p:cNvSpPr/>
            <p:nvPr/>
          </p:nvSpPr>
          <p:spPr>
            <a:xfrm>
              <a:off x="3445168" y="1350669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2291;p52">
              <a:extLst>
                <a:ext uri="{FF2B5EF4-FFF2-40B4-BE49-F238E27FC236}">
                  <a16:creationId xmlns:a16="http://schemas.microsoft.com/office/drawing/2014/main" id="{E5C7CD9C-C34A-D43E-3B1F-90E3341D64AE}"/>
                </a:ext>
              </a:extLst>
            </p:cNvPr>
            <p:cNvSpPr/>
            <p:nvPr/>
          </p:nvSpPr>
          <p:spPr>
            <a:xfrm>
              <a:off x="3414406" y="1391350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2292;p52">
              <a:extLst>
                <a:ext uri="{FF2B5EF4-FFF2-40B4-BE49-F238E27FC236}">
                  <a16:creationId xmlns:a16="http://schemas.microsoft.com/office/drawing/2014/main" id="{0127CC5E-84CB-3E83-07ED-B535CEB75529}"/>
                </a:ext>
              </a:extLst>
            </p:cNvPr>
            <p:cNvSpPr/>
            <p:nvPr/>
          </p:nvSpPr>
          <p:spPr>
            <a:xfrm>
              <a:off x="3250675" y="1410139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2293;p52">
              <a:extLst>
                <a:ext uri="{FF2B5EF4-FFF2-40B4-BE49-F238E27FC236}">
                  <a16:creationId xmlns:a16="http://schemas.microsoft.com/office/drawing/2014/main" id="{22454BFF-7C4C-BBDB-D2C9-1B0ADAC5EF2E}"/>
                </a:ext>
              </a:extLst>
            </p:cNvPr>
            <p:cNvSpPr/>
            <p:nvPr/>
          </p:nvSpPr>
          <p:spPr>
            <a:xfrm>
              <a:off x="3228958" y="1467600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2294;p52">
              <a:extLst>
                <a:ext uri="{FF2B5EF4-FFF2-40B4-BE49-F238E27FC236}">
                  <a16:creationId xmlns:a16="http://schemas.microsoft.com/office/drawing/2014/main" id="{7A1DF693-71BE-C1A8-6A6F-E5AABCB78FF8}"/>
                </a:ext>
              </a:extLst>
            </p:cNvPr>
            <p:cNvSpPr/>
            <p:nvPr/>
          </p:nvSpPr>
          <p:spPr>
            <a:xfrm>
              <a:off x="3229046" y="1330481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2295;p52">
              <a:extLst>
                <a:ext uri="{FF2B5EF4-FFF2-40B4-BE49-F238E27FC236}">
                  <a16:creationId xmlns:a16="http://schemas.microsoft.com/office/drawing/2014/main" id="{33F73663-8580-E4F3-7055-DD274DE5DAD0}"/>
                </a:ext>
              </a:extLst>
            </p:cNvPr>
            <p:cNvSpPr/>
            <p:nvPr/>
          </p:nvSpPr>
          <p:spPr>
            <a:xfrm>
              <a:off x="3461860" y="1480272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2296;p52">
              <a:extLst>
                <a:ext uri="{FF2B5EF4-FFF2-40B4-BE49-F238E27FC236}">
                  <a16:creationId xmlns:a16="http://schemas.microsoft.com/office/drawing/2014/main" id="{5EBD09DB-D6CC-9DB0-3270-3F31808889A5}"/>
                </a:ext>
              </a:extLst>
            </p:cNvPr>
            <p:cNvSpPr/>
            <p:nvPr/>
          </p:nvSpPr>
          <p:spPr>
            <a:xfrm>
              <a:off x="3461860" y="1640289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2297;p52">
              <a:extLst>
                <a:ext uri="{FF2B5EF4-FFF2-40B4-BE49-F238E27FC236}">
                  <a16:creationId xmlns:a16="http://schemas.microsoft.com/office/drawing/2014/main" id="{2B6920CA-A5E1-F6EC-BB6E-93C9CE284693}"/>
                </a:ext>
              </a:extLst>
            </p:cNvPr>
            <p:cNvSpPr/>
            <p:nvPr/>
          </p:nvSpPr>
          <p:spPr>
            <a:xfrm>
              <a:off x="3800149" y="1279802"/>
              <a:ext cx="96353" cy="74854"/>
            </a:xfrm>
            <a:custGeom>
              <a:avLst/>
              <a:gdLst/>
              <a:ahLst/>
              <a:cxnLst/>
              <a:rect l="l" t="t" r="r" b="b"/>
              <a:pathLst>
                <a:path w="2205" h="1713" extrusionOk="0">
                  <a:moveTo>
                    <a:pt x="1757" y="0"/>
                  </a:moveTo>
                  <a:cubicBezTo>
                    <a:pt x="1727" y="0"/>
                    <a:pt x="1699" y="8"/>
                    <a:pt x="1675" y="22"/>
                  </a:cubicBezTo>
                  <a:lnTo>
                    <a:pt x="0" y="957"/>
                  </a:lnTo>
                  <a:cubicBezTo>
                    <a:pt x="10" y="952"/>
                    <a:pt x="19" y="949"/>
                    <a:pt x="28" y="946"/>
                  </a:cubicBezTo>
                  <a:cubicBezTo>
                    <a:pt x="34" y="945"/>
                    <a:pt x="40" y="940"/>
                    <a:pt x="48" y="939"/>
                  </a:cubicBezTo>
                  <a:cubicBezTo>
                    <a:pt x="57" y="937"/>
                    <a:pt x="68" y="937"/>
                    <a:pt x="79" y="937"/>
                  </a:cubicBezTo>
                  <a:cubicBezTo>
                    <a:pt x="83" y="937"/>
                    <a:pt x="88" y="936"/>
                    <a:pt x="93" y="936"/>
                  </a:cubicBezTo>
                  <a:cubicBezTo>
                    <a:pt x="95" y="936"/>
                    <a:pt x="98" y="937"/>
                    <a:pt x="100" y="937"/>
                  </a:cubicBezTo>
                  <a:cubicBezTo>
                    <a:pt x="111" y="937"/>
                    <a:pt x="125" y="942"/>
                    <a:pt x="137" y="945"/>
                  </a:cubicBezTo>
                  <a:cubicBezTo>
                    <a:pt x="145" y="946"/>
                    <a:pt x="151" y="946"/>
                    <a:pt x="157" y="948"/>
                  </a:cubicBezTo>
                  <a:cubicBezTo>
                    <a:pt x="179" y="955"/>
                    <a:pt x="199" y="965"/>
                    <a:pt x="220" y="977"/>
                  </a:cubicBezTo>
                  <a:cubicBezTo>
                    <a:pt x="391" y="1075"/>
                    <a:pt x="529" y="1315"/>
                    <a:pt x="528" y="1512"/>
                  </a:cubicBezTo>
                  <a:cubicBezTo>
                    <a:pt x="528" y="1537"/>
                    <a:pt x="526" y="1560"/>
                    <a:pt x="522" y="1580"/>
                  </a:cubicBezTo>
                  <a:cubicBezTo>
                    <a:pt x="520" y="1586"/>
                    <a:pt x="517" y="1592"/>
                    <a:pt x="517" y="1598"/>
                  </a:cubicBezTo>
                  <a:cubicBezTo>
                    <a:pt x="513" y="1611"/>
                    <a:pt x="509" y="1626"/>
                    <a:pt x="503" y="1637"/>
                  </a:cubicBezTo>
                  <a:cubicBezTo>
                    <a:pt x="500" y="1645"/>
                    <a:pt x="496" y="1649"/>
                    <a:pt x="493" y="1655"/>
                  </a:cubicBezTo>
                  <a:cubicBezTo>
                    <a:pt x="488" y="1663"/>
                    <a:pt x="482" y="1674"/>
                    <a:pt x="474" y="1680"/>
                  </a:cubicBezTo>
                  <a:cubicBezTo>
                    <a:pt x="471" y="1686"/>
                    <a:pt x="465" y="1691"/>
                    <a:pt x="460" y="1694"/>
                  </a:cubicBezTo>
                  <a:cubicBezTo>
                    <a:pt x="453" y="1700"/>
                    <a:pt x="446" y="1706"/>
                    <a:pt x="439" y="1712"/>
                  </a:cubicBezTo>
                  <a:lnTo>
                    <a:pt x="2114" y="777"/>
                  </a:lnTo>
                  <a:cubicBezTo>
                    <a:pt x="2169" y="745"/>
                    <a:pt x="2205" y="676"/>
                    <a:pt x="2205" y="579"/>
                  </a:cubicBezTo>
                  <a:cubicBezTo>
                    <a:pt x="2205" y="382"/>
                    <a:pt x="2066" y="140"/>
                    <a:pt x="1895" y="43"/>
                  </a:cubicBezTo>
                  <a:cubicBezTo>
                    <a:pt x="1846" y="14"/>
                    <a:pt x="1799" y="0"/>
                    <a:pt x="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2298;p52">
              <a:extLst>
                <a:ext uri="{FF2B5EF4-FFF2-40B4-BE49-F238E27FC236}">
                  <a16:creationId xmlns:a16="http://schemas.microsoft.com/office/drawing/2014/main" id="{8D395D88-3A60-7361-5D36-6A7B43E48250}"/>
                </a:ext>
              </a:extLst>
            </p:cNvPr>
            <p:cNvSpPr/>
            <p:nvPr/>
          </p:nvSpPr>
          <p:spPr>
            <a:xfrm>
              <a:off x="3964820" y="951388"/>
              <a:ext cx="368100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2299;p52">
              <a:extLst>
                <a:ext uri="{FF2B5EF4-FFF2-40B4-BE49-F238E27FC236}">
                  <a16:creationId xmlns:a16="http://schemas.microsoft.com/office/drawing/2014/main" id="{6D08548A-850A-798F-912B-2DB3177655B0}"/>
                </a:ext>
              </a:extLst>
            </p:cNvPr>
            <p:cNvSpPr/>
            <p:nvPr/>
          </p:nvSpPr>
          <p:spPr>
            <a:xfrm>
              <a:off x="3954148" y="969464"/>
              <a:ext cx="757287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2300;p52">
              <a:extLst>
                <a:ext uri="{FF2B5EF4-FFF2-40B4-BE49-F238E27FC236}">
                  <a16:creationId xmlns:a16="http://schemas.microsoft.com/office/drawing/2014/main" id="{30667478-9AFA-8899-5387-E558787069BE}"/>
                </a:ext>
              </a:extLst>
            </p:cNvPr>
            <p:cNvSpPr/>
            <p:nvPr/>
          </p:nvSpPr>
          <p:spPr>
            <a:xfrm>
              <a:off x="4282617" y="969862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2301;p52">
              <a:extLst>
                <a:ext uri="{FF2B5EF4-FFF2-40B4-BE49-F238E27FC236}">
                  <a16:creationId xmlns:a16="http://schemas.microsoft.com/office/drawing/2014/main" id="{DB841C7E-FF3F-839F-30F6-C9B4D00F8EE3}"/>
                </a:ext>
              </a:extLst>
            </p:cNvPr>
            <p:cNvSpPr/>
            <p:nvPr/>
          </p:nvSpPr>
          <p:spPr>
            <a:xfrm>
              <a:off x="3961754" y="722060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2302;p52">
              <a:extLst>
                <a:ext uri="{FF2B5EF4-FFF2-40B4-BE49-F238E27FC236}">
                  <a16:creationId xmlns:a16="http://schemas.microsoft.com/office/drawing/2014/main" id="{A2C02493-520F-82BA-AF5F-144E959D226C}"/>
                </a:ext>
              </a:extLst>
            </p:cNvPr>
            <p:cNvSpPr/>
            <p:nvPr/>
          </p:nvSpPr>
          <p:spPr>
            <a:xfrm>
              <a:off x="3925093" y="722235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2303;p52">
              <a:extLst>
                <a:ext uri="{FF2B5EF4-FFF2-40B4-BE49-F238E27FC236}">
                  <a16:creationId xmlns:a16="http://schemas.microsoft.com/office/drawing/2014/main" id="{D64133F0-C6C0-1162-74DF-B7BBBC601335}"/>
                </a:ext>
              </a:extLst>
            </p:cNvPr>
            <p:cNvSpPr/>
            <p:nvPr/>
          </p:nvSpPr>
          <p:spPr>
            <a:xfrm>
              <a:off x="4309447" y="77309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2304;p52">
              <a:extLst>
                <a:ext uri="{FF2B5EF4-FFF2-40B4-BE49-F238E27FC236}">
                  <a16:creationId xmlns:a16="http://schemas.microsoft.com/office/drawing/2014/main" id="{2DDE2AC5-A3AF-DF28-4732-90CCE1AB3B90}"/>
                </a:ext>
              </a:extLst>
            </p:cNvPr>
            <p:cNvSpPr/>
            <p:nvPr/>
          </p:nvSpPr>
          <p:spPr>
            <a:xfrm>
              <a:off x="4309447" y="933114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2305;p52">
              <a:extLst>
                <a:ext uri="{FF2B5EF4-FFF2-40B4-BE49-F238E27FC236}">
                  <a16:creationId xmlns:a16="http://schemas.microsoft.com/office/drawing/2014/main" id="{0AEEE058-A342-9890-7CF5-745194D1978B}"/>
                </a:ext>
              </a:extLst>
            </p:cNvPr>
            <p:cNvSpPr/>
            <p:nvPr/>
          </p:nvSpPr>
          <p:spPr>
            <a:xfrm>
              <a:off x="4270775" y="929399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2306;p52">
              <a:extLst>
                <a:ext uri="{FF2B5EF4-FFF2-40B4-BE49-F238E27FC236}">
                  <a16:creationId xmlns:a16="http://schemas.microsoft.com/office/drawing/2014/main" id="{102C737B-84AB-82BF-FC93-A3F8CC5C9304}"/>
                </a:ext>
              </a:extLst>
            </p:cNvPr>
            <p:cNvSpPr/>
            <p:nvPr/>
          </p:nvSpPr>
          <p:spPr>
            <a:xfrm>
              <a:off x="4273747" y="906109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2307;p52">
              <a:extLst>
                <a:ext uri="{FF2B5EF4-FFF2-40B4-BE49-F238E27FC236}">
                  <a16:creationId xmlns:a16="http://schemas.microsoft.com/office/drawing/2014/main" id="{4541D1C9-FBC9-1425-543F-6B4C97D7918F}"/>
                </a:ext>
              </a:extLst>
            </p:cNvPr>
            <p:cNvSpPr/>
            <p:nvPr/>
          </p:nvSpPr>
          <p:spPr>
            <a:xfrm>
              <a:off x="4270207" y="902657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2308;p52">
              <a:extLst>
                <a:ext uri="{FF2B5EF4-FFF2-40B4-BE49-F238E27FC236}">
                  <a16:creationId xmlns:a16="http://schemas.microsoft.com/office/drawing/2014/main" id="{0827C645-63EC-3696-87E8-51750612D432}"/>
                </a:ext>
              </a:extLst>
            </p:cNvPr>
            <p:cNvSpPr/>
            <p:nvPr/>
          </p:nvSpPr>
          <p:spPr>
            <a:xfrm>
              <a:off x="4335839" y="777991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2309;p52">
              <a:extLst>
                <a:ext uri="{FF2B5EF4-FFF2-40B4-BE49-F238E27FC236}">
                  <a16:creationId xmlns:a16="http://schemas.microsoft.com/office/drawing/2014/main" id="{E2F255DD-CD4C-5A14-DAFD-CB69CC58A85D}"/>
                </a:ext>
              </a:extLst>
            </p:cNvPr>
            <p:cNvSpPr/>
            <p:nvPr/>
          </p:nvSpPr>
          <p:spPr>
            <a:xfrm>
              <a:off x="4324828" y="717209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2310;p52">
              <a:extLst>
                <a:ext uri="{FF2B5EF4-FFF2-40B4-BE49-F238E27FC236}">
                  <a16:creationId xmlns:a16="http://schemas.microsoft.com/office/drawing/2014/main" id="{F469FE08-2EFE-613D-34C4-DE494E249CDB}"/>
                </a:ext>
              </a:extLst>
            </p:cNvPr>
            <p:cNvSpPr/>
            <p:nvPr/>
          </p:nvSpPr>
          <p:spPr>
            <a:xfrm>
              <a:off x="4297343" y="841438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2311;p52">
              <a:extLst>
                <a:ext uri="{FF2B5EF4-FFF2-40B4-BE49-F238E27FC236}">
                  <a16:creationId xmlns:a16="http://schemas.microsoft.com/office/drawing/2014/main" id="{415B983A-9EA6-55C7-131D-ECD66DDDDE5B}"/>
                </a:ext>
              </a:extLst>
            </p:cNvPr>
            <p:cNvSpPr/>
            <p:nvPr/>
          </p:nvSpPr>
          <p:spPr>
            <a:xfrm>
              <a:off x="4297474" y="829203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2312;p52">
              <a:extLst>
                <a:ext uri="{FF2B5EF4-FFF2-40B4-BE49-F238E27FC236}">
                  <a16:creationId xmlns:a16="http://schemas.microsoft.com/office/drawing/2014/main" id="{2996904B-0678-60D0-8146-4862F9EA2CEE}"/>
                </a:ext>
              </a:extLst>
            </p:cNvPr>
            <p:cNvSpPr/>
            <p:nvPr/>
          </p:nvSpPr>
          <p:spPr>
            <a:xfrm>
              <a:off x="4299833" y="831214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2313;p52">
              <a:extLst>
                <a:ext uri="{FF2B5EF4-FFF2-40B4-BE49-F238E27FC236}">
                  <a16:creationId xmlns:a16="http://schemas.microsoft.com/office/drawing/2014/main" id="{C10D0457-090F-4CDF-6343-752DD88E2893}"/>
                </a:ext>
              </a:extLst>
            </p:cNvPr>
            <p:cNvSpPr/>
            <p:nvPr/>
          </p:nvSpPr>
          <p:spPr>
            <a:xfrm>
              <a:off x="4292755" y="869535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2314;p52">
              <a:extLst>
                <a:ext uri="{FF2B5EF4-FFF2-40B4-BE49-F238E27FC236}">
                  <a16:creationId xmlns:a16="http://schemas.microsoft.com/office/drawing/2014/main" id="{325E64AC-D7E9-C953-427A-0C48753DFF42}"/>
                </a:ext>
              </a:extLst>
            </p:cNvPr>
            <p:cNvSpPr/>
            <p:nvPr/>
          </p:nvSpPr>
          <p:spPr>
            <a:xfrm>
              <a:off x="4261992" y="910217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2315;p52">
              <a:extLst>
                <a:ext uri="{FF2B5EF4-FFF2-40B4-BE49-F238E27FC236}">
                  <a16:creationId xmlns:a16="http://schemas.microsoft.com/office/drawing/2014/main" id="{B93B763B-13E7-1C71-18E7-BF859E063771}"/>
                </a:ext>
              </a:extLst>
            </p:cNvPr>
            <p:cNvSpPr/>
            <p:nvPr/>
          </p:nvSpPr>
          <p:spPr>
            <a:xfrm>
              <a:off x="4098262" y="929006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2316;p52">
              <a:extLst>
                <a:ext uri="{FF2B5EF4-FFF2-40B4-BE49-F238E27FC236}">
                  <a16:creationId xmlns:a16="http://schemas.microsoft.com/office/drawing/2014/main" id="{145C7C38-2C42-D278-5A32-8FDDD6ED95C0}"/>
                </a:ext>
              </a:extLst>
            </p:cNvPr>
            <p:cNvSpPr/>
            <p:nvPr/>
          </p:nvSpPr>
          <p:spPr>
            <a:xfrm>
              <a:off x="4080409" y="986467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2317;p52">
              <a:extLst>
                <a:ext uri="{FF2B5EF4-FFF2-40B4-BE49-F238E27FC236}">
                  <a16:creationId xmlns:a16="http://schemas.microsoft.com/office/drawing/2014/main" id="{1F8D6F4A-7A83-CF70-96C9-8B13FD8D4553}"/>
                </a:ext>
              </a:extLst>
            </p:cNvPr>
            <p:cNvSpPr/>
            <p:nvPr/>
          </p:nvSpPr>
          <p:spPr>
            <a:xfrm>
              <a:off x="4076632" y="849348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2318;p52">
              <a:extLst>
                <a:ext uri="{FF2B5EF4-FFF2-40B4-BE49-F238E27FC236}">
                  <a16:creationId xmlns:a16="http://schemas.microsoft.com/office/drawing/2014/main" id="{E32D86D6-FD65-F89E-E48E-E09966F0EC52}"/>
                </a:ext>
              </a:extLst>
            </p:cNvPr>
            <p:cNvSpPr/>
            <p:nvPr/>
          </p:nvSpPr>
          <p:spPr>
            <a:xfrm>
              <a:off x="4309447" y="999139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2319;p52">
              <a:extLst>
                <a:ext uri="{FF2B5EF4-FFF2-40B4-BE49-F238E27FC236}">
                  <a16:creationId xmlns:a16="http://schemas.microsoft.com/office/drawing/2014/main" id="{FE1DB737-555D-6AC5-7EC9-F7628D043FAA}"/>
                </a:ext>
              </a:extLst>
            </p:cNvPr>
            <p:cNvSpPr/>
            <p:nvPr/>
          </p:nvSpPr>
          <p:spPr>
            <a:xfrm>
              <a:off x="4309447" y="1159155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7" name="Google Shape;1017;p44">
            <a:extLst>
              <a:ext uri="{FF2B5EF4-FFF2-40B4-BE49-F238E27FC236}">
                <a16:creationId xmlns:a16="http://schemas.microsoft.com/office/drawing/2014/main" id="{998D16A6-8B41-4D79-D570-66206C5F6B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582" y="1240787"/>
            <a:ext cx="662534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GB" sz="3200"/>
              <a:t>GAME DESIGN</a:t>
            </a:r>
          </a:p>
        </p:txBody>
      </p:sp>
      <p:sp>
        <p:nvSpPr>
          <p:cNvPr id="1018" name="Google Shape;1018;p44">
            <a:extLst>
              <a:ext uri="{FF2B5EF4-FFF2-40B4-BE49-F238E27FC236}">
                <a16:creationId xmlns:a16="http://schemas.microsoft.com/office/drawing/2014/main" id="{87F7BAE4-C42B-D53D-8DF6-A86A6C90F74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05470" y="2295913"/>
            <a:ext cx="6174349" cy="18193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SE" b="1"/>
              <a:t>Engine:</a:t>
            </a:r>
            <a:r>
              <a:rPr lang="en-SE"/>
              <a:t> Godot  </a:t>
            </a:r>
            <a:r>
              <a:rPr lang="en-GB"/>
              <a:t>      -  </a:t>
            </a:r>
            <a:r>
              <a:rPr lang="en-SE"/>
              <a:t> 3D simulation.</a:t>
            </a:r>
          </a:p>
          <a:p>
            <a:pPr lvl="0"/>
            <a:r>
              <a:rPr lang="en-SE" b="1"/>
              <a:t>Objective:</a:t>
            </a:r>
            <a:r>
              <a:rPr lang="en-SE"/>
              <a:t> Reach five checkpoints </a:t>
            </a:r>
            <a:endParaRPr lang="en-GB"/>
          </a:p>
          <a:p>
            <a:pPr lvl="0"/>
            <a:r>
              <a:rPr lang="en-SE" b="1"/>
              <a:t>Obstacles:</a:t>
            </a:r>
            <a:r>
              <a:rPr lang="en-SE"/>
              <a:t> Collisions terminate</a:t>
            </a:r>
            <a:r>
              <a:rPr lang="en-GB"/>
              <a:t>s</a:t>
            </a:r>
            <a:r>
              <a:rPr lang="en-SE"/>
              <a:t> </a:t>
            </a:r>
            <a:r>
              <a:rPr lang="en-GB"/>
              <a:t>it</a:t>
            </a:r>
            <a:r>
              <a:rPr lang="en-SE"/>
              <a:t>.</a:t>
            </a:r>
          </a:p>
          <a:p>
            <a:pPr lvl="0"/>
            <a:r>
              <a:rPr lang="en-SE" b="1"/>
              <a:t>Actions:</a:t>
            </a:r>
            <a:r>
              <a:rPr lang="en-SE"/>
              <a:t> Eight discrete movement actions.</a:t>
            </a:r>
          </a:p>
          <a:p>
            <a:pPr lvl="0"/>
            <a:r>
              <a:rPr lang="en-SE" b="1"/>
              <a:t>Curriculum:</a:t>
            </a:r>
            <a:r>
              <a:rPr lang="en-SE"/>
              <a:t> Ten levels, increasing from 5 to 60 obstacles.</a:t>
            </a:r>
          </a:p>
          <a:p>
            <a:r>
              <a:rPr lang="en-SE" b="1"/>
              <a:t>Episode:</a:t>
            </a:r>
            <a:r>
              <a:rPr lang="en-SE"/>
              <a:t> One attempt from reset until success, death or timeout.</a:t>
            </a:r>
          </a:p>
        </p:txBody>
      </p:sp>
      <p:sp>
        <p:nvSpPr>
          <p:cNvPr id="1019" name="Google Shape;1019;p44">
            <a:extLst>
              <a:ext uri="{FF2B5EF4-FFF2-40B4-BE49-F238E27FC236}">
                <a16:creationId xmlns:a16="http://schemas.microsoft.com/office/drawing/2014/main" id="{C45CFF36-8202-050D-4393-9D878136749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032" y="398987"/>
            <a:ext cx="179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020" name="Google Shape;1020;p44">
            <a:extLst>
              <a:ext uri="{FF2B5EF4-FFF2-40B4-BE49-F238E27FC236}">
                <a16:creationId xmlns:a16="http://schemas.microsoft.com/office/drawing/2014/main" id="{8A7A9A60-8E3D-98C9-FD15-4F88D9F19AE5}"/>
              </a:ext>
            </a:extLst>
          </p:cNvPr>
          <p:cNvSpPr/>
          <p:nvPr/>
        </p:nvSpPr>
        <p:spPr>
          <a:xfrm>
            <a:off x="217582" y="1974737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3813;p69">
            <a:extLst>
              <a:ext uri="{FF2B5EF4-FFF2-40B4-BE49-F238E27FC236}">
                <a16:creationId xmlns:a16="http://schemas.microsoft.com/office/drawing/2014/main" id="{44EA241C-7423-E464-0DD4-4A5819AF1500}"/>
              </a:ext>
            </a:extLst>
          </p:cNvPr>
          <p:cNvSpPr/>
          <p:nvPr/>
        </p:nvSpPr>
        <p:spPr>
          <a:xfrm>
            <a:off x="8179819" y="2098663"/>
            <a:ext cx="394500" cy="394500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lt1"/>
              </a:gs>
              <a:gs pos="100000">
                <a:schemeClr val="accent6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3814;p69">
            <a:extLst>
              <a:ext uri="{FF2B5EF4-FFF2-40B4-BE49-F238E27FC236}">
                <a16:creationId xmlns:a16="http://schemas.microsoft.com/office/drawing/2014/main" id="{16562B46-6471-D3BB-9104-76981B3DABE6}"/>
              </a:ext>
            </a:extLst>
          </p:cNvPr>
          <p:cNvGrpSpPr/>
          <p:nvPr/>
        </p:nvGrpSpPr>
        <p:grpSpPr>
          <a:xfrm>
            <a:off x="7474208" y="2300117"/>
            <a:ext cx="705611" cy="744726"/>
            <a:chOff x="-3171395" y="736983"/>
            <a:chExt cx="1712232" cy="1807587"/>
          </a:xfrm>
        </p:grpSpPr>
        <p:grpSp>
          <p:nvGrpSpPr>
            <p:cNvPr id="4" name="Google Shape;3815;p69">
              <a:extLst>
                <a:ext uri="{FF2B5EF4-FFF2-40B4-BE49-F238E27FC236}">
                  <a16:creationId xmlns:a16="http://schemas.microsoft.com/office/drawing/2014/main" id="{E8E7AF6E-10AB-4B10-B93D-90D40A058FEF}"/>
                </a:ext>
              </a:extLst>
            </p:cNvPr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0" name="Google Shape;3816;p69">
                <a:extLst>
                  <a:ext uri="{FF2B5EF4-FFF2-40B4-BE49-F238E27FC236}">
                    <a16:creationId xmlns:a16="http://schemas.microsoft.com/office/drawing/2014/main" id="{B70EC829-09BD-2660-5597-145A82FC511E}"/>
                  </a:ext>
                </a:extLst>
              </p:cNvPr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3817;p69">
                <a:extLst>
                  <a:ext uri="{FF2B5EF4-FFF2-40B4-BE49-F238E27FC236}">
                    <a16:creationId xmlns:a16="http://schemas.microsoft.com/office/drawing/2014/main" id="{BAE165B3-E3C4-605C-1CA9-203CD9CD5B3D}"/>
                  </a:ext>
                </a:extLst>
              </p:cNvPr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" name="Google Shape;3818;p69">
              <a:extLst>
                <a:ext uri="{FF2B5EF4-FFF2-40B4-BE49-F238E27FC236}">
                  <a16:creationId xmlns:a16="http://schemas.microsoft.com/office/drawing/2014/main" id="{1DD437B0-8928-3CD7-77CF-711790D23604}"/>
                </a:ext>
              </a:extLst>
            </p:cNvPr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6" name="Google Shape;3819;p69">
                <a:extLst>
                  <a:ext uri="{FF2B5EF4-FFF2-40B4-BE49-F238E27FC236}">
                    <a16:creationId xmlns:a16="http://schemas.microsoft.com/office/drawing/2014/main" id="{50C126C0-3969-400B-B134-10A770419FDD}"/>
                  </a:ext>
                </a:extLst>
              </p:cNvPr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3820;p69">
                <a:extLst>
                  <a:ext uri="{FF2B5EF4-FFF2-40B4-BE49-F238E27FC236}">
                    <a16:creationId xmlns:a16="http://schemas.microsoft.com/office/drawing/2014/main" id="{5C2D2DE1-3C85-17FD-8095-9F8BBEC407D9}"/>
                  </a:ext>
                </a:extLst>
              </p:cNvPr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3821;p69">
                <a:extLst>
                  <a:ext uri="{FF2B5EF4-FFF2-40B4-BE49-F238E27FC236}">
                    <a16:creationId xmlns:a16="http://schemas.microsoft.com/office/drawing/2014/main" id="{D08B6EE0-C1E5-774F-E18E-CCF9BB31E368}"/>
                  </a:ext>
                </a:extLst>
              </p:cNvPr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3822;p69">
                <a:extLst>
                  <a:ext uri="{FF2B5EF4-FFF2-40B4-BE49-F238E27FC236}">
                    <a16:creationId xmlns:a16="http://schemas.microsoft.com/office/drawing/2014/main" id="{ADE6F69C-0B7A-C53B-9903-4647A80757DA}"/>
                  </a:ext>
                </a:extLst>
              </p:cNvPr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" name="Google Shape;3823;p69">
            <a:extLst>
              <a:ext uri="{FF2B5EF4-FFF2-40B4-BE49-F238E27FC236}">
                <a16:creationId xmlns:a16="http://schemas.microsoft.com/office/drawing/2014/main" id="{D4B5A60A-7530-B060-8D26-6D804695743C}"/>
              </a:ext>
            </a:extLst>
          </p:cNvPr>
          <p:cNvGrpSpPr/>
          <p:nvPr/>
        </p:nvGrpSpPr>
        <p:grpSpPr>
          <a:xfrm flipH="1">
            <a:off x="310359" y="2396536"/>
            <a:ext cx="1484459" cy="3907172"/>
            <a:chOff x="2562382" y="1842098"/>
            <a:chExt cx="1090552" cy="2870388"/>
          </a:xfrm>
        </p:grpSpPr>
        <p:sp>
          <p:nvSpPr>
            <p:cNvPr id="13" name="Google Shape;3824;p69">
              <a:extLst>
                <a:ext uri="{FF2B5EF4-FFF2-40B4-BE49-F238E27FC236}">
                  <a16:creationId xmlns:a16="http://schemas.microsoft.com/office/drawing/2014/main" id="{12DC6D4F-DEB8-4791-7874-9E50D0E0924E}"/>
                </a:ext>
              </a:extLst>
            </p:cNvPr>
            <p:cNvSpPr/>
            <p:nvPr/>
          </p:nvSpPr>
          <p:spPr>
            <a:xfrm>
              <a:off x="2798912" y="2469605"/>
              <a:ext cx="301364" cy="210451"/>
            </a:xfrm>
            <a:custGeom>
              <a:avLst/>
              <a:gdLst/>
              <a:ahLst/>
              <a:cxnLst/>
              <a:rect l="l" t="t" r="r" b="b"/>
              <a:pathLst>
                <a:path w="6043" h="4220" extrusionOk="0">
                  <a:moveTo>
                    <a:pt x="1074" y="1"/>
                  </a:moveTo>
                  <a:cubicBezTo>
                    <a:pt x="1046" y="1"/>
                    <a:pt x="1018" y="6"/>
                    <a:pt x="993" y="18"/>
                  </a:cubicBezTo>
                  <a:cubicBezTo>
                    <a:pt x="913" y="52"/>
                    <a:pt x="819" y="177"/>
                    <a:pt x="778" y="352"/>
                  </a:cubicBezTo>
                  <a:cubicBezTo>
                    <a:pt x="754" y="443"/>
                    <a:pt x="747" y="546"/>
                    <a:pt x="761" y="660"/>
                  </a:cubicBezTo>
                  <a:cubicBezTo>
                    <a:pt x="801" y="992"/>
                    <a:pt x="1027" y="1147"/>
                    <a:pt x="1027" y="1147"/>
                  </a:cubicBezTo>
                  <a:lnTo>
                    <a:pt x="1" y="1904"/>
                  </a:lnTo>
                  <a:cubicBezTo>
                    <a:pt x="1" y="1904"/>
                    <a:pt x="433" y="2838"/>
                    <a:pt x="624" y="3115"/>
                  </a:cubicBezTo>
                  <a:cubicBezTo>
                    <a:pt x="813" y="3391"/>
                    <a:pt x="1004" y="3668"/>
                    <a:pt x="1431" y="3785"/>
                  </a:cubicBezTo>
                  <a:cubicBezTo>
                    <a:pt x="1565" y="3822"/>
                    <a:pt x="1681" y="3833"/>
                    <a:pt x="1785" y="3833"/>
                  </a:cubicBezTo>
                  <a:cubicBezTo>
                    <a:pt x="1930" y="3833"/>
                    <a:pt x="2050" y="3812"/>
                    <a:pt x="2156" y="3812"/>
                  </a:cubicBezTo>
                  <a:cubicBezTo>
                    <a:pt x="2215" y="3812"/>
                    <a:pt x="2270" y="3818"/>
                    <a:pt x="2323" y="3839"/>
                  </a:cubicBezTo>
                  <a:cubicBezTo>
                    <a:pt x="2505" y="3912"/>
                    <a:pt x="3627" y="4220"/>
                    <a:pt x="4254" y="4220"/>
                  </a:cubicBezTo>
                  <a:cubicBezTo>
                    <a:pt x="4369" y="4220"/>
                    <a:pt x="4467" y="4209"/>
                    <a:pt x="4540" y="4185"/>
                  </a:cubicBezTo>
                  <a:cubicBezTo>
                    <a:pt x="4618" y="4159"/>
                    <a:pt x="4714" y="4084"/>
                    <a:pt x="4817" y="3974"/>
                  </a:cubicBezTo>
                  <a:cubicBezTo>
                    <a:pt x="5332" y="3428"/>
                    <a:pt x="6043" y="2058"/>
                    <a:pt x="5757" y="2050"/>
                  </a:cubicBezTo>
                  <a:cubicBezTo>
                    <a:pt x="5732" y="2049"/>
                    <a:pt x="5699" y="2049"/>
                    <a:pt x="5658" y="2049"/>
                  </a:cubicBezTo>
                  <a:cubicBezTo>
                    <a:pt x="5358" y="2049"/>
                    <a:pt x="4654" y="2067"/>
                    <a:pt x="4076" y="2067"/>
                  </a:cubicBezTo>
                  <a:cubicBezTo>
                    <a:pt x="3629" y="2067"/>
                    <a:pt x="3257" y="2056"/>
                    <a:pt x="3202" y="2018"/>
                  </a:cubicBezTo>
                  <a:cubicBezTo>
                    <a:pt x="3068" y="1919"/>
                    <a:pt x="2407" y="1043"/>
                    <a:pt x="2231" y="867"/>
                  </a:cubicBezTo>
                  <a:cubicBezTo>
                    <a:pt x="2057" y="690"/>
                    <a:pt x="1427" y="660"/>
                    <a:pt x="1427" y="660"/>
                  </a:cubicBezTo>
                  <a:cubicBezTo>
                    <a:pt x="1427" y="660"/>
                    <a:pt x="1297" y="441"/>
                    <a:pt x="1291" y="240"/>
                  </a:cubicBezTo>
                  <a:cubicBezTo>
                    <a:pt x="1286" y="81"/>
                    <a:pt x="1178" y="1"/>
                    <a:pt x="1074" y="1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825;p69">
              <a:extLst>
                <a:ext uri="{FF2B5EF4-FFF2-40B4-BE49-F238E27FC236}">
                  <a16:creationId xmlns:a16="http://schemas.microsoft.com/office/drawing/2014/main" id="{EF0C7797-90EF-2C96-EFAB-1AF5CD256334}"/>
                </a:ext>
              </a:extLst>
            </p:cNvPr>
            <p:cNvSpPr/>
            <p:nvPr/>
          </p:nvSpPr>
          <p:spPr>
            <a:xfrm>
              <a:off x="2911168" y="4497895"/>
              <a:ext cx="394222" cy="214591"/>
            </a:xfrm>
            <a:custGeom>
              <a:avLst/>
              <a:gdLst/>
              <a:ahLst/>
              <a:cxnLst/>
              <a:rect l="l" t="t" r="r" b="b"/>
              <a:pathLst>
                <a:path w="7905" h="4303" extrusionOk="0">
                  <a:moveTo>
                    <a:pt x="716" y="0"/>
                  </a:moveTo>
                  <a:cubicBezTo>
                    <a:pt x="703" y="0"/>
                    <a:pt x="690" y="1"/>
                    <a:pt x="680" y="2"/>
                  </a:cubicBezTo>
                  <a:cubicBezTo>
                    <a:pt x="171" y="73"/>
                    <a:pt x="89" y="452"/>
                    <a:pt x="89" y="452"/>
                  </a:cubicBezTo>
                  <a:cubicBezTo>
                    <a:pt x="89" y="452"/>
                    <a:pt x="0" y="1073"/>
                    <a:pt x="32" y="1221"/>
                  </a:cubicBezTo>
                  <a:cubicBezTo>
                    <a:pt x="63" y="1367"/>
                    <a:pt x="168" y="2131"/>
                    <a:pt x="1465" y="2750"/>
                  </a:cubicBezTo>
                  <a:cubicBezTo>
                    <a:pt x="2229" y="3115"/>
                    <a:pt x="2807" y="3182"/>
                    <a:pt x="3200" y="3182"/>
                  </a:cubicBezTo>
                  <a:cubicBezTo>
                    <a:pt x="3424" y="3182"/>
                    <a:pt x="3588" y="3160"/>
                    <a:pt x="3692" y="3160"/>
                  </a:cubicBezTo>
                  <a:cubicBezTo>
                    <a:pt x="3714" y="3160"/>
                    <a:pt x="3734" y="3161"/>
                    <a:pt x="3750" y="3163"/>
                  </a:cubicBezTo>
                  <a:cubicBezTo>
                    <a:pt x="3980" y="3197"/>
                    <a:pt x="4455" y="3343"/>
                    <a:pt x="4472" y="3451"/>
                  </a:cubicBezTo>
                  <a:cubicBezTo>
                    <a:pt x="4489" y="3557"/>
                    <a:pt x="4573" y="3703"/>
                    <a:pt x="4573" y="3703"/>
                  </a:cubicBezTo>
                  <a:cubicBezTo>
                    <a:pt x="4573" y="3703"/>
                    <a:pt x="5395" y="4162"/>
                    <a:pt x="5936" y="4266"/>
                  </a:cubicBezTo>
                  <a:cubicBezTo>
                    <a:pt x="6064" y="4291"/>
                    <a:pt x="6191" y="4302"/>
                    <a:pt x="6315" y="4302"/>
                  </a:cubicBezTo>
                  <a:cubicBezTo>
                    <a:pt x="6721" y="4302"/>
                    <a:pt x="7102" y="4184"/>
                    <a:pt x="7394" y="4020"/>
                  </a:cubicBezTo>
                  <a:cubicBezTo>
                    <a:pt x="7777" y="3806"/>
                    <a:pt x="7903" y="3546"/>
                    <a:pt x="7897" y="3305"/>
                  </a:cubicBezTo>
                  <a:cubicBezTo>
                    <a:pt x="7890" y="3063"/>
                    <a:pt x="7876" y="2607"/>
                    <a:pt x="7876" y="2607"/>
                  </a:cubicBezTo>
                  <a:cubicBezTo>
                    <a:pt x="7876" y="2607"/>
                    <a:pt x="7905" y="2256"/>
                    <a:pt x="7074" y="1931"/>
                  </a:cubicBezTo>
                  <a:cubicBezTo>
                    <a:pt x="6261" y="1613"/>
                    <a:pt x="1392" y="0"/>
                    <a:pt x="7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826;p69">
              <a:extLst>
                <a:ext uri="{FF2B5EF4-FFF2-40B4-BE49-F238E27FC236}">
                  <a16:creationId xmlns:a16="http://schemas.microsoft.com/office/drawing/2014/main" id="{BD2FF465-30C6-0B02-ACF5-CBF6807D3944}"/>
                </a:ext>
              </a:extLst>
            </p:cNvPr>
            <p:cNvSpPr/>
            <p:nvPr/>
          </p:nvSpPr>
          <p:spPr>
            <a:xfrm>
              <a:off x="3180413" y="4323153"/>
              <a:ext cx="345300" cy="227607"/>
            </a:xfrm>
            <a:custGeom>
              <a:avLst/>
              <a:gdLst/>
              <a:ahLst/>
              <a:cxnLst/>
              <a:rect l="l" t="t" r="r" b="b"/>
              <a:pathLst>
                <a:path w="6924" h="4564" extrusionOk="0">
                  <a:moveTo>
                    <a:pt x="1482" y="0"/>
                  </a:moveTo>
                  <a:cubicBezTo>
                    <a:pt x="1451" y="0"/>
                    <a:pt x="1421" y="3"/>
                    <a:pt x="1392" y="9"/>
                  </a:cubicBezTo>
                  <a:cubicBezTo>
                    <a:pt x="1371" y="12"/>
                    <a:pt x="1351" y="18"/>
                    <a:pt x="1329" y="22"/>
                  </a:cubicBezTo>
                  <a:cubicBezTo>
                    <a:pt x="882" y="141"/>
                    <a:pt x="351" y="648"/>
                    <a:pt x="305" y="707"/>
                  </a:cubicBezTo>
                  <a:cubicBezTo>
                    <a:pt x="274" y="745"/>
                    <a:pt x="94" y="1155"/>
                    <a:pt x="34" y="1490"/>
                  </a:cubicBezTo>
                  <a:cubicBezTo>
                    <a:pt x="0" y="1674"/>
                    <a:pt x="3" y="1839"/>
                    <a:pt x="88" y="1904"/>
                  </a:cubicBezTo>
                  <a:cubicBezTo>
                    <a:pt x="326" y="2088"/>
                    <a:pt x="1402" y="2600"/>
                    <a:pt x="1857" y="2687"/>
                  </a:cubicBezTo>
                  <a:cubicBezTo>
                    <a:pt x="2315" y="2773"/>
                    <a:pt x="3086" y="2890"/>
                    <a:pt x="3280" y="2945"/>
                  </a:cubicBezTo>
                  <a:cubicBezTo>
                    <a:pt x="3354" y="2968"/>
                    <a:pt x="3426" y="3020"/>
                    <a:pt x="3501" y="3086"/>
                  </a:cubicBezTo>
                  <a:cubicBezTo>
                    <a:pt x="3618" y="3196"/>
                    <a:pt x="3740" y="3339"/>
                    <a:pt x="3880" y="3451"/>
                  </a:cubicBezTo>
                  <a:cubicBezTo>
                    <a:pt x="4107" y="3637"/>
                    <a:pt x="4424" y="4434"/>
                    <a:pt x="5366" y="4546"/>
                  </a:cubicBezTo>
                  <a:cubicBezTo>
                    <a:pt x="5467" y="4558"/>
                    <a:pt x="5563" y="4564"/>
                    <a:pt x="5654" y="4564"/>
                  </a:cubicBezTo>
                  <a:cubicBezTo>
                    <a:pt x="6404" y="4564"/>
                    <a:pt x="6784" y="4183"/>
                    <a:pt x="6850" y="3966"/>
                  </a:cubicBezTo>
                  <a:cubicBezTo>
                    <a:pt x="6924" y="3722"/>
                    <a:pt x="6910" y="3277"/>
                    <a:pt x="6821" y="3008"/>
                  </a:cubicBezTo>
                  <a:cubicBezTo>
                    <a:pt x="6807" y="2965"/>
                    <a:pt x="6787" y="2923"/>
                    <a:pt x="6765" y="2885"/>
                  </a:cubicBezTo>
                  <a:cubicBezTo>
                    <a:pt x="6647" y="2682"/>
                    <a:pt x="6442" y="2545"/>
                    <a:pt x="6442" y="2545"/>
                  </a:cubicBezTo>
                  <a:cubicBezTo>
                    <a:pt x="6442" y="2545"/>
                    <a:pt x="4996" y="1781"/>
                    <a:pt x="3898" y="1213"/>
                  </a:cubicBezTo>
                  <a:cubicBezTo>
                    <a:pt x="3281" y="891"/>
                    <a:pt x="2775" y="630"/>
                    <a:pt x="2701" y="604"/>
                  </a:cubicBezTo>
                  <a:cubicBezTo>
                    <a:pt x="2531" y="541"/>
                    <a:pt x="2041" y="98"/>
                    <a:pt x="1617" y="15"/>
                  </a:cubicBezTo>
                  <a:cubicBezTo>
                    <a:pt x="1571" y="6"/>
                    <a:pt x="1525" y="0"/>
                    <a:pt x="14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827;p69">
              <a:extLst>
                <a:ext uri="{FF2B5EF4-FFF2-40B4-BE49-F238E27FC236}">
                  <a16:creationId xmlns:a16="http://schemas.microsoft.com/office/drawing/2014/main" id="{462B952E-3A0D-458A-D78E-224F86BE4531}"/>
                </a:ext>
              </a:extLst>
            </p:cNvPr>
            <p:cNvSpPr/>
            <p:nvPr/>
          </p:nvSpPr>
          <p:spPr>
            <a:xfrm>
              <a:off x="2915607" y="4476102"/>
              <a:ext cx="387191" cy="199530"/>
            </a:xfrm>
            <a:custGeom>
              <a:avLst/>
              <a:gdLst/>
              <a:ahLst/>
              <a:cxnLst/>
              <a:rect l="l" t="t" r="r" b="b"/>
              <a:pathLst>
                <a:path w="7764" h="4001" extrusionOk="0">
                  <a:moveTo>
                    <a:pt x="5293" y="1"/>
                  </a:moveTo>
                  <a:cubicBezTo>
                    <a:pt x="5113" y="1"/>
                    <a:pt x="4934" y="14"/>
                    <a:pt x="4763" y="46"/>
                  </a:cubicBezTo>
                  <a:cubicBezTo>
                    <a:pt x="4106" y="167"/>
                    <a:pt x="3364" y="292"/>
                    <a:pt x="2773" y="292"/>
                  </a:cubicBezTo>
                  <a:cubicBezTo>
                    <a:pt x="2592" y="292"/>
                    <a:pt x="2426" y="280"/>
                    <a:pt x="2280" y="253"/>
                  </a:cubicBezTo>
                  <a:cubicBezTo>
                    <a:pt x="2280" y="253"/>
                    <a:pt x="1352" y="167"/>
                    <a:pt x="876" y="167"/>
                  </a:cubicBezTo>
                  <a:cubicBezTo>
                    <a:pt x="767" y="167"/>
                    <a:pt x="682" y="171"/>
                    <a:pt x="637" y="183"/>
                  </a:cubicBezTo>
                  <a:cubicBezTo>
                    <a:pt x="397" y="244"/>
                    <a:pt x="0" y="441"/>
                    <a:pt x="53" y="1278"/>
                  </a:cubicBezTo>
                  <a:cubicBezTo>
                    <a:pt x="105" y="2113"/>
                    <a:pt x="751" y="2561"/>
                    <a:pt x="1451" y="2833"/>
                  </a:cubicBezTo>
                  <a:cubicBezTo>
                    <a:pt x="1982" y="3041"/>
                    <a:pt x="2072" y="3097"/>
                    <a:pt x="3180" y="3265"/>
                  </a:cubicBezTo>
                  <a:cubicBezTo>
                    <a:pt x="3574" y="3325"/>
                    <a:pt x="4132" y="3405"/>
                    <a:pt x="4480" y="3522"/>
                  </a:cubicBezTo>
                  <a:cubicBezTo>
                    <a:pt x="5100" y="3730"/>
                    <a:pt x="5460" y="3988"/>
                    <a:pt x="5904" y="3988"/>
                  </a:cubicBezTo>
                  <a:cubicBezTo>
                    <a:pt x="5909" y="3988"/>
                    <a:pt x="5914" y="3988"/>
                    <a:pt x="5919" y="3988"/>
                  </a:cubicBezTo>
                  <a:cubicBezTo>
                    <a:pt x="6499" y="3982"/>
                    <a:pt x="7136" y="4000"/>
                    <a:pt x="7450" y="3471"/>
                  </a:cubicBezTo>
                  <a:cubicBezTo>
                    <a:pt x="7764" y="2941"/>
                    <a:pt x="7641" y="2779"/>
                    <a:pt x="7625" y="2187"/>
                  </a:cubicBezTo>
                  <a:cubicBezTo>
                    <a:pt x="7593" y="870"/>
                    <a:pt x="7493" y="682"/>
                    <a:pt x="7039" y="403"/>
                  </a:cubicBezTo>
                  <a:cubicBezTo>
                    <a:pt x="6742" y="219"/>
                    <a:pt x="6011" y="1"/>
                    <a:pt x="52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828;p69">
              <a:extLst>
                <a:ext uri="{FF2B5EF4-FFF2-40B4-BE49-F238E27FC236}">
                  <a16:creationId xmlns:a16="http://schemas.microsoft.com/office/drawing/2014/main" id="{DF1872C7-B49F-F27C-D66B-9FCEA626DC40}"/>
                </a:ext>
              </a:extLst>
            </p:cNvPr>
            <p:cNvSpPr/>
            <p:nvPr/>
          </p:nvSpPr>
          <p:spPr>
            <a:xfrm>
              <a:off x="3175725" y="4319562"/>
              <a:ext cx="342806" cy="197236"/>
            </a:xfrm>
            <a:custGeom>
              <a:avLst/>
              <a:gdLst/>
              <a:ahLst/>
              <a:cxnLst/>
              <a:rect l="l" t="t" r="r" b="b"/>
              <a:pathLst>
                <a:path w="6874" h="3955" extrusionOk="0">
                  <a:moveTo>
                    <a:pt x="4144" y="0"/>
                  </a:moveTo>
                  <a:cubicBezTo>
                    <a:pt x="4140" y="0"/>
                    <a:pt x="4136" y="0"/>
                    <a:pt x="4132" y="1"/>
                  </a:cubicBezTo>
                  <a:cubicBezTo>
                    <a:pt x="4127" y="0"/>
                    <a:pt x="4122" y="0"/>
                    <a:pt x="4117" y="0"/>
                  </a:cubicBezTo>
                  <a:cubicBezTo>
                    <a:pt x="3892" y="0"/>
                    <a:pt x="3754" y="164"/>
                    <a:pt x="3472" y="181"/>
                  </a:cubicBezTo>
                  <a:cubicBezTo>
                    <a:pt x="3456" y="181"/>
                    <a:pt x="3435" y="181"/>
                    <a:pt x="3409" y="181"/>
                  </a:cubicBezTo>
                  <a:cubicBezTo>
                    <a:pt x="3396" y="181"/>
                    <a:pt x="3381" y="181"/>
                    <a:pt x="3366" y="181"/>
                  </a:cubicBezTo>
                  <a:cubicBezTo>
                    <a:pt x="3069" y="165"/>
                    <a:pt x="2366" y="85"/>
                    <a:pt x="1729" y="85"/>
                  </a:cubicBezTo>
                  <a:cubicBezTo>
                    <a:pt x="1723" y="85"/>
                    <a:pt x="1717" y="85"/>
                    <a:pt x="1711" y="85"/>
                  </a:cubicBezTo>
                  <a:cubicBezTo>
                    <a:pt x="1612" y="87"/>
                    <a:pt x="1516" y="88"/>
                    <a:pt x="1423" y="94"/>
                  </a:cubicBezTo>
                  <a:cubicBezTo>
                    <a:pt x="1088" y="111"/>
                    <a:pt x="797" y="161"/>
                    <a:pt x="625" y="268"/>
                  </a:cubicBezTo>
                  <a:cubicBezTo>
                    <a:pt x="171" y="548"/>
                    <a:pt x="0" y="1147"/>
                    <a:pt x="128" y="1562"/>
                  </a:cubicBezTo>
                  <a:cubicBezTo>
                    <a:pt x="164" y="1682"/>
                    <a:pt x="223" y="1785"/>
                    <a:pt x="310" y="1862"/>
                  </a:cubicBezTo>
                  <a:cubicBezTo>
                    <a:pt x="694" y="2203"/>
                    <a:pt x="2580" y="2517"/>
                    <a:pt x="3261" y="2689"/>
                  </a:cubicBezTo>
                  <a:cubicBezTo>
                    <a:pt x="3375" y="2717"/>
                    <a:pt x="3481" y="2762"/>
                    <a:pt x="3583" y="2817"/>
                  </a:cubicBezTo>
                  <a:cubicBezTo>
                    <a:pt x="4087" y="3086"/>
                    <a:pt x="4478" y="3623"/>
                    <a:pt x="5175" y="3869"/>
                  </a:cubicBezTo>
                  <a:cubicBezTo>
                    <a:pt x="5345" y="3930"/>
                    <a:pt x="5512" y="3955"/>
                    <a:pt x="5670" y="3955"/>
                  </a:cubicBezTo>
                  <a:cubicBezTo>
                    <a:pt x="6287" y="3955"/>
                    <a:pt x="6773" y="3574"/>
                    <a:pt x="6825" y="3435"/>
                  </a:cubicBezTo>
                  <a:cubicBezTo>
                    <a:pt x="6862" y="3334"/>
                    <a:pt x="6873" y="3198"/>
                    <a:pt x="6859" y="2957"/>
                  </a:cubicBezTo>
                  <a:cubicBezTo>
                    <a:pt x="6849" y="2785"/>
                    <a:pt x="6824" y="2560"/>
                    <a:pt x="6789" y="2257"/>
                  </a:cubicBezTo>
                  <a:cubicBezTo>
                    <a:pt x="6718" y="1650"/>
                    <a:pt x="6710" y="1483"/>
                    <a:pt x="6536" y="1125"/>
                  </a:cubicBezTo>
                  <a:cubicBezTo>
                    <a:pt x="6502" y="1056"/>
                    <a:pt x="6461" y="977"/>
                    <a:pt x="6413" y="887"/>
                  </a:cubicBezTo>
                  <a:cubicBezTo>
                    <a:pt x="6221" y="528"/>
                    <a:pt x="4492" y="59"/>
                    <a:pt x="4207" y="8"/>
                  </a:cubicBezTo>
                  <a:cubicBezTo>
                    <a:pt x="4186" y="3"/>
                    <a:pt x="4164" y="0"/>
                    <a:pt x="41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829;p69">
              <a:extLst>
                <a:ext uri="{FF2B5EF4-FFF2-40B4-BE49-F238E27FC236}">
                  <a16:creationId xmlns:a16="http://schemas.microsoft.com/office/drawing/2014/main" id="{90132A0F-1CF8-E6D6-6024-BBA430A04267}"/>
                </a:ext>
              </a:extLst>
            </p:cNvPr>
            <p:cNvSpPr/>
            <p:nvPr/>
          </p:nvSpPr>
          <p:spPr>
            <a:xfrm>
              <a:off x="3087107" y="4476551"/>
              <a:ext cx="207659" cy="102283"/>
            </a:xfrm>
            <a:custGeom>
              <a:avLst/>
              <a:gdLst/>
              <a:ahLst/>
              <a:cxnLst/>
              <a:rect l="l" t="t" r="r" b="b"/>
              <a:pathLst>
                <a:path w="4164" h="2051" extrusionOk="0">
                  <a:moveTo>
                    <a:pt x="1952" y="1"/>
                  </a:moveTo>
                  <a:cubicBezTo>
                    <a:pt x="1502" y="1"/>
                    <a:pt x="1028" y="92"/>
                    <a:pt x="579" y="324"/>
                  </a:cubicBezTo>
                  <a:cubicBezTo>
                    <a:pt x="579" y="324"/>
                    <a:pt x="1" y="927"/>
                    <a:pt x="921" y="1469"/>
                  </a:cubicBezTo>
                  <a:cubicBezTo>
                    <a:pt x="1595" y="1865"/>
                    <a:pt x="2262" y="2050"/>
                    <a:pt x="2801" y="2050"/>
                  </a:cubicBezTo>
                  <a:cubicBezTo>
                    <a:pt x="2997" y="2050"/>
                    <a:pt x="3176" y="2026"/>
                    <a:pt x="3333" y="1978"/>
                  </a:cubicBezTo>
                  <a:cubicBezTo>
                    <a:pt x="3920" y="1796"/>
                    <a:pt x="4163" y="1598"/>
                    <a:pt x="4063" y="930"/>
                  </a:cubicBezTo>
                  <a:cubicBezTo>
                    <a:pt x="4005" y="551"/>
                    <a:pt x="3053" y="1"/>
                    <a:pt x="1952" y="1"/>
                  </a:cubicBezTo>
                  <a:close/>
                </a:path>
              </a:pathLst>
            </a:custGeom>
            <a:solidFill>
              <a:srgbClr val="312C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830;p69">
              <a:extLst>
                <a:ext uri="{FF2B5EF4-FFF2-40B4-BE49-F238E27FC236}">
                  <a16:creationId xmlns:a16="http://schemas.microsoft.com/office/drawing/2014/main" id="{D08C555F-5350-F42D-BC85-7820BEF5C83D}"/>
                </a:ext>
              </a:extLst>
            </p:cNvPr>
            <p:cNvSpPr/>
            <p:nvPr/>
          </p:nvSpPr>
          <p:spPr>
            <a:xfrm>
              <a:off x="3334360" y="4326793"/>
              <a:ext cx="170406" cy="98094"/>
            </a:xfrm>
            <a:custGeom>
              <a:avLst/>
              <a:gdLst/>
              <a:ahLst/>
              <a:cxnLst/>
              <a:rect l="l" t="t" r="r" b="b"/>
              <a:pathLst>
                <a:path w="3417" h="1967" extrusionOk="0">
                  <a:moveTo>
                    <a:pt x="789" y="1"/>
                  </a:moveTo>
                  <a:cubicBezTo>
                    <a:pt x="665" y="1"/>
                    <a:pt x="617" y="16"/>
                    <a:pt x="617" y="16"/>
                  </a:cubicBezTo>
                  <a:cubicBezTo>
                    <a:pt x="142" y="154"/>
                    <a:pt x="0" y="619"/>
                    <a:pt x="257" y="851"/>
                  </a:cubicBezTo>
                  <a:cubicBezTo>
                    <a:pt x="514" y="1083"/>
                    <a:pt x="842" y="1391"/>
                    <a:pt x="1751" y="1775"/>
                  </a:cubicBezTo>
                  <a:cubicBezTo>
                    <a:pt x="2070" y="1911"/>
                    <a:pt x="2344" y="1967"/>
                    <a:pt x="2569" y="1967"/>
                  </a:cubicBezTo>
                  <a:cubicBezTo>
                    <a:pt x="2986" y="1967"/>
                    <a:pt x="3237" y="1774"/>
                    <a:pt x="3308" y="1537"/>
                  </a:cubicBezTo>
                  <a:cubicBezTo>
                    <a:pt x="3417" y="1169"/>
                    <a:pt x="3334" y="934"/>
                    <a:pt x="3101" y="715"/>
                  </a:cubicBezTo>
                  <a:cubicBezTo>
                    <a:pt x="2869" y="497"/>
                    <a:pt x="2539" y="325"/>
                    <a:pt x="1700" y="132"/>
                  </a:cubicBezTo>
                  <a:cubicBezTo>
                    <a:pt x="1231" y="25"/>
                    <a:pt x="948" y="1"/>
                    <a:pt x="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831;p69">
              <a:extLst>
                <a:ext uri="{FF2B5EF4-FFF2-40B4-BE49-F238E27FC236}">
                  <a16:creationId xmlns:a16="http://schemas.microsoft.com/office/drawing/2014/main" id="{7589565A-39D3-3022-24F3-AE4DEBAA693D}"/>
                </a:ext>
              </a:extLst>
            </p:cNvPr>
            <p:cNvSpPr/>
            <p:nvPr/>
          </p:nvSpPr>
          <p:spPr>
            <a:xfrm>
              <a:off x="3277658" y="3096813"/>
              <a:ext cx="285256" cy="1314424"/>
            </a:xfrm>
            <a:custGeom>
              <a:avLst/>
              <a:gdLst/>
              <a:ahLst/>
              <a:cxnLst/>
              <a:rect l="l" t="t" r="r" b="b"/>
              <a:pathLst>
                <a:path w="5720" h="26357" extrusionOk="0">
                  <a:moveTo>
                    <a:pt x="953" y="14730"/>
                  </a:moveTo>
                  <a:cubicBezTo>
                    <a:pt x="1479" y="16678"/>
                    <a:pt x="1364" y="24533"/>
                    <a:pt x="1364" y="24533"/>
                  </a:cubicBezTo>
                  <a:cubicBezTo>
                    <a:pt x="1364" y="24533"/>
                    <a:pt x="1325" y="24593"/>
                    <a:pt x="1322" y="24700"/>
                  </a:cubicBezTo>
                  <a:cubicBezTo>
                    <a:pt x="1314" y="24890"/>
                    <a:pt x="1416" y="25235"/>
                    <a:pt x="2036" y="25672"/>
                  </a:cubicBezTo>
                  <a:cubicBezTo>
                    <a:pt x="3006" y="26356"/>
                    <a:pt x="4162" y="26098"/>
                    <a:pt x="4489" y="25807"/>
                  </a:cubicBezTo>
                  <a:cubicBezTo>
                    <a:pt x="4488" y="25756"/>
                    <a:pt x="4489" y="25702"/>
                    <a:pt x="4492" y="25646"/>
                  </a:cubicBezTo>
                  <a:cubicBezTo>
                    <a:pt x="4534" y="24536"/>
                    <a:pt x="5049" y="20105"/>
                    <a:pt x="5057" y="17267"/>
                  </a:cubicBezTo>
                  <a:cubicBezTo>
                    <a:pt x="5065" y="14281"/>
                    <a:pt x="3912" y="13551"/>
                    <a:pt x="4566" y="9877"/>
                  </a:cubicBezTo>
                  <a:cubicBezTo>
                    <a:pt x="4635" y="9490"/>
                    <a:pt x="4655" y="9121"/>
                    <a:pt x="4765" y="8799"/>
                  </a:cubicBezTo>
                  <a:cubicBezTo>
                    <a:pt x="5200" y="7499"/>
                    <a:pt x="5720" y="6683"/>
                    <a:pt x="5663" y="4592"/>
                  </a:cubicBezTo>
                  <a:cubicBezTo>
                    <a:pt x="5661" y="4531"/>
                    <a:pt x="5658" y="4468"/>
                    <a:pt x="5655" y="4403"/>
                  </a:cubicBezTo>
                  <a:cubicBezTo>
                    <a:pt x="5643" y="4114"/>
                    <a:pt x="5620" y="3801"/>
                    <a:pt x="5586" y="3460"/>
                  </a:cubicBezTo>
                  <a:cubicBezTo>
                    <a:pt x="5578" y="3389"/>
                    <a:pt x="5571" y="3319"/>
                    <a:pt x="5561" y="3245"/>
                  </a:cubicBezTo>
                  <a:cubicBezTo>
                    <a:pt x="5543" y="3082"/>
                    <a:pt x="5521" y="2911"/>
                    <a:pt x="5497" y="2734"/>
                  </a:cubicBezTo>
                  <a:cubicBezTo>
                    <a:pt x="5125" y="39"/>
                    <a:pt x="3226" y="1"/>
                    <a:pt x="3226" y="1"/>
                  </a:cubicBezTo>
                  <a:cubicBezTo>
                    <a:pt x="3226" y="1"/>
                    <a:pt x="195" y="1566"/>
                    <a:pt x="22" y="4857"/>
                  </a:cubicBezTo>
                  <a:cubicBezTo>
                    <a:pt x="19" y="4894"/>
                    <a:pt x="18" y="4931"/>
                    <a:pt x="16" y="4967"/>
                  </a:cubicBezTo>
                  <a:cubicBezTo>
                    <a:pt x="8" y="5192"/>
                    <a:pt x="5" y="5421"/>
                    <a:pt x="4" y="5655"/>
                  </a:cubicBezTo>
                  <a:cubicBezTo>
                    <a:pt x="2" y="5712"/>
                    <a:pt x="2" y="5769"/>
                    <a:pt x="2" y="5826"/>
                  </a:cubicBezTo>
                  <a:cubicBezTo>
                    <a:pt x="1" y="6038"/>
                    <a:pt x="2" y="6252"/>
                    <a:pt x="5" y="6469"/>
                  </a:cubicBezTo>
                  <a:lnTo>
                    <a:pt x="10" y="6630"/>
                  </a:lnTo>
                  <a:cubicBezTo>
                    <a:pt x="70" y="9676"/>
                    <a:pt x="510" y="13089"/>
                    <a:pt x="953" y="147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832;p69">
              <a:extLst>
                <a:ext uri="{FF2B5EF4-FFF2-40B4-BE49-F238E27FC236}">
                  <a16:creationId xmlns:a16="http://schemas.microsoft.com/office/drawing/2014/main" id="{898FF710-EB49-C078-FF24-2BCACA91FFAA}"/>
                </a:ext>
              </a:extLst>
            </p:cNvPr>
            <p:cNvSpPr/>
            <p:nvPr/>
          </p:nvSpPr>
          <p:spPr>
            <a:xfrm>
              <a:off x="3035443" y="3228918"/>
              <a:ext cx="374773" cy="1355666"/>
            </a:xfrm>
            <a:custGeom>
              <a:avLst/>
              <a:gdLst/>
              <a:ahLst/>
              <a:cxnLst/>
              <a:rect l="l" t="t" r="r" b="b"/>
              <a:pathLst>
                <a:path w="7515" h="27184" extrusionOk="0">
                  <a:moveTo>
                    <a:pt x="7511" y="3357"/>
                  </a:moveTo>
                  <a:cubicBezTo>
                    <a:pt x="7511" y="3406"/>
                    <a:pt x="7508" y="3454"/>
                    <a:pt x="7507" y="3501"/>
                  </a:cubicBezTo>
                  <a:cubicBezTo>
                    <a:pt x="7500" y="3791"/>
                    <a:pt x="7479" y="4092"/>
                    <a:pt x="7439" y="4404"/>
                  </a:cubicBezTo>
                  <a:cubicBezTo>
                    <a:pt x="7148" y="6753"/>
                    <a:pt x="5898" y="7056"/>
                    <a:pt x="5716" y="8937"/>
                  </a:cubicBezTo>
                  <a:cubicBezTo>
                    <a:pt x="5531" y="10819"/>
                    <a:pt x="4844" y="13200"/>
                    <a:pt x="5213" y="15369"/>
                  </a:cubicBezTo>
                  <a:cubicBezTo>
                    <a:pt x="5585" y="17536"/>
                    <a:pt x="5333" y="26427"/>
                    <a:pt x="5333" y="26427"/>
                  </a:cubicBezTo>
                  <a:cubicBezTo>
                    <a:pt x="5333" y="26427"/>
                    <a:pt x="5079" y="27184"/>
                    <a:pt x="3307" y="26930"/>
                  </a:cubicBezTo>
                  <a:cubicBezTo>
                    <a:pt x="2586" y="26828"/>
                    <a:pt x="2154" y="26636"/>
                    <a:pt x="1886" y="26419"/>
                  </a:cubicBezTo>
                  <a:cubicBezTo>
                    <a:pt x="1821" y="26368"/>
                    <a:pt x="1769" y="26314"/>
                    <a:pt x="1723" y="26261"/>
                  </a:cubicBezTo>
                  <a:cubicBezTo>
                    <a:pt x="1488" y="25991"/>
                    <a:pt x="1461" y="25713"/>
                    <a:pt x="1426" y="25550"/>
                  </a:cubicBezTo>
                  <a:cubicBezTo>
                    <a:pt x="1360" y="25222"/>
                    <a:pt x="1258" y="13675"/>
                    <a:pt x="1009" y="11960"/>
                  </a:cubicBezTo>
                  <a:cubicBezTo>
                    <a:pt x="769" y="10302"/>
                    <a:pt x="0" y="5981"/>
                    <a:pt x="309" y="3112"/>
                  </a:cubicBezTo>
                  <a:cubicBezTo>
                    <a:pt x="315" y="3055"/>
                    <a:pt x="323" y="3000"/>
                    <a:pt x="331" y="2946"/>
                  </a:cubicBezTo>
                  <a:cubicBezTo>
                    <a:pt x="334" y="2908"/>
                    <a:pt x="338" y="2871"/>
                    <a:pt x="345" y="2834"/>
                  </a:cubicBezTo>
                  <a:cubicBezTo>
                    <a:pt x="374" y="2625"/>
                    <a:pt x="432" y="2432"/>
                    <a:pt x="515" y="2254"/>
                  </a:cubicBezTo>
                  <a:cubicBezTo>
                    <a:pt x="534" y="2214"/>
                    <a:pt x="555" y="2174"/>
                    <a:pt x="577" y="2134"/>
                  </a:cubicBezTo>
                  <a:cubicBezTo>
                    <a:pt x="1752" y="0"/>
                    <a:pt x="6659" y="156"/>
                    <a:pt x="7051" y="300"/>
                  </a:cubicBezTo>
                  <a:cubicBezTo>
                    <a:pt x="7051" y="300"/>
                    <a:pt x="7388" y="1174"/>
                    <a:pt x="7485" y="2515"/>
                  </a:cubicBezTo>
                  <a:cubicBezTo>
                    <a:pt x="7490" y="2563"/>
                    <a:pt x="7493" y="2612"/>
                    <a:pt x="7496" y="2663"/>
                  </a:cubicBezTo>
                  <a:cubicBezTo>
                    <a:pt x="7508" y="2881"/>
                    <a:pt x="7514" y="3114"/>
                    <a:pt x="7511" y="33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833;p69">
              <a:extLst>
                <a:ext uri="{FF2B5EF4-FFF2-40B4-BE49-F238E27FC236}">
                  <a16:creationId xmlns:a16="http://schemas.microsoft.com/office/drawing/2014/main" id="{E3CA7671-4A93-0AC8-DAEC-83355E387701}"/>
                </a:ext>
              </a:extLst>
            </p:cNvPr>
            <p:cNvSpPr/>
            <p:nvPr/>
          </p:nvSpPr>
          <p:spPr>
            <a:xfrm>
              <a:off x="3444721" y="3363864"/>
              <a:ext cx="110711" cy="75802"/>
            </a:xfrm>
            <a:custGeom>
              <a:avLst/>
              <a:gdLst/>
              <a:ahLst/>
              <a:cxnLst/>
              <a:rect l="l" t="t" r="r" b="b"/>
              <a:pathLst>
                <a:path w="2220" h="1520" extrusionOk="0">
                  <a:moveTo>
                    <a:pt x="2207" y="0"/>
                  </a:moveTo>
                  <a:lnTo>
                    <a:pt x="1108" y="666"/>
                  </a:lnTo>
                  <a:lnTo>
                    <a:pt x="1" y="1065"/>
                  </a:lnTo>
                  <a:lnTo>
                    <a:pt x="15" y="1520"/>
                  </a:lnTo>
                  <a:lnTo>
                    <a:pt x="1079" y="1146"/>
                  </a:lnTo>
                  <a:lnTo>
                    <a:pt x="2219" y="383"/>
                  </a:lnTo>
                  <a:lnTo>
                    <a:pt x="22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834;p69">
              <a:extLst>
                <a:ext uri="{FF2B5EF4-FFF2-40B4-BE49-F238E27FC236}">
                  <a16:creationId xmlns:a16="http://schemas.microsoft.com/office/drawing/2014/main" id="{96901262-61C4-02FD-1273-9573ABB65C44}"/>
                </a:ext>
              </a:extLst>
            </p:cNvPr>
            <p:cNvSpPr/>
            <p:nvPr/>
          </p:nvSpPr>
          <p:spPr>
            <a:xfrm>
              <a:off x="3205547" y="3442159"/>
              <a:ext cx="160332" cy="42190"/>
            </a:xfrm>
            <a:custGeom>
              <a:avLst/>
              <a:gdLst/>
              <a:ahLst/>
              <a:cxnLst/>
              <a:rect l="l" t="t" r="r" b="b"/>
              <a:pathLst>
                <a:path w="3215" h="846" extrusionOk="0">
                  <a:moveTo>
                    <a:pt x="3177" y="1"/>
                  </a:moveTo>
                  <a:cubicBezTo>
                    <a:pt x="2599" y="221"/>
                    <a:pt x="482" y="325"/>
                    <a:pt x="482" y="325"/>
                  </a:cubicBezTo>
                  <a:lnTo>
                    <a:pt x="1" y="341"/>
                  </a:lnTo>
                  <a:lnTo>
                    <a:pt x="16" y="845"/>
                  </a:lnTo>
                  <a:cubicBezTo>
                    <a:pt x="16" y="845"/>
                    <a:pt x="387" y="815"/>
                    <a:pt x="832" y="815"/>
                  </a:cubicBezTo>
                  <a:cubicBezTo>
                    <a:pt x="862" y="815"/>
                    <a:pt x="893" y="816"/>
                    <a:pt x="924" y="816"/>
                  </a:cubicBezTo>
                  <a:cubicBezTo>
                    <a:pt x="928" y="816"/>
                    <a:pt x="933" y="816"/>
                    <a:pt x="938" y="816"/>
                  </a:cubicBezTo>
                  <a:cubicBezTo>
                    <a:pt x="1443" y="816"/>
                    <a:pt x="3214" y="504"/>
                    <a:pt x="3214" y="504"/>
                  </a:cubicBezTo>
                  <a:lnTo>
                    <a:pt x="3205" y="242"/>
                  </a:lnTo>
                  <a:lnTo>
                    <a:pt x="317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835;p69">
              <a:extLst>
                <a:ext uri="{FF2B5EF4-FFF2-40B4-BE49-F238E27FC236}">
                  <a16:creationId xmlns:a16="http://schemas.microsoft.com/office/drawing/2014/main" id="{29677C0E-246D-E9DB-B2E0-1A3637978953}"/>
                </a:ext>
              </a:extLst>
            </p:cNvPr>
            <p:cNvSpPr/>
            <p:nvPr/>
          </p:nvSpPr>
          <p:spPr>
            <a:xfrm>
              <a:off x="3035792" y="2349719"/>
              <a:ext cx="617141" cy="1059937"/>
            </a:xfrm>
            <a:custGeom>
              <a:avLst/>
              <a:gdLst/>
              <a:ahLst/>
              <a:cxnLst/>
              <a:rect l="l" t="t" r="r" b="b"/>
              <a:pathLst>
                <a:path w="12375" h="21254" extrusionOk="0">
                  <a:moveTo>
                    <a:pt x="9596" y="1"/>
                  </a:moveTo>
                  <a:cubicBezTo>
                    <a:pt x="9113" y="1"/>
                    <a:pt x="8693" y="46"/>
                    <a:pt x="8693" y="46"/>
                  </a:cubicBezTo>
                  <a:lnTo>
                    <a:pt x="5472" y="930"/>
                  </a:lnTo>
                  <a:cubicBezTo>
                    <a:pt x="5472" y="930"/>
                    <a:pt x="1476" y="2433"/>
                    <a:pt x="911" y="3311"/>
                  </a:cubicBezTo>
                  <a:cubicBezTo>
                    <a:pt x="522" y="3917"/>
                    <a:pt x="570" y="6243"/>
                    <a:pt x="604" y="8856"/>
                  </a:cubicBezTo>
                  <a:cubicBezTo>
                    <a:pt x="610" y="9433"/>
                    <a:pt x="616" y="10024"/>
                    <a:pt x="618" y="10613"/>
                  </a:cubicBezTo>
                  <a:cubicBezTo>
                    <a:pt x="619" y="10630"/>
                    <a:pt x="618" y="10648"/>
                    <a:pt x="618" y="10665"/>
                  </a:cubicBezTo>
                  <a:cubicBezTo>
                    <a:pt x="618" y="10932"/>
                    <a:pt x="619" y="11196"/>
                    <a:pt x="616" y="11461"/>
                  </a:cubicBezTo>
                  <a:cubicBezTo>
                    <a:pt x="616" y="11473"/>
                    <a:pt x="615" y="11487"/>
                    <a:pt x="615" y="11501"/>
                  </a:cubicBezTo>
                  <a:cubicBezTo>
                    <a:pt x="615" y="11647"/>
                    <a:pt x="613" y="11794"/>
                    <a:pt x="610" y="11939"/>
                  </a:cubicBezTo>
                  <a:cubicBezTo>
                    <a:pt x="608" y="12097"/>
                    <a:pt x="602" y="12256"/>
                    <a:pt x="599" y="12413"/>
                  </a:cubicBezTo>
                  <a:cubicBezTo>
                    <a:pt x="591" y="12724"/>
                    <a:pt x="579" y="13034"/>
                    <a:pt x="562" y="13346"/>
                  </a:cubicBezTo>
                  <a:cubicBezTo>
                    <a:pt x="538" y="13782"/>
                    <a:pt x="508" y="14217"/>
                    <a:pt x="473" y="14648"/>
                  </a:cubicBezTo>
                  <a:cubicBezTo>
                    <a:pt x="465" y="14749"/>
                    <a:pt x="456" y="14851"/>
                    <a:pt x="447" y="14952"/>
                  </a:cubicBezTo>
                  <a:cubicBezTo>
                    <a:pt x="438" y="15059"/>
                    <a:pt x="427" y="15163"/>
                    <a:pt x="418" y="15269"/>
                  </a:cubicBezTo>
                  <a:cubicBezTo>
                    <a:pt x="408" y="15372"/>
                    <a:pt x="399" y="15475"/>
                    <a:pt x="387" y="15580"/>
                  </a:cubicBezTo>
                  <a:cubicBezTo>
                    <a:pt x="319" y="16264"/>
                    <a:pt x="242" y="16921"/>
                    <a:pt x="164" y="17524"/>
                  </a:cubicBezTo>
                  <a:cubicBezTo>
                    <a:pt x="133" y="17753"/>
                    <a:pt x="98" y="17989"/>
                    <a:pt x="73" y="18223"/>
                  </a:cubicBezTo>
                  <a:cubicBezTo>
                    <a:pt x="8" y="18824"/>
                    <a:pt x="1" y="19435"/>
                    <a:pt x="244" y="19992"/>
                  </a:cubicBezTo>
                  <a:cubicBezTo>
                    <a:pt x="275" y="20062"/>
                    <a:pt x="310" y="20125"/>
                    <a:pt x="347" y="20182"/>
                  </a:cubicBezTo>
                  <a:cubicBezTo>
                    <a:pt x="376" y="20225"/>
                    <a:pt x="405" y="20264"/>
                    <a:pt x="439" y="20301"/>
                  </a:cubicBezTo>
                  <a:cubicBezTo>
                    <a:pt x="708" y="20601"/>
                    <a:pt x="1096" y="20688"/>
                    <a:pt x="1508" y="20845"/>
                  </a:cubicBezTo>
                  <a:cubicBezTo>
                    <a:pt x="2428" y="21196"/>
                    <a:pt x="3386" y="21154"/>
                    <a:pt x="4354" y="21217"/>
                  </a:cubicBezTo>
                  <a:cubicBezTo>
                    <a:pt x="4689" y="21241"/>
                    <a:pt x="5026" y="21253"/>
                    <a:pt x="5364" y="21253"/>
                  </a:cubicBezTo>
                  <a:cubicBezTo>
                    <a:pt x="6175" y="21253"/>
                    <a:pt x="6989" y="21181"/>
                    <a:pt x="7779" y="21008"/>
                  </a:cubicBezTo>
                  <a:cubicBezTo>
                    <a:pt x="8676" y="20811"/>
                    <a:pt x="9710" y="19975"/>
                    <a:pt x="10261" y="19186"/>
                  </a:cubicBezTo>
                  <a:cubicBezTo>
                    <a:pt x="10537" y="18399"/>
                    <a:pt x="10504" y="16037"/>
                    <a:pt x="10494" y="14008"/>
                  </a:cubicBezTo>
                  <a:cubicBezTo>
                    <a:pt x="10485" y="11979"/>
                    <a:pt x="10707" y="10393"/>
                    <a:pt x="11540" y="7341"/>
                  </a:cubicBezTo>
                  <a:cubicBezTo>
                    <a:pt x="12374" y="4290"/>
                    <a:pt x="12220" y="3891"/>
                    <a:pt x="12179" y="2542"/>
                  </a:cubicBezTo>
                  <a:cubicBezTo>
                    <a:pt x="12137" y="1190"/>
                    <a:pt x="11357" y="418"/>
                    <a:pt x="10744" y="153"/>
                  </a:cubicBezTo>
                  <a:cubicBezTo>
                    <a:pt x="10462" y="33"/>
                    <a:pt x="10007" y="1"/>
                    <a:pt x="95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836;p69">
              <a:extLst>
                <a:ext uri="{FF2B5EF4-FFF2-40B4-BE49-F238E27FC236}">
                  <a16:creationId xmlns:a16="http://schemas.microsoft.com/office/drawing/2014/main" id="{7DAD3ABE-27BC-7B35-EFE5-9C5922711497}"/>
                </a:ext>
              </a:extLst>
            </p:cNvPr>
            <p:cNvSpPr/>
            <p:nvPr/>
          </p:nvSpPr>
          <p:spPr>
            <a:xfrm>
              <a:off x="3035792" y="2675417"/>
              <a:ext cx="184220" cy="686710"/>
            </a:xfrm>
            <a:custGeom>
              <a:avLst/>
              <a:gdLst/>
              <a:ahLst/>
              <a:cxnLst/>
              <a:rect l="l" t="t" r="r" b="b"/>
              <a:pathLst>
                <a:path w="3694" h="13770" extrusionOk="0">
                  <a:moveTo>
                    <a:pt x="2653" y="0"/>
                  </a:moveTo>
                  <a:cubicBezTo>
                    <a:pt x="2171" y="0"/>
                    <a:pt x="1867" y="652"/>
                    <a:pt x="1867" y="652"/>
                  </a:cubicBezTo>
                  <a:cubicBezTo>
                    <a:pt x="1867" y="652"/>
                    <a:pt x="1157" y="1478"/>
                    <a:pt x="604" y="2325"/>
                  </a:cubicBezTo>
                  <a:cubicBezTo>
                    <a:pt x="610" y="2902"/>
                    <a:pt x="616" y="3491"/>
                    <a:pt x="619" y="4081"/>
                  </a:cubicBezTo>
                  <a:cubicBezTo>
                    <a:pt x="619" y="4099"/>
                    <a:pt x="618" y="4117"/>
                    <a:pt x="619" y="4134"/>
                  </a:cubicBezTo>
                  <a:cubicBezTo>
                    <a:pt x="618" y="4205"/>
                    <a:pt x="618" y="4274"/>
                    <a:pt x="618" y="4347"/>
                  </a:cubicBezTo>
                  <a:cubicBezTo>
                    <a:pt x="616" y="4542"/>
                    <a:pt x="618" y="4734"/>
                    <a:pt x="616" y="4928"/>
                  </a:cubicBezTo>
                  <a:cubicBezTo>
                    <a:pt x="616" y="4942"/>
                    <a:pt x="615" y="4956"/>
                    <a:pt x="615" y="4970"/>
                  </a:cubicBezTo>
                  <a:cubicBezTo>
                    <a:pt x="615" y="5116"/>
                    <a:pt x="613" y="5263"/>
                    <a:pt x="610" y="5408"/>
                  </a:cubicBezTo>
                  <a:cubicBezTo>
                    <a:pt x="608" y="5566"/>
                    <a:pt x="605" y="5725"/>
                    <a:pt x="599" y="5882"/>
                  </a:cubicBezTo>
                  <a:cubicBezTo>
                    <a:pt x="591" y="6191"/>
                    <a:pt x="579" y="6503"/>
                    <a:pt x="562" y="6815"/>
                  </a:cubicBezTo>
                  <a:cubicBezTo>
                    <a:pt x="539" y="7251"/>
                    <a:pt x="508" y="7686"/>
                    <a:pt x="473" y="8115"/>
                  </a:cubicBezTo>
                  <a:cubicBezTo>
                    <a:pt x="465" y="8218"/>
                    <a:pt x="456" y="8320"/>
                    <a:pt x="447" y="8421"/>
                  </a:cubicBezTo>
                  <a:cubicBezTo>
                    <a:pt x="438" y="8528"/>
                    <a:pt x="428" y="8632"/>
                    <a:pt x="418" y="8737"/>
                  </a:cubicBezTo>
                  <a:cubicBezTo>
                    <a:pt x="408" y="8841"/>
                    <a:pt x="399" y="8944"/>
                    <a:pt x="387" y="9049"/>
                  </a:cubicBezTo>
                  <a:cubicBezTo>
                    <a:pt x="319" y="9733"/>
                    <a:pt x="244" y="10390"/>
                    <a:pt x="165" y="10993"/>
                  </a:cubicBezTo>
                  <a:cubicBezTo>
                    <a:pt x="135" y="11235"/>
                    <a:pt x="104" y="11469"/>
                    <a:pt x="73" y="11692"/>
                  </a:cubicBezTo>
                  <a:cubicBezTo>
                    <a:pt x="10" y="12293"/>
                    <a:pt x="1" y="12904"/>
                    <a:pt x="244" y="13461"/>
                  </a:cubicBezTo>
                  <a:cubicBezTo>
                    <a:pt x="275" y="13531"/>
                    <a:pt x="308" y="13594"/>
                    <a:pt x="347" y="13651"/>
                  </a:cubicBezTo>
                  <a:cubicBezTo>
                    <a:pt x="375" y="13694"/>
                    <a:pt x="405" y="13733"/>
                    <a:pt x="439" y="13770"/>
                  </a:cubicBezTo>
                  <a:lnTo>
                    <a:pt x="1347" y="4837"/>
                  </a:lnTo>
                  <a:cubicBezTo>
                    <a:pt x="1877" y="3771"/>
                    <a:pt x="3694" y="1006"/>
                    <a:pt x="3694" y="1006"/>
                  </a:cubicBezTo>
                  <a:cubicBezTo>
                    <a:pt x="3301" y="239"/>
                    <a:pt x="2944" y="0"/>
                    <a:pt x="26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837;p69">
              <a:extLst>
                <a:ext uri="{FF2B5EF4-FFF2-40B4-BE49-F238E27FC236}">
                  <a16:creationId xmlns:a16="http://schemas.microsoft.com/office/drawing/2014/main" id="{865330C8-5B04-6B25-E146-B06EF482F358}"/>
                </a:ext>
              </a:extLst>
            </p:cNvPr>
            <p:cNvSpPr/>
            <p:nvPr/>
          </p:nvSpPr>
          <p:spPr>
            <a:xfrm>
              <a:off x="3051900" y="3258590"/>
              <a:ext cx="507826" cy="161778"/>
            </a:xfrm>
            <a:custGeom>
              <a:avLst/>
              <a:gdLst/>
              <a:ahLst/>
              <a:cxnLst/>
              <a:rect l="l" t="t" r="r" b="b"/>
              <a:pathLst>
                <a:path w="10183" h="3244" extrusionOk="0">
                  <a:moveTo>
                    <a:pt x="10088" y="1"/>
                  </a:moveTo>
                  <a:cubicBezTo>
                    <a:pt x="9602" y="836"/>
                    <a:pt x="8486" y="1497"/>
                    <a:pt x="7155" y="1920"/>
                  </a:cubicBezTo>
                  <a:cubicBezTo>
                    <a:pt x="6329" y="2180"/>
                    <a:pt x="5421" y="2351"/>
                    <a:pt x="4531" y="2411"/>
                  </a:cubicBezTo>
                  <a:cubicBezTo>
                    <a:pt x="4299" y="2426"/>
                    <a:pt x="4068" y="2434"/>
                    <a:pt x="3839" y="2434"/>
                  </a:cubicBezTo>
                  <a:cubicBezTo>
                    <a:pt x="3268" y="2434"/>
                    <a:pt x="2714" y="2386"/>
                    <a:pt x="2207" y="2283"/>
                  </a:cubicBezTo>
                  <a:cubicBezTo>
                    <a:pt x="1084" y="2059"/>
                    <a:pt x="525" y="1771"/>
                    <a:pt x="247" y="1539"/>
                  </a:cubicBezTo>
                  <a:cubicBezTo>
                    <a:pt x="225" y="1577"/>
                    <a:pt x="204" y="1619"/>
                    <a:pt x="185" y="1660"/>
                  </a:cubicBezTo>
                  <a:cubicBezTo>
                    <a:pt x="102" y="1837"/>
                    <a:pt x="44" y="2031"/>
                    <a:pt x="15" y="2240"/>
                  </a:cubicBezTo>
                  <a:cubicBezTo>
                    <a:pt x="10" y="2276"/>
                    <a:pt x="4" y="2313"/>
                    <a:pt x="1" y="2350"/>
                  </a:cubicBezTo>
                  <a:cubicBezTo>
                    <a:pt x="482" y="2656"/>
                    <a:pt x="1167" y="2899"/>
                    <a:pt x="2048" y="3074"/>
                  </a:cubicBezTo>
                  <a:cubicBezTo>
                    <a:pt x="2620" y="3189"/>
                    <a:pt x="3236" y="3244"/>
                    <a:pt x="3868" y="3244"/>
                  </a:cubicBezTo>
                  <a:cubicBezTo>
                    <a:pt x="3982" y="3244"/>
                    <a:pt x="4095" y="3242"/>
                    <a:pt x="4209" y="3239"/>
                  </a:cubicBezTo>
                  <a:cubicBezTo>
                    <a:pt x="4315" y="3236"/>
                    <a:pt x="4423" y="3231"/>
                    <a:pt x="4532" y="3223"/>
                  </a:cubicBezTo>
                  <a:cubicBezTo>
                    <a:pt x="5428" y="3172"/>
                    <a:pt x="6337" y="3014"/>
                    <a:pt x="7181" y="2762"/>
                  </a:cubicBezTo>
                  <a:cubicBezTo>
                    <a:pt x="8382" y="2405"/>
                    <a:pt x="9456" y="1859"/>
                    <a:pt x="10182" y="1159"/>
                  </a:cubicBezTo>
                  <a:cubicBezTo>
                    <a:pt x="10170" y="870"/>
                    <a:pt x="10147" y="557"/>
                    <a:pt x="10113" y="216"/>
                  </a:cubicBezTo>
                  <a:cubicBezTo>
                    <a:pt x="10105" y="145"/>
                    <a:pt x="10098" y="75"/>
                    <a:pt x="10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838;p69">
              <a:extLst>
                <a:ext uri="{FF2B5EF4-FFF2-40B4-BE49-F238E27FC236}">
                  <a16:creationId xmlns:a16="http://schemas.microsoft.com/office/drawing/2014/main" id="{BBADF2B1-E566-17B8-B963-F5FE6F474471}"/>
                </a:ext>
              </a:extLst>
            </p:cNvPr>
            <p:cNvSpPr/>
            <p:nvPr/>
          </p:nvSpPr>
          <p:spPr>
            <a:xfrm>
              <a:off x="3050852" y="3269362"/>
              <a:ext cx="509223" cy="159385"/>
            </a:xfrm>
            <a:custGeom>
              <a:avLst/>
              <a:gdLst/>
              <a:ahLst/>
              <a:cxnLst/>
              <a:rect l="l" t="t" r="r" b="b"/>
              <a:pathLst>
                <a:path w="10211" h="3196" extrusionOk="0">
                  <a:moveTo>
                    <a:pt x="10134" y="0"/>
                  </a:moveTo>
                  <a:cubicBezTo>
                    <a:pt x="9637" y="758"/>
                    <a:pt x="8523" y="1417"/>
                    <a:pt x="7185" y="1850"/>
                  </a:cubicBezTo>
                  <a:cubicBezTo>
                    <a:pt x="6361" y="2117"/>
                    <a:pt x="5452" y="2300"/>
                    <a:pt x="4550" y="2366"/>
                  </a:cubicBezTo>
                  <a:cubicBezTo>
                    <a:pt x="4301" y="2384"/>
                    <a:pt x="4052" y="2393"/>
                    <a:pt x="3806" y="2393"/>
                  </a:cubicBezTo>
                  <a:cubicBezTo>
                    <a:pt x="3261" y="2393"/>
                    <a:pt x="2729" y="2347"/>
                    <a:pt x="2232" y="2249"/>
                  </a:cubicBezTo>
                  <a:cubicBezTo>
                    <a:pt x="1014" y="2004"/>
                    <a:pt x="457" y="1684"/>
                    <a:pt x="206" y="1444"/>
                  </a:cubicBezTo>
                  <a:cubicBezTo>
                    <a:pt x="123" y="1621"/>
                    <a:pt x="65" y="1815"/>
                    <a:pt x="36" y="2024"/>
                  </a:cubicBezTo>
                  <a:cubicBezTo>
                    <a:pt x="31" y="2060"/>
                    <a:pt x="25" y="2097"/>
                    <a:pt x="22" y="2134"/>
                  </a:cubicBezTo>
                  <a:cubicBezTo>
                    <a:pt x="14" y="2189"/>
                    <a:pt x="6" y="2244"/>
                    <a:pt x="0" y="2300"/>
                  </a:cubicBezTo>
                  <a:cubicBezTo>
                    <a:pt x="483" y="2612"/>
                    <a:pt x="1177" y="2861"/>
                    <a:pt x="2075" y="3040"/>
                  </a:cubicBezTo>
                  <a:cubicBezTo>
                    <a:pt x="2600" y="3145"/>
                    <a:pt x="3174" y="3196"/>
                    <a:pt x="3770" y="3196"/>
                  </a:cubicBezTo>
                  <a:cubicBezTo>
                    <a:pt x="3884" y="3196"/>
                    <a:pt x="4000" y="3194"/>
                    <a:pt x="4116" y="3190"/>
                  </a:cubicBezTo>
                  <a:cubicBezTo>
                    <a:pt x="4263" y="3187"/>
                    <a:pt x="4410" y="3179"/>
                    <a:pt x="4558" y="3169"/>
                  </a:cubicBezTo>
                  <a:cubicBezTo>
                    <a:pt x="5442" y="3107"/>
                    <a:pt x="6350" y="2944"/>
                    <a:pt x="7198" y="2692"/>
                  </a:cubicBezTo>
                  <a:cubicBezTo>
                    <a:pt x="8393" y="2337"/>
                    <a:pt x="9473" y="1804"/>
                    <a:pt x="10211" y="1131"/>
                  </a:cubicBezTo>
                  <a:cubicBezTo>
                    <a:pt x="10208" y="1071"/>
                    <a:pt x="10206" y="1008"/>
                    <a:pt x="10203" y="943"/>
                  </a:cubicBezTo>
                  <a:cubicBezTo>
                    <a:pt x="10191" y="654"/>
                    <a:pt x="10168" y="341"/>
                    <a:pt x="101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839;p69">
              <a:extLst>
                <a:ext uri="{FF2B5EF4-FFF2-40B4-BE49-F238E27FC236}">
                  <a16:creationId xmlns:a16="http://schemas.microsoft.com/office/drawing/2014/main" id="{4537B2AD-6B97-B8FB-5E97-EA8D1FEA1BC0}"/>
                </a:ext>
              </a:extLst>
            </p:cNvPr>
            <p:cNvSpPr/>
            <p:nvPr/>
          </p:nvSpPr>
          <p:spPr>
            <a:xfrm>
              <a:off x="3535184" y="3278687"/>
              <a:ext cx="18402" cy="74256"/>
            </a:xfrm>
            <a:custGeom>
              <a:avLst/>
              <a:gdLst/>
              <a:ahLst/>
              <a:cxnLst/>
              <a:rect l="l" t="t" r="r" b="b"/>
              <a:pathLst>
                <a:path w="369" h="1489" extrusionOk="0">
                  <a:moveTo>
                    <a:pt x="262" y="1"/>
                  </a:moveTo>
                  <a:lnTo>
                    <a:pt x="1" y="25"/>
                  </a:lnTo>
                  <a:cubicBezTo>
                    <a:pt x="30" y="324"/>
                    <a:pt x="88" y="1157"/>
                    <a:pt x="25" y="1428"/>
                  </a:cubicBezTo>
                  <a:lnTo>
                    <a:pt x="280" y="1488"/>
                  </a:lnTo>
                  <a:cubicBezTo>
                    <a:pt x="368" y="1120"/>
                    <a:pt x="267" y="45"/>
                    <a:pt x="2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840;p69">
              <a:extLst>
                <a:ext uri="{FF2B5EF4-FFF2-40B4-BE49-F238E27FC236}">
                  <a16:creationId xmlns:a16="http://schemas.microsoft.com/office/drawing/2014/main" id="{6E8BF367-9D36-35E4-075C-61EDEDC5EB75}"/>
                </a:ext>
              </a:extLst>
            </p:cNvPr>
            <p:cNvSpPr/>
            <p:nvPr/>
          </p:nvSpPr>
          <p:spPr>
            <a:xfrm>
              <a:off x="3417742" y="3350100"/>
              <a:ext cx="18402" cy="74306"/>
            </a:xfrm>
            <a:custGeom>
              <a:avLst/>
              <a:gdLst/>
              <a:ahLst/>
              <a:cxnLst/>
              <a:rect l="l" t="t" r="r" b="b"/>
              <a:pathLst>
                <a:path w="369" h="1490" extrusionOk="0">
                  <a:moveTo>
                    <a:pt x="262" y="1"/>
                  </a:moveTo>
                  <a:lnTo>
                    <a:pt x="1" y="27"/>
                  </a:lnTo>
                  <a:cubicBezTo>
                    <a:pt x="30" y="325"/>
                    <a:pt x="88" y="1159"/>
                    <a:pt x="25" y="1430"/>
                  </a:cubicBezTo>
                  <a:lnTo>
                    <a:pt x="280" y="1490"/>
                  </a:lnTo>
                  <a:cubicBezTo>
                    <a:pt x="368" y="1122"/>
                    <a:pt x="267" y="47"/>
                    <a:pt x="2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841;p69">
              <a:extLst>
                <a:ext uri="{FF2B5EF4-FFF2-40B4-BE49-F238E27FC236}">
                  <a16:creationId xmlns:a16="http://schemas.microsoft.com/office/drawing/2014/main" id="{2AADA744-BEA7-4ED8-C559-6AE4E260989B}"/>
                </a:ext>
              </a:extLst>
            </p:cNvPr>
            <p:cNvSpPr/>
            <p:nvPr/>
          </p:nvSpPr>
          <p:spPr>
            <a:xfrm>
              <a:off x="3217167" y="3381269"/>
              <a:ext cx="22940" cy="64332"/>
            </a:xfrm>
            <a:custGeom>
              <a:avLst/>
              <a:gdLst/>
              <a:ahLst/>
              <a:cxnLst/>
              <a:rect l="l" t="t" r="r" b="b"/>
              <a:pathLst>
                <a:path w="460" h="1290" extrusionOk="0">
                  <a:moveTo>
                    <a:pt x="79" y="0"/>
                  </a:moveTo>
                  <a:lnTo>
                    <a:pt x="79" y="0"/>
                  </a:lnTo>
                  <a:cubicBezTo>
                    <a:pt x="71" y="93"/>
                    <a:pt x="0" y="917"/>
                    <a:pt x="165" y="1289"/>
                  </a:cubicBezTo>
                  <a:lnTo>
                    <a:pt x="460" y="1159"/>
                  </a:lnTo>
                  <a:cubicBezTo>
                    <a:pt x="349" y="908"/>
                    <a:pt x="380" y="259"/>
                    <a:pt x="400" y="29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842;p69">
              <a:extLst>
                <a:ext uri="{FF2B5EF4-FFF2-40B4-BE49-F238E27FC236}">
                  <a16:creationId xmlns:a16="http://schemas.microsoft.com/office/drawing/2014/main" id="{1750DA04-4156-E663-5397-9E8CF4B6A025}"/>
                </a:ext>
              </a:extLst>
            </p:cNvPr>
            <p:cNvSpPr/>
            <p:nvPr/>
          </p:nvSpPr>
          <p:spPr>
            <a:xfrm>
              <a:off x="3071648" y="3352394"/>
              <a:ext cx="26431" cy="64183"/>
            </a:xfrm>
            <a:custGeom>
              <a:avLst/>
              <a:gdLst/>
              <a:ahLst/>
              <a:cxnLst/>
              <a:rect l="l" t="t" r="r" b="b"/>
              <a:pathLst>
                <a:path w="530" h="1287" extrusionOk="0">
                  <a:moveTo>
                    <a:pt x="215" y="1"/>
                  </a:moveTo>
                  <a:cubicBezTo>
                    <a:pt x="192" y="92"/>
                    <a:pt x="0" y="896"/>
                    <a:pt x="106" y="1287"/>
                  </a:cubicBezTo>
                  <a:lnTo>
                    <a:pt x="108" y="1287"/>
                  </a:lnTo>
                  <a:lnTo>
                    <a:pt x="418" y="1202"/>
                  </a:lnTo>
                  <a:cubicBezTo>
                    <a:pt x="346" y="939"/>
                    <a:pt x="474" y="302"/>
                    <a:pt x="529" y="78"/>
                  </a:cubicBezTo>
                  <a:lnTo>
                    <a:pt x="2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843;p69">
              <a:extLst>
                <a:ext uri="{FF2B5EF4-FFF2-40B4-BE49-F238E27FC236}">
                  <a16:creationId xmlns:a16="http://schemas.microsoft.com/office/drawing/2014/main" id="{9DBCBFF2-311F-753C-3394-05CDA4791BD2}"/>
                </a:ext>
              </a:extLst>
            </p:cNvPr>
            <p:cNvSpPr/>
            <p:nvPr/>
          </p:nvSpPr>
          <p:spPr>
            <a:xfrm>
              <a:off x="3159219" y="1918448"/>
              <a:ext cx="339515" cy="488826"/>
            </a:xfrm>
            <a:custGeom>
              <a:avLst/>
              <a:gdLst/>
              <a:ahLst/>
              <a:cxnLst/>
              <a:rect l="l" t="t" r="r" b="b"/>
              <a:pathLst>
                <a:path w="6808" h="9802" extrusionOk="0">
                  <a:moveTo>
                    <a:pt x="1506" y="0"/>
                  </a:moveTo>
                  <a:cubicBezTo>
                    <a:pt x="979" y="0"/>
                    <a:pt x="610" y="67"/>
                    <a:pt x="547" y="103"/>
                  </a:cubicBezTo>
                  <a:cubicBezTo>
                    <a:pt x="299" y="241"/>
                    <a:pt x="82" y="741"/>
                    <a:pt x="42" y="1732"/>
                  </a:cubicBezTo>
                  <a:cubicBezTo>
                    <a:pt x="1" y="2721"/>
                    <a:pt x="113" y="3362"/>
                    <a:pt x="210" y="3582"/>
                  </a:cubicBezTo>
                  <a:cubicBezTo>
                    <a:pt x="307" y="3801"/>
                    <a:pt x="296" y="4437"/>
                    <a:pt x="321" y="4548"/>
                  </a:cubicBezTo>
                  <a:cubicBezTo>
                    <a:pt x="345" y="4656"/>
                    <a:pt x="515" y="5600"/>
                    <a:pt x="594" y="6243"/>
                  </a:cubicBezTo>
                  <a:cubicBezTo>
                    <a:pt x="650" y="6679"/>
                    <a:pt x="618" y="7172"/>
                    <a:pt x="759" y="7478"/>
                  </a:cubicBezTo>
                  <a:cubicBezTo>
                    <a:pt x="825" y="7625"/>
                    <a:pt x="930" y="7726"/>
                    <a:pt x="1102" y="7761"/>
                  </a:cubicBezTo>
                  <a:cubicBezTo>
                    <a:pt x="1637" y="7866"/>
                    <a:pt x="2239" y="7875"/>
                    <a:pt x="2239" y="7875"/>
                  </a:cubicBezTo>
                  <a:cubicBezTo>
                    <a:pt x="2239" y="7875"/>
                    <a:pt x="2351" y="8503"/>
                    <a:pt x="2431" y="9801"/>
                  </a:cubicBezTo>
                  <a:cubicBezTo>
                    <a:pt x="3094" y="9529"/>
                    <a:pt x="3909" y="9706"/>
                    <a:pt x="5234" y="9450"/>
                  </a:cubicBezTo>
                  <a:cubicBezTo>
                    <a:pt x="6557" y="9195"/>
                    <a:pt x="6806" y="8729"/>
                    <a:pt x="6807" y="8581"/>
                  </a:cubicBezTo>
                  <a:cubicBezTo>
                    <a:pt x="6807" y="8435"/>
                    <a:pt x="6230" y="7765"/>
                    <a:pt x="6192" y="6931"/>
                  </a:cubicBezTo>
                  <a:cubicBezTo>
                    <a:pt x="6181" y="6720"/>
                    <a:pt x="6195" y="6434"/>
                    <a:pt x="6221" y="6125"/>
                  </a:cubicBezTo>
                  <a:cubicBezTo>
                    <a:pt x="6298" y="5222"/>
                    <a:pt x="6481" y="4125"/>
                    <a:pt x="6481" y="4125"/>
                  </a:cubicBezTo>
                  <a:cubicBezTo>
                    <a:pt x="5921" y="568"/>
                    <a:pt x="3042" y="0"/>
                    <a:pt x="1506" y="0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844;p69">
              <a:extLst>
                <a:ext uri="{FF2B5EF4-FFF2-40B4-BE49-F238E27FC236}">
                  <a16:creationId xmlns:a16="http://schemas.microsoft.com/office/drawing/2014/main" id="{77C440EC-BB64-E5D9-E3E5-71DFA621038B}"/>
                </a:ext>
              </a:extLst>
            </p:cNvPr>
            <p:cNvSpPr/>
            <p:nvPr/>
          </p:nvSpPr>
          <p:spPr>
            <a:xfrm>
              <a:off x="3120670" y="1842098"/>
              <a:ext cx="412425" cy="404845"/>
            </a:xfrm>
            <a:custGeom>
              <a:avLst/>
              <a:gdLst/>
              <a:ahLst/>
              <a:cxnLst/>
              <a:rect l="l" t="t" r="r" b="b"/>
              <a:pathLst>
                <a:path w="8270" h="8118" extrusionOk="0">
                  <a:moveTo>
                    <a:pt x="4496" y="1"/>
                  </a:moveTo>
                  <a:cubicBezTo>
                    <a:pt x="3628" y="1"/>
                    <a:pt x="2583" y="180"/>
                    <a:pt x="1727" y="597"/>
                  </a:cubicBezTo>
                  <a:cubicBezTo>
                    <a:pt x="1727" y="597"/>
                    <a:pt x="1547" y="684"/>
                    <a:pt x="1327" y="684"/>
                  </a:cubicBezTo>
                  <a:cubicBezTo>
                    <a:pt x="1231" y="684"/>
                    <a:pt x="1126" y="667"/>
                    <a:pt x="1026" y="619"/>
                  </a:cubicBezTo>
                  <a:cubicBezTo>
                    <a:pt x="984" y="599"/>
                    <a:pt x="943" y="590"/>
                    <a:pt x="903" y="590"/>
                  </a:cubicBezTo>
                  <a:cubicBezTo>
                    <a:pt x="625" y="590"/>
                    <a:pt x="388" y="1014"/>
                    <a:pt x="358" y="1218"/>
                  </a:cubicBezTo>
                  <a:lnTo>
                    <a:pt x="360" y="1218"/>
                  </a:lnTo>
                  <a:cubicBezTo>
                    <a:pt x="326" y="1451"/>
                    <a:pt x="0" y="1774"/>
                    <a:pt x="488" y="1972"/>
                  </a:cubicBezTo>
                  <a:cubicBezTo>
                    <a:pt x="585" y="2044"/>
                    <a:pt x="708" y="2129"/>
                    <a:pt x="812" y="2172"/>
                  </a:cubicBezTo>
                  <a:cubicBezTo>
                    <a:pt x="1017" y="2257"/>
                    <a:pt x="1129" y="2294"/>
                    <a:pt x="1129" y="2294"/>
                  </a:cubicBezTo>
                  <a:cubicBezTo>
                    <a:pt x="1129" y="2294"/>
                    <a:pt x="957" y="3257"/>
                    <a:pt x="969" y="3640"/>
                  </a:cubicBezTo>
                  <a:cubicBezTo>
                    <a:pt x="980" y="4023"/>
                    <a:pt x="931" y="4378"/>
                    <a:pt x="1089" y="4606"/>
                  </a:cubicBezTo>
                  <a:cubicBezTo>
                    <a:pt x="1248" y="4832"/>
                    <a:pt x="1481" y="4916"/>
                    <a:pt x="1538" y="5105"/>
                  </a:cubicBezTo>
                  <a:cubicBezTo>
                    <a:pt x="1592" y="5285"/>
                    <a:pt x="1629" y="5470"/>
                    <a:pt x="1672" y="5653"/>
                  </a:cubicBezTo>
                  <a:cubicBezTo>
                    <a:pt x="1698" y="5767"/>
                    <a:pt x="1724" y="5879"/>
                    <a:pt x="1751" y="5993"/>
                  </a:cubicBezTo>
                  <a:cubicBezTo>
                    <a:pt x="1760" y="6038"/>
                    <a:pt x="1763" y="6088"/>
                    <a:pt x="1797" y="6122"/>
                  </a:cubicBezTo>
                  <a:cubicBezTo>
                    <a:pt x="1834" y="6159"/>
                    <a:pt x="1895" y="6195"/>
                    <a:pt x="1940" y="6230"/>
                  </a:cubicBezTo>
                  <a:cubicBezTo>
                    <a:pt x="2007" y="6285"/>
                    <a:pt x="2095" y="6311"/>
                    <a:pt x="2178" y="6338"/>
                  </a:cubicBezTo>
                  <a:cubicBezTo>
                    <a:pt x="2186" y="6167"/>
                    <a:pt x="2167" y="5992"/>
                    <a:pt x="2230" y="5828"/>
                  </a:cubicBezTo>
                  <a:cubicBezTo>
                    <a:pt x="2297" y="5661"/>
                    <a:pt x="2438" y="5558"/>
                    <a:pt x="2610" y="5516"/>
                  </a:cubicBezTo>
                  <a:cubicBezTo>
                    <a:pt x="2642" y="5509"/>
                    <a:pt x="2674" y="5505"/>
                    <a:pt x="2706" y="5505"/>
                  </a:cubicBezTo>
                  <a:cubicBezTo>
                    <a:pt x="3310" y="5505"/>
                    <a:pt x="4034" y="6765"/>
                    <a:pt x="4107" y="6964"/>
                  </a:cubicBezTo>
                  <a:cubicBezTo>
                    <a:pt x="4184" y="7173"/>
                    <a:pt x="4492" y="7677"/>
                    <a:pt x="5025" y="7934"/>
                  </a:cubicBezTo>
                  <a:cubicBezTo>
                    <a:pt x="5310" y="8071"/>
                    <a:pt x="5616" y="8118"/>
                    <a:pt x="5885" y="8118"/>
                  </a:cubicBezTo>
                  <a:cubicBezTo>
                    <a:pt x="6120" y="8118"/>
                    <a:pt x="6327" y="8083"/>
                    <a:pt x="6471" y="8040"/>
                  </a:cubicBezTo>
                  <a:cubicBezTo>
                    <a:pt x="6780" y="7951"/>
                    <a:pt x="6982" y="7814"/>
                    <a:pt x="6982" y="7814"/>
                  </a:cubicBezTo>
                  <a:cubicBezTo>
                    <a:pt x="6982" y="7814"/>
                    <a:pt x="7706" y="6904"/>
                    <a:pt x="7988" y="6208"/>
                  </a:cubicBezTo>
                  <a:cubicBezTo>
                    <a:pt x="8269" y="5515"/>
                    <a:pt x="8125" y="2483"/>
                    <a:pt x="7857" y="1955"/>
                  </a:cubicBezTo>
                  <a:cubicBezTo>
                    <a:pt x="7588" y="1429"/>
                    <a:pt x="6767" y="316"/>
                    <a:pt x="5338" y="66"/>
                  </a:cubicBezTo>
                  <a:cubicBezTo>
                    <a:pt x="5090" y="24"/>
                    <a:pt x="4804" y="1"/>
                    <a:pt x="4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845;p69">
              <a:extLst>
                <a:ext uri="{FF2B5EF4-FFF2-40B4-BE49-F238E27FC236}">
                  <a16:creationId xmlns:a16="http://schemas.microsoft.com/office/drawing/2014/main" id="{A8890D16-7EE6-6DE8-B857-BFEEB3427F6D}"/>
                </a:ext>
              </a:extLst>
            </p:cNvPr>
            <p:cNvSpPr/>
            <p:nvPr/>
          </p:nvSpPr>
          <p:spPr>
            <a:xfrm>
              <a:off x="3216992" y="2098869"/>
              <a:ext cx="43736" cy="103979"/>
            </a:xfrm>
            <a:custGeom>
              <a:avLst/>
              <a:gdLst/>
              <a:ahLst/>
              <a:cxnLst/>
              <a:rect l="l" t="t" r="r" b="b"/>
              <a:pathLst>
                <a:path w="877" h="2085" extrusionOk="0">
                  <a:moveTo>
                    <a:pt x="182" y="0"/>
                  </a:moveTo>
                  <a:cubicBezTo>
                    <a:pt x="16" y="0"/>
                    <a:pt x="1" y="232"/>
                    <a:pt x="1" y="232"/>
                  </a:cubicBezTo>
                  <a:cubicBezTo>
                    <a:pt x="1" y="232"/>
                    <a:pt x="133" y="591"/>
                    <a:pt x="136" y="701"/>
                  </a:cubicBezTo>
                  <a:cubicBezTo>
                    <a:pt x="139" y="814"/>
                    <a:pt x="155" y="1317"/>
                    <a:pt x="172" y="1518"/>
                  </a:cubicBezTo>
                  <a:cubicBezTo>
                    <a:pt x="187" y="1720"/>
                    <a:pt x="327" y="1967"/>
                    <a:pt x="472" y="2073"/>
                  </a:cubicBezTo>
                  <a:cubicBezTo>
                    <a:pt x="482" y="2081"/>
                    <a:pt x="493" y="2085"/>
                    <a:pt x="505" y="2085"/>
                  </a:cubicBezTo>
                  <a:cubicBezTo>
                    <a:pt x="653" y="2085"/>
                    <a:pt x="876" y="1495"/>
                    <a:pt x="858" y="1215"/>
                  </a:cubicBezTo>
                  <a:cubicBezTo>
                    <a:pt x="839" y="912"/>
                    <a:pt x="813" y="409"/>
                    <a:pt x="421" y="108"/>
                  </a:cubicBezTo>
                  <a:cubicBezTo>
                    <a:pt x="318" y="29"/>
                    <a:pt x="241" y="0"/>
                    <a:pt x="182" y="0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" name="Google Shape;3846;p69">
              <a:extLst>
                <a:ext uri="{FF2B5EF4-FFF2-40B4-BE49-F238E27FC236}">
                  <a16:creationId xmlns:a16="http://schemas.microsoft.com/office/drawing/2014/main" id="{8E85A335-A1FA-995A-472C-FAA56FB0FCBE}"/>
                </a:ext>
              </a:extLst>
            </p:cNvPr>
            <p:cNvGrpSpPr/>
            <p:nvPr/>
          </p:nvGrpSpPr>
          <p:grpSpPr>
            <a:xfrm>
              <a:off x="2562382" y="2497516"/>
              <a:ext cx="376455" cy="244409"/>
              <a:chOff x="537544" y="1962837"/>
              <a:chExt cx="1067050" cy="692768"/>
            </a:xfrm>
          </p:grpSpPr>
          <p:sp>
            <p:nvSpPr>
              <p:cNvPr id="38" name="Google Shape;3847;p69">
                <a:extLst>
                  <a:ext uri="{FF2B5EF4-FFF2-40B4-BE49-F238E27FC236}">
                    <a16:creationId xmlns:a16="http://schemas.microsoft.com/office/drawing/2014/main" id="{9C62DEE8-0697-7DF3-EB93-E66F5EFB1512}"/>
                  </a:ext>
                </a:extLst>
              </p:cNvPr>
              <p:cNvSpPr/>
              <p:nvPr/>
            </p:nvSpPr>
            <p:spPr>
              <a:xfrm>
                <a:off x="537544" y="2178035"/>
                <a:ext cx="535521" cy="477570"/>
              </a:xfrm>
              <a:custGeom>
                <a:avLst/>
                <a:gdLst/>
                <a:ahLst/>
                <a:cxnLst/>
                <a:rect l="l" t="t" r="r" b="b"/>
                <a:pathLst>
                  <a:path w="15414" h="13746" extrusionOk="0">
                    <a:moveTo>
                      <a:pt x="7689" y="0"/>
                    </a:moveTo>
                    <a:cubicBezTo>
                      <a:pt x="7014" y="373"/>
                      <a:pt x="6580" y="625"/>
                      <a:pt x="6580" y="625"/>
                    </a:cubicBezTo>
                    <a:cubicBezTo>
                      <a:pt x="6580" y="625"/>
                      <a:pt x="2105" y="1017"/>
                      <a:pt x="1721" y="2386"/>
                    </a:cubicBezTo>
                    <a:cubicBezTo>
                      <a:pt x="1601" y="2812"/>
                      <a:pt x="429" y="2843"/>
                      <a:pt x="267" y="3151"/>
                    </a:cubicBezTo>
                    <a:cubicBezTo>
                      <a:pt x="76" y="3514"/>
                      <a:pt x="1" y="3938"/>
                      <a:pt x="6" y="4214"/>
                    </a:cubicBezTo>
                    <a:cubicBezTo>
                      <a:pt x="23" y="5204"/>
                      <a:pt x="250" y="5549"/>
                      <a:pt x="267" y="5595"/>
                    </a:cubicBezTo>
                    <a:cubicBezTo>
                      <a:pt x="667" y="6736"/>
                      <a:pt x="3808" y="10420"/>
                      <a:pt x="7012" y="12474"/>
                    </a:cubicBezTo>
                    <a:cubicBezTo>
                      <a:pt x="8546" y="13457"/>
                      <a:pt x="9950" y="13745"/>
                      <a:pt x="11070" y="13745"/>
                    </a:cubicBezTo>
                    <a:cubicBezTo>
                      <a:pt x="12290" y="13745"/>
                      <a:pt x="13172" y="13403"/>
                      <a:pt x="13519" y="13244"/>
                    </a:cubicBezTo>
                    <a:cubicBezTo>
                      <a:pt x="14269" y="12901"/>
                      <a:pt x="15414" y="11780"/>
                      <a:pt x="14352" y="9017"/>
                    </a:cubicBezTo>
                    <a:cubicBezTo>
                      <a:pt x="14276" y="8819"/>
                      <a:pt x="14186" y="8673"/>
                      <a:pt x="14091" y="8567"/>
                    </a:cubicBezTo>
                    <a:cubicBezTo>
                      <a:pt x="13754" y="8592"/>
                      <a:pt x="13390" y="8620"/>
                      <a:pt x="13027" y="8620"/>
                    </a:cubicBezTo>
                    <a:cubicBezTo>
                      <a:pt x="12366" y="8620"/>
                      <a:pt x="11704" y="8528"/>
                      <a:pt x="11198" y="8161"/>
                    </a:cubicBezTo>
                    <a:cubicBezTo>
                      <a:pt x="10344" y="7542"/>
                      <a:pt x="10299" y="6216"/>
                      <a:pt x="10059" y="5293"/>
                    </a:cubicBezTo>
                    <a:cubicBezTo>
                      <a:pt x="9866" y="4552"/>
                      <a:pt x="9587" y="3837"/>
                      <a:pt x="9296" y="3129"/>
                    </a:cubicBezTo>
                    <a:cubicBezTo>
                      <a:pt x="9016" y="2443"/>
                      <a:pt x="8773" y="1711"/>
                      <a:pt x="8423" y="1059"/>
                    </a:cubicBezTo>
                    <a:cubicBezTo>
                      <a:pt x="8218" y="679"/>
                      <a:pt x="7964" y="331"/>
                      <a:pt x="768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848;p69">
                <a:extLst>
                  <a:ext uri="{FF2B5EF4-FFF2-40B4-BE49-F238E27FC236}">
                    <a16:creationId xmlns:a16="http://schemas.microsoft.com/office/drawing/2014/main" id="{23ACBBA3-F7AE-A60D-39D4-0A236EB4AA4B}"/>
                  </a:ext>
                </a:extLst>
              </p:cNvPr>
              <p:cNvSpPr/>
              <p:nvPr/>
            </p:nvSpPr>
            <p:spPr>
              <a:xfrm>
                <a:off x="812049" y="2072729"/>
                <a:ext cx="792546" cy="396169"/>
              </a:xfrm>
              <a:custGeom>
                <a:avLst/>
                <a:gdLst/>
                <a:ahLst/>
                <a:cxnLst/>
                <a:rect l="l" t="t" r="r" b="b"/>
                <a:pathLst>
                  <a:path w="22812" h="11403" extrusionOk="0">
                    <a:moveTo>
                      <a:pt x="7103" y="1"/>
                    </a:moveTo>
                    <a:cubicBezTo>
                      <a:pt x="5559" y="1"/>
                      <a:pt x="1956" y="1846"/>
                      <a:pt x="0" y="2915"/>
                    </a:cubicBezTo>
                    <a:cubicBezTo>
                      <a:pt x="134" y="3075"/>
                      <a:pt x="263" y="3238"/>
                      <a:pt x="383" y="3408"/>
                    </a:cubicBezTo>
                    <a:cubicBezTo>
                      <a:pt x="1075" y="4390"/>
                      <a:pt x="1460" y="5626"/>
                      <a:pt x="1889" y="6740"/>
                    </a:cubicBezTo>
                    <a:cubicBezTo>
                      <a:pt x="2148" y="7406"/>
                      <a:pt x="2369" y="8084"/>
                      <a:pt x="2518" y="8784"/>
                    </a:cubicBezTo>
                    <a:cubicBezTo>
                      <a:pt x="2637" y="9337"/>
                      <a:pt x="2724" y="9936"/>
                      <a:pt x="2994" y="10443"/>
                    </a:cubicBezTo>
                    <a:cubicBezTo>
                      <a:pt x="3418" y="11236"/>
                      <a:pt x="4299" y="11403"/>
                      <a:pt x="5180" y="11403"/>
                    </a:cubicBezTo>
                    <a:cubicBezTo>
                      <a:pt x="5235" y="11403"/>
                      <a:pt x="5290" y="11402"/>
                      <a:pt x="5344" y="11401"/>
                    </a:cubicBezTo>
                    <a:cubicBezTo>
                      <a:pt x="6036" y="10990"/>
                      <a:pt x="8513" y="10304"/>
                      <a:pt x="9354" y="9820"/>
                    </a:cubicBezTo>
                    <a:cubicBezTo>
                      <a:pt x="10237" y="9309"/>
                      <a:pt x="11503" y="7757"/>
                      <a:pt x="12197" y="7449"/>
                    </a:cubicBezTo>
                    <a:cubicBezTo>
                      <a:pt x="12427" y="7348"/>
                      <a:pt x="12612" y="7302"/>
                      <a:pt x="12840" y="7302"/>
                    </a:cubicBezTo>
                    <a:cubicBezTo>
                      <a:pt x="13301" y="7302"/>
                      <a:pt x="13937" y="7487"/>
                      <a:pt x="15468" y="7772"/>
                    </a:cubicBezTo>
                    <a:cubicBezTo>
                      <a:pt x="16968" y="8051"/>
                      <a:pt x="18248" y="8231"/>
                      <a:pt x="19175" y="8231"/>
                    </a:cubicBezTo>
                    <a:cubicBezTo>
                      <a:pt x="19663" y="8231"/>
                      <a:pt x="20054" y="8181"/>
                      <a:pt x="20326" y="8069"/>
                    </a:cubicBezTo>
                    <a:cubicBezTo>
                      <a:pt x="21958" y="7395"/>
                      <a:pt x="22812" y="4165"/>
                      <a:pt x="19726" y="1184"/>
                    </a:cubicBezTo>
                    <a:cubicBezTo>
                      <a:pt x="19460" y="926"/>
                      <a:pt x="9265" y="243"/>
                      <a:pt x="7287" y="10"/>
                    </a:cubicBezTo>
                    <a:cubicBezTo>
                      <a:pt x="7229" y="4"/>
                      <a:pt x="7168" y="1"/>
                      <a:pt x="71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3849;p69">
                <a:extLst>
                  <a:ext uri="{FF2B5EF4-FFF2-40B4-BE49-F238E27FC236}">
                    <a16:creationId xmlns:a16="http://schemas.microsoft.com/office/drawing/2014/main" id="{43CDB133-2A67-4F41-3A2C-8B70D28E0FD0}"/>
                  </a:ext>
                </a:extLst>
              </p:cNvPr>
              <p:cNvSpPr/>
              <p:nvPr/>
            </p:nvSpPr>
            <p:spPr>
              <a:xfrm>
                <a:off x="545362" y="2122064"/>
                <a:ext cx="511027" cy="453251"/>
              </a:xfrm>
              <a:custGeom>
                <a:avLst/>
                <a:gdLst/>
                <a:ahLst/>
                <a:cxnLst/>
                <a:rect l="l" t="t" r="r" b="b"/>
                <a:pathLst>
                  <a:path w="14709" h="13046" extrusionOk="0">
                    <a:moveTo>
                      <a:pt x="13215" y="9041"/>
                    </a:moveTo>
                    <a:lnTo>
                      <a:pt x="13215" y="9041"/>
                    </a:lnTo>
                    <a:cubicBezTo>
                      <a:pt x="13216" y="9042"/>
                      <a:pt x="13216" y="9042"/>
                      <a:pt x="13216" y="9043"/>
                    </a:cubicBezTo>
                    <a:lnTo>
                      <a:pt x="13216" y="9043"/>
                    </a:lnTo>
                    <a:cubicBezTo>
                      <a:pt x="13217" y="9043"/>
                      <a:pt x="13217" y="9043"/>
                      <a:pt x="13217" y="9043"/>
                    </a:cubicBezTo>
                    <a:lnTo>
                      <a:pt x="13215" y="9041"/>
                    </a:lnTo>
                    <a:close/>
                    <a:moveTo>
                      <a:pt x="5866" y="1"/>
                    </a:moveTo>
                    <a:cubicBezTo>
                      <a:pt x="4637" y="535"/>
                      <a:pt x="1476" y="1998"/>
                      <a:pt x="820" y="3167"/>
                    </a:cubicBezTo>
                    <a:cubicBezTo>
                      <a:pt x="728" y="3333"/>
                      <a:pt x="1" y="4645"/>
                      <a:pt x="42" y="4762"/>
                    </a:cubicBezTo>
                    <a:cubicBezTo>
                      <a:pt x="442" y="5905"/>
                      <a:pt x="3583" y="9587"/>
                      <a:pt x="6787" y="11641"/>
                    </a:cubicBezTo>
                    <a:cubicBezTo>
                      <a:pt x="8528" y="12757"/>
                      <a:pt x="10118" y="13046"/>
                      <a:pt x="11321" y="13046"/>
                    </a:cubicBezTo>
                    <a:cubicBezTo>
                      <a:pt x="12331" y="13046"/>
                      <a:pt x="13067" y="12842"/>
                      <a:pt x="13389" y="12756"/>
                    </a:cubicBezTo>
                    <a:cubicBezTo>
                      <a:pt x="14095" y="12567"/>
                      <a:pt x="14709" y="11627"/>
                      <a:pt x="13969" y="10304"/>
                    </a:cubicBezTo>
                    <a:cubicBezTo>
                      <a:pt x="13709" y="9839"/>
                      <a:pt x="13438" y="9415"/>
                      <a:pt x="13216" y="9043"/>
                    </a:cubicBezTo>
                    <a:lnTo>
                      <a:pt x="13216" y="9043"/>
                    </a:lnTo>
                    <a:cubicBezTo>
                      <a:pt x="13056" y="9128"/>
                      <a:pt x="12876" y="9164"/>
                      <a:pt x="12686" y="9164"/>
                    </a:cubicBezTo>
                    <a:cubicBezTo>
                      <a:pt x="12093" y="9164"/>
                      <a:pt x="11412" y="8811"/>
                      <a:pt x="10977" y="8520"/>
                    </a:cubicBezTo>
                    <a:cubicBezTo>
                      <a:pt x="10457" y="8173"/>
                      <a:pt x="10144" y="7732"/>
                      <a:pt x="9880" y="7174"/>
                    </a:cubicBezTo>
                    <a:cubicBezTo>
                      <a:pt x="9594" y="6572"/>
                      <a:pt x="9118" y="6069"/>
                      <a:pt x="8888" y="5446"/>
                    </a:cubicBezTo>
                    <a:cubicBezTo>
                      <a:pt x="8873" y="5405"/>
                      <a:pt x="8882" y="5369"/>
                      <a:pt x="8904" y="5345"/>
                    </a:cubicBezTo>
                    <a:cubicBezTo>
                      <a:pt x="8047" y="3917"/>
                      <a:pt x="7187" y="2491"/>
                      <a:pt x="6410" y="1021"/>
                    </a:cubicBezTo>
                    <a:cubicBezTo>
                      <a:pt x="6232" y="682"/>
                      <a:pt x="6047" y="342"/>
                      <a:pt x="586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lt1"/>
                  </a:gs>
                  <a:gs pos="100000">
                    <a:schemeClr val="accent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3850;p69">
                <a:extLst>
                  <a:ext uri="{FF2B5EF4-FFF2-40B4-BE49-F238E27FC236}">
                    <a16:creationId xmlns:a16="http://schemas.microsoft.com/office/drawing/2014/main" id="{B403304D-36CB-586C-556E-D1A0A2BB26BA}"/>
                  </a:ext>
                </a:extLst>
              </p:cNvPr>
              <p:cNvSpPr/>
              <p:nvPr/>
            </p:nvSpPr>
            <p:spPr>
              <a:xfrm>
                <a:off x="756738" y="1987852"/>
                <a:ext cx="800641" cy="444600"/>
              </a:xfrm>
              <a:custGeom>
                <a:avLst/>
                <a:gdLst/>
                <a:ahLst/>
                <a:cxnLst/>
                <a:rect l="l" t="t" r="r" b="b"/>
                <a:pathLst>
                  <a:path w="23045" h="12797" extrusionOk="0">
                    <a:moveTo>
                      <a:pt x="8696" y="1"/>
                    </a:moveTo>
                    <a:cubicBezTo>
                      <a:pt x="6521" y="1"/>
                      <a:pt x="271" y="3656"/>
                      <a:pt x="271" y="3656"/>
                    </a:cubicBezTo>
                    <a:cubicBezTo>
                      <a:pt x="271" y="3656"/>
                      <a:pt x="171" y="3698"/>
                      <a:pt x="0" y="3770"/>
                    </a:cubicBezTo>
                    <a:cubicBezTo>
                      <a:pt x="216" y="4173"/>
                      <a:pt x="435" y="4572"/>
                      <a:pt x="648" y="4967"/>
                    </a:cubicBezTo>
                    <a:cubicBezTo>
                      <a:pt x="1466" y="6494"/>
                      <a:pt x="2366" y="7976"/>
                      <a:pt x="3257" y="9460"/>
                    </a:cubicBezTo>
                    <a:cubicBezTo>
                      <a:pt x="3295" y="9523"/>
                      <a:pt x="3269" y="9581"/>
                      <a:pt x="3223" y="9615"/>
                    </a:cubicBezTo>
                    <a:cubicBezTo>
                      <a:pt x="3392" y="9897"/>
                      <a:pt x="3606" y="10151"/>
                      <a:pt x="3770" y="10438"/>
                    </a:cubicBezTo>
                    <a:cubicBezTo>
                      <a:pt x="3993" y="10831"/>
                      <a:pt x="4127" y="11263"/>
                      <a:pt x="4412" y="11618"/>
                    </a:cubicBezTo>
                    <a:cubicBezTo>
                      <a:pt x="4736" y="12025"/>
                      <a:pt x="5808" y="12797"/>
                      <a:pt x="6593" y="12797"/>
                    </a:cubicBezTo>
                    <a:cubicBezTo>
                      <a:pt x="6746" y="12797"/>
                      <a:pt x="6889" y="12767"/>
                      <a:pt x="7013" y="12699"/>
                    </a:cubicBezTo>
                    <a:cubicBezTo>
                      <a:pt x="6687" y="12123"/>
                      <a:pt x="6534" y="11692"/>
                      <a:pt x="6842" y="11460"/>
                    </a:cubicBezTo>
                    <a:cubicBezTo>
                      <a:pt x="7373" y="11060"/>
                      <a:pt x="10063" y="10329"/>
                      <a:pt x="10946" y="9818"/>
                    </a:cubicBezTo>
                    <a:cubicBezTo>
                      <a:pt x="11829" y="9309"/>
                      <a:pt x="13095" y="7756"/>
                      <a:pt x="13789" y="7450"/>
                    </a:cubicBezTo>
                    <a:cubicBezTo>
                      <a:pt x="13941" y="7382"/>
                      <a:pt x="14143" y="7353"/>
                      <a:pt x="14390" y="7353"/>
                    </a:cubicBezTo>
                    <a:cubicBezTo>
                      <a:pt x="15262" y="7353"/>
                      <a:pt x="16693" y="7719"/>
                      <a:pt x="18479" y="8053"/>
                    </a:cubicBezTo>
                    <a:cubicBezTo>
                      <a:pt x="19166" y="8180"/>
                      <a:pt x="19740" y="8233"/>
                      <a:pt x="20216" y="8233"/>
                    </a:cubicBezTo>
                    <a:cubicBezTo>
                      <a:pt x="21325" y="8233"/>
                      <a:pt x="21900" y="7947"/>
                      <a:pt x="22129" y="7662"/>
                    </a:cubicBezTo>
                    <a:cubicBezTo>
                      <a:pt x="22375" y="7356"/>
                      <a:pt x="23044" y="5645"/>
                      <a:pt x="22087" y="4422"/>
                    </a:cubicBezTo>
                    <a:lnTo>
                      <a:pt x="22089" y="4422"/>
                    </a:lnTo>
                    <a:cubicBezTo>
                      <a:pt x="21770" y="4016"/>
                      <a:pt x="21681" y="4367"/>
                      <a:pt x="20794" y="3906"/>
                    </a:cubicBezTo>
                    <a:cubicBezTo>
                      <a:pt x="17236" y="2055"/>
                      <a:pt x="10857" y="242"/>
                      <a:pt x="8879" y="11"/>
                    </a:cubicBezTo>
                    <a:cubicBezTo>
                      <a:pt x="8822" y="4"/>
                      <a:pt x="8760" y="1"/>
                      <a:pt x="869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lt1"/>
                  </a:gs>
                  <a:gs pos="100000">
                    <a:schemeClr val="accent6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3851;p69">
                <a:extLst>
                  <a:ext uri="{FF2B5EF4-FFF2-40B4-BE49-F238E27FC236}">
                    <a16:creationId xmlns:a16="http://schemas.microsoft.com/office/drawing/2014/main" id="{15D656CE-5A92-E657-FCBD-4A93051D39F6}"/>
                  </a:ext>
                </a:extLst>
              </p:cNvPr>
              <p:cNvSpPr/>
              <p:nvPr/>
            </p:nvSpPr>
            <p:spPr>
              <a:xfrm>
                <a:off x="573851" y="1962837"/>
                <a:ext cx="954585" cy="528503"/>
              </a:xfrm>
              <a:custGeom>
                <a:avLst/>
                <a:gdLst/>
                <a:ahLst/>
                <a:cxnLst/>
                <a:rect l="l" t="t" r="r" b="b"/>
                <a:pathLst>
                  <a:path w="27476" h="15212" extrusionOk="0">
                    <a:moveTo>
                      <a:pt x="13958" y="0"/>
                    </a:moveTo>
                    <a:cubicBezTo>
                      <a:pt x="12526" y="0"/>
                      <a:pt x="8268" y="2178"/>
                      <a:pt x="5913" y="3555"/>
                    </a:cubicBezTo>
                    <a:cubicBezTo>
                      <a:pt x="3346" y="5018"/>
                      <a:pt x="453" y="6996"/>
                      <a:pt x="0" y="7750"/>
                    </a:cubicBezTo>
                    <a:cubicBezTo>
                      <a:pt x="533" y="8840"/>
                      <a:pt x="3417" y="12203"/>
                      <a:pt x="6378" y="14101"/>
                    </a:cubicBezTo>
                    <a:cubicBezTo>
                      <a:pt x="7527" y="14838"/>
                      <a:pt x="8721" y="15211"/>
                      <a:pt x="9922" y="15211"/>
                    </a:cubicBezTo>
                    <a:cubicBezTo>
                      <a:pt x="10859" y="15211"/>
                      <a:pt x="11695" y="15151"/>
                      <a:pt x="12131" y="15018"/>
                    </a:cubicBezTo>
                    <a:cubicBezTo>
                      <a:pt x="12232" y="14987"/>
                      <a:pt x="12318" y="14961"/>
                      <a:pt x="12388" y="14942"/>
                    </a:cubicBezTo>
                    <a:cubicBezTo>
                      <a:pt x="12594" y="14887"/>
                      <a:pt x="12638" y="14624"/>
                      <a:pt x="12681" y="14524"/>
                    </a:cubicBezTo>
                    <a:cubicBezTo>
                      <a:pt x="12703" y="14472"/>
                      <a:pt x="12755" y="14261"/>
                      <a:pt x="12485" y="13776"/>
                    </a:cubicBezTo>
                    <a:cubicBezTo>
                      <a:pt x="12321" y="13484"/>
                      <a:pt x="12152" y="13209"/>
                      <a:pt x="11991" y="12943"/>
                    </a:cubicBezTo>
                    <a:cubicBezTo>
                      <a:pt x="11380" y="11944"/>
                      <a:pt x="10688" y="10814"/>
                      <a:pt x="11648" y="10089"/>
                    </a:cubicBezTo>
                    <a:cubicBezTo>
                      <a:pt x="11995" y="9828"/>
                      <a:pt x="12698" y="9575"/>
                      <a:pt x="13817" y="9185"/>
                    </a:cubicBezTo>
                    <a:cubicBezTo>
                      <a:pt x="14584" y="8916"/>
                      <a:pt x="15456" y="8611"/>
                      <a:pt x="15829" y="8397"/>
                    </a:cubicBezTo>
                    <a:cubicBezTo>
                      <a:pt x="16184" y="8191"/>
                      <a:pt x="16698" y="7700"/>
                      <a:pt x="17151" y="7268"/>
                    </a:cubicBezTo>
                    <a:cubicBezTo>
                      <a:pt x="17751" y="6694"/>
                      <a:pt x="18270" y="6201"/>
                      <a:pt x="18745" y="5990"/>
                    </a:cubicBezTo>
                    <a:cubicBezTo>
                      <a:pt x="18991" y="5881"/>
                      <a:pt x="19288" y="5828"/>
                      <a:pt x="19654" y="5828"/>
                    </a:cubicBezTo>
                    <a:cubicBezTo>
                      <a:pt x="20345" y="5828"/>
                      <a:pt x="21255" y="6015"/>
                      <a:pt x="22408" y="6248"/>
                    </a:cubicBezTo>
                    <a:cubicBezTo>
                      <a:pt x="22864" y="6342"/>
                      <a:pt x="23358" y="6444"/>
                      <a:pt x="23883" y="6541"/>
                    </a:cubicBezTo>
                    <a:cubicBezTo>
                      <a:pt x="24481" y="6651"/>
                      <a:pt x="25019" y="6708"/>
                      <a:pt x="25481" y="6708"/>
                    </a:cubicBezTo>
                    <a:cubicBezTo>
                      <a:pt x="26535" y="6708"/>
                      <a:pt x="26798" y="6425"/>
                      <a:pt x="26801" y="6422"/>
                    </a:cubicBezTo>
                    <a:cubicBezTo>
                      <a:pt x="26838" y="6376"/>
                      <a:pt x="26890" y="6318"/>
                      <a:pt x="26953" y="6250"/>
                    </a:cubicBezTo>
                    <a:cubicBezTo>
                      <a:pt x="27219" y="5961"/>
                      <a:pt x="27476" y="5652"/>
                      <a:pt x="27421" y="5335"/>
                    </a:cubicBezTo>
                    <a:cubicBezTo>
                      <a:pt x="27384" y="5129"/>
                      <a:pt x="27145" y="4566"/>
                      <a:pt x="25707" y="3818"/>
                    </a:cubicBezTo>
                    <a:cubicBezTo>
                      <a:pt x="22254" y="2023"/>
                      <a:pt x="15912" y="222"/>
                      <a:pt x="14054" y="5"/>
                    </a:cubicBezTo>
                    <a:cubicBezTo>
                      <a:pt x="14024" y="2"/>
                      <a:pt x="13992" y="0"/>
                      <a:pt x="1395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3852;p69">
                <a:extLst>
                  <a:ext uri="{FF2B5EF4-FFF2-40B4-BE49-F238E27FC236}">
                    <a16:creationId xmlns:a16="http://schemas.microsoft.com/office/drawing/2014/main" id="{830ABACE-58FF-85F1-FAB9-CE3F6E04763F}"/>
                  </a:ext>
                </a:extLst>
              </p:cNvPr>
              <p:cNvSpPr/>
              <p:nvPr/>
            </p:nvSpPr>
            <p:spPr>
              <a:xfrm>
                <a:off x="1008381" y="2022561"/>
                <a:ext cx="268490" cy="147447"/>
              </a:xfrm>
              <a:custGeom>
                <a:avLst/>
                <a:gdLst/>
                <a:ahLst/>
                <a:cxnLst/>
                <a:rect l="l" t="t" r="r" b="b"/>
                <a:pathLst>
                  <a:path w="7728" h="4244" extrusionOk="0">
                    <a:moveTo>
                      <a:pt x="3562" y="1"/>
                    </a:moveTo>
                    <a:cubicBezTo>
                      <a:pt x="2746" y="1"/>
                      <a:pt x="1951" y="174"/>
                      <a:pt x="1339" y="527"/>
                    </a:cubicBezTo>
                    <a:cubicBezTo>
                      <a:pt x="1" y="1301"/>
                      <a:pt x="47" y="2640"/>
                      <a:pt x="1442" y="3522"/>
                    </a:cubicBezTo>
                    <a:cubicBezTo>
                      <a:pt x="2198" y="3999"/>
                      <a:pt x="3197" y="4244"/>
                      <a:pt x="4165" y="4244"/>
                    </a:cubicBezTo>
                    <a:cubicBezTo>
                      <a:pt x="4982" y="4244"/>
                      <a:pt x="5777" y="4070"/>
                      <a:pt x="6389" y="3717"/>
                    </a:cubicBezTo>
                    <a:cubicBezTo>
                      <a:pt x="7727" y="2943"/>
                      <a:pt x="7682" y="1604"/>
                      <a:pt x="6287" y="722"/>
                    </a:cubicBezTo>
                    <a:cubicBezTo>
                      <a:pt x="5530" y="245"/>
                      <a:pt x="4531" y="1"/>
                      <a:pt x="356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3853;p69">
                <a:extLst>
                  <a:ext uri="{FF2B5EF4-FFF2-40B4-BE49-F238E27FC236}">
                    <a16:creationId xmlns:a16="http://schemas.microsoft.com/office/drawing/2014/main" id="{62111E21-1DFA-392C-DC3F-9EC3754BB951}"/>
                  </a:ext>
                </a:extLst>
              </p:cNvPr>
              <p:cNvSpPr/>
              <p:nvPr/>
            </p:nvSpPr>
            <p:spPr>
              <a:xfrm>
                <a:off x="1053860" y="2052926"/>
                <a:ext cx="185004" cy="101622"/>
              </a:xfrm>
              <a:custGeom>
                <a:avLst/>
                <a:gdLst/>
                <a:ahLst/>
                <a:cxnLst/>
                <a:rect l="l" t="t" r="r" b="b"/>
                <a:pathLst>
                  <a:path w="5325" h="2925" extrusionOk="0">
                    <a:moveTo>
                      <a:pt x="2456" y="1"/>
                    </a:moveTo>
                    <a:cubicBezTo>
                      <a:pt x="1893" y="1"/>
                      <a:pt x="1344" y="120"/>
                      <a:pt x="922" y="364"/>
                    </a:cubicBezTo>
                    <a:cubicBezTo>
                      <a:pt x="1" y="896"/>
                      <a:pt x="31" y="1820"/>
                      <a:pt x="993" y="2426"/>
                    </a:cubicBezTo>
                    <a:cubicBezTo>
                      <a:pt x="1515" y="2756"/>
                      <a:pt x="2203" y="2925"/>
                      <a:pt x="2870" y="2925"/>
                    </a:cubicBezTo>
                    <a:cubicBezTo>
                      <a:pt x="3433" y="2925"/>
                      <a:pt x="3981" y="2805"/>
                      <a:pt x="4403" y="2562"/>
                    </a:cubicBezTo>
                    <a:cubicBezTo>
                      <a:pt x="5324" y="2028"/>
                      <a:pt x="5294" y="1105"/>
                      <a:pt x="4332" y="497"/>
                    </a:cubicBezTo>
                    <a:cubicBezTo>
                      <a:pt x="3811" y="169"/>
                      <a:pt x="3123" y="1"/>
                      <a:pt x="24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3854;p69">
                <a:extLst>
                  <a:ext uri="{FF2B5EF4-FFF2-40B4-BE49-F238E27FC236}">
                    <a16:creationId xmlns:a16="http://schemas.microsoft.com/office/drawing/2014/main" id="{092ACCEA-2B9D-1638-BACD-B064D345C67A}"/>
                  </a:ext>
                </a:extLst>
              </p:cNvPr>
              <p:cNvSpPr/>
              <p:nvPr/>
            </p:nvSpPr>
            <p:spPr>
              <a:xfrm>
                <a:off x="1103195" y="2074328"/>
                <a:ext cx="69277" cy="38043"/>
              </a:xfrm>
              <a:custGeom>
                <a:avLst/>
                <a:gdLst/>
                <a:ahLst/>
                <a:cxnLst/>
                <a:rect l="l" t="t" r="r" b="b"/>
                <a:pathLst>
                  <a:path w="1994" h="1095" extrusionOk="0">
                    <a:moveTo>
                      <a:pt x="920" y="0"/>
                    </a:moveTo>
                    <a:cubicBezTo>
                      <a:pt x="710" y="0"/>
                      <a:pt x="504" y="45"/>
                      <a:pt x="346" y="137"/>
                    </a:cubicBezTo>
                    <a:cubicBezTo>
                      <a:pt x="0" y="335"/>
                      <a:pt x="13" y="681"/>
                      <a:pt x="373" y="909"/>
                    </a:cubicBezTo>
                    <a:cubicBezTo>
                      <a:pt x="568" y="1032"/>
                      <a:pt x="825" y="1094"/>
                      <a:pt x="1075" y="1094"/>
                    </a:cubicBezTo>
                    <a:cubicBezTo>
                      <a:pt x="1286" y="1094"/>
                      <a:pt x="1491" y="1050"/>
                      <a:pt x="1649" y="958"/>
                    </a:cubicBezTo>
                    <a:cubicBezTo>
                      <a:pt x="1994" y="760"/>
                      <a:pt x="1982" y="414"/>
                      <a:pt x="1622" y="186"/>
                    </a:cubicBezTo>
                    <a:cubicBezTo>
                      <a:pt x="1427" y="63"/>
                      <a:pt x="1170" y="0"/>
                      <a:pt x="9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3855;p69">
                <a:extLst>
                  <a:ext uri="{FF2B5EF4-FFF2-40B4-BE49-F238E27FC236}">
                    <a16:creationId xmlns:a16="http://schemas.microsoft.com/office/drawing/2014/main" id="{EADF18F8-DF20-A05F-3615-84B9BC16FE1E}"/>
                  </a:ext>
                </a:extLst>
              </p:cNvPr>
              <p:cNvSpPr/>
              <p:nvPr/>
            </p:nvSpPr>
            <p:spPr>
              <a:xfrm>
                <a:off x="878964" y="2100385"/>
                <a:ext cx="67296" cy="35368"/>
              </a:xfrm>
              <a:custGeom>
                <a:avLst/>
                <a:gdLst/>
                <a:ahLst/>
                <a:cxnLst/>
                <a:rect l="l" t="t" r="r" b="b"/>
                <a:pathLst>
                  <a:path w="1937" h="1018" extrusionOk="0">
                    <a:moveTo>
                      <a:pt x="975" y="0"/>
                    </a:moveTo>
                    <a:cubicBezTo>
                      <a:pt x="748" y="0"/>
                      <a:pt x="521" y="51"/>
                      <a:pt x="348" y="151"/>
                    </a:cubicBezTo>
                    <a:cubicBezTo>
                      <a:pt x="2" y="350"/>
                      <a:pt x="0" y="671"/>
                      <a:pt x="343" y="870"/>
                    </a:cubicBezTo>
                    <a:cubicBezTo>
                      <a:pt x="514" y="968"/>
                      <a:pt x="738" y="1018"/>
                      <a:pt x="963" y="1018"/>
                    </a:cubicBezTo>
                    <a:cubicBezTo>
                      <a:pt x="1189" y="1018"/>
                      <a:pt x="1416" y="968"/>
                      <a:pt x="1589" y="868"/>
                    </a:cubicBezTo>
                    <a:cubicBezTo>
                      <a:pt x="1934" y="668"/>
                      <a:pt x="1937" y="347"/>
                      <a:pt x="1594" y="148"/>
                    </a:cubicBezTo>
                    <a:cubicBezTo>
                      <a:pt x="1423" y="50"/>
                      <a:pt x="1199" y="0"/>
                      <a:pt x="9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3856;p69">
                <a:extLst>
                  <a:ext uri="{FF2B5EF4-FFF2-40B4-BE49-F238E27FC236}">
                    <a16:creationId xmlns:a16="http://schemas.microsoft.com/office/drawing/2014/main" id="{9F5470CA-912D-CA85-F6D5-89BDF9F44418}"/>
                  </a:ext>
                </a:extLst>
              </p:cNvPr>
              <p:cNvSpPr/>
              <p:nvPr/>
            </p:nvSpPr>
            <p:spPr>
              <a:xfrm>
                <a:off x="733738" y="2177201"/>
                <a:ext cx="260742" cy="159746"/>
              </a:xfrm>
              <a:custGeom>
                <a:avLst/>
                <a:gdLst/>
                <a:ahLst/>
                <a:cxnLst/>
                <a:rect l="l" t="t" r="r" b="b"/>
                <a:pathLst>
                  <a:path w="7505" h="4598" extrusionOk="0">
                    <a:moveTo>
                      <a:pt x="3773" y="0"/>
                    </a:moveTo>
                    <a:cubicBezTo>
                      <a:pt x="2896" y="0"/>
                      <a:pt x="2017" y="227"/>
                      <a:pt x="1345" y="678"/>
                    </a:cubicBezTo>
                    <a:cubicBezTo>
                      <a:pt x="8" y="1580"/>
                      <a:pt x="1" y="3035"/>
                      <a:pt x="1331" y="3928"/>
                    </a:cubicBezTo>
                    <a:cubicBezTo>
                      <a:pt x="1993" y="4374"/>
                      <a:pt x="2862" y="4597"/>
                      <a:pt x="3732" y="4597"/>
                    </a:cubicBezTo>
                    <a:cubicBezTo>
                      <a:pt x="4609" y="4597"/>
                      <a:pt x="5488" y="4371"/>
                      <a:pt x="6160" y="3919"/>
                    </a:cubicBezTo>
                    <a:cubicBezTo>
                      <a:pt x="7498" y="3019"/>
                      <a:pt x="7504" y="1564"/>
                      <a:pt x="6175" y="669"/>
                    </a:cubicBezTo>
                    <a:cubicBezTo>
                      <a:pt x="5512" y="223"/>
                      <a:pt x="4644" y="0"/>
                      <a:pt x="377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3857;p69">
                <a:extLst>
                  <a:ext uri="{FF2B5EF4-FFF2-40B4-BE49-F238E27FC236}">
                    <a16:creationId xmlns:a16="http://schemas.microsoft.com/office/drawing/2014/main" id="{D19B59F7-C539-B009-399C-A80692FB5270}"/>
                  </a:ext>
                </a:extLst>
              </p:cNvPr>
              <p:cNvSpPr/>
              <p:nvPr/>
            </p:nvSpPr>
            <p:spPr>
              <a:xfrm>
                <a:off x="778001" y="2209478"/>
                <a:ext cx="179653" cy="110064"/>
              </a:xfrm>
              <a:custGeom>
                <a:avLst/>
                <a:gdLst/>
                <a:ahLst/>
                <a:cxnLst/>
                <a:rect l="l" t="t" r="r" b="b"/>
                <a:pathLst>
                  <a:path w="5171" h="3168" extrusionOk="0">
                    <a:moveTo>
                      <a:pt x="2600" y="1"/>
                    </a:moveTo>
                    <a:cubicBezTo>
                      <a:pt x="1995" y="1"/>
                      <a:pt x="1390" y="156"/>
                      <a:pt x="926" y="468"/>
                    </a:cubicBezTo>
                    <a:cubicBezTo>
                      <a:pt x="5" y="1087"/>
                      <a:pt x="0" y="2090"/>
                      <a:pt x="917" y="2707"/>
                    </a:cubicBezTo>
                    <a:cubicBezTo>
                      <a:pt x="1373" y="3014"/>
                      <a:pt x="1972" y="3168"/>
                      <a:pt x="2572" y="3168"/>
                    </a:cubicBezTo>
                    <a:cubicBezTo>
                      <a:pt x="3176" y="3168"/>
                      <a:pt x="3782" y="3012"/>
                      <a:pt x="4244" y="2701"/>
                    </a:cubicBezTo>
                    <a:cubicBezTo>
                      <a:pt x="5166" y="2080"/>
                      <a:pt x="5170" y="1077"/>
                      <a:pt x="4255" y="461"/>
                    </a:cubicBezTo>
                    <a:cubicBezTo>
                      <a:pt x="3798" y="154"/>
                      <a:pt x="3200" y="1"/>
                      <a:pt x="260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3858;p69">
                <a:extLst>
                  <a:ext uri="{FF2B5EF4-FFF2-40B4-BE49-F238E27FC236}">
                    <a16:creationId xmlns:a16="http://schemas.microsoft.com/office/drawing/2014/main" id="{62C62525-FBD9-04FD-459B-668A77D2449E}"/>
                  </a:ext>
                </a:extLst>
              </p:cNvPr>
              <p:cNvSpPr/>
              <p:nvPr/>
            </p:nvSpPr>
            <p:spPr>
              <a:xfrm>
                <a:off x="830115" y="2236716"/>
                <a:ext cx="67296" cy="41239"/>
              </a:xfrm>
              <a:custGeom>
                <a:avLst/>
                <a:gdLst/>
                <a:ahLst/>
                <a:cxnLst/>
                <a:rect l="l" t="t" r="r" b="b"/>
                <a:pathLst>
                  <a:path w="1937" h="1187" extrusionOk="0">
                    <a:moveTo>
                      <a:pt x="975" y="1"/>
                    </a:moveTo>
                    <a:cubicBezTo>
                      <a:pt x="748" y="1"/>
                      <a:pt x="521" y="59"/>
                      <a:pt x="348" y="176"/>
                    </a:cubicBezTo>
                    <a:cubicBezTo>
                      <a:pt x="3" y="408"/>
                      <a:pt x="0" y="783"/>
                      <a:pt x="343" y="1014"/>
                    </a:cubicBezTo>
                    <a:cubicBezTo>
                      <a:pt x="514" y="1129"/>
                      <a:pt x="738" y="1186"/>
                      <a:pt x="962" y="1186"/>
                    </a:cubicBezTo>
                    <a:cubicBezTo>
                      <a:pt x="1189" y="1186"/>
                      <a:pt x="1416" y="1128"/>
                      <a:pt x="1589" y="1011"/>
                    </a:cubicBezTo>
                    <a:cubicBezTo>
                      <a:pt x="1935" y="779"/>
                      <a:pt x="1937" y="403"/>
                      <a:pt x="1594" y="173"/>
                    </a:cubicBezTo>
                    <a:cubicBezTo>
                      <a:pt x="1423" y="58"/>
                      <a:pt x="1199" y="1"/>
                      <a:pt x="97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3859;p69">
                <a:extLst>
                  <a:ext uri="{FF2B5EF4-FFF2-40B4-BE49-F238E27FC236}">
                    <a16:creationId xmlns:a16="http://schemas.microsoft.com/office/drawing/2014/main" id="{B48907A7-F083-F901-8D78-CD9D7052A9EA}"/>
                  </a:ext>
                </a:extLst>
              </p:cNvPr>
              <p:cNvSpPr/>
              <p:nvPr/>
            </p:nvSpPr>
            <p:spPr>
              <a:xfrm>
                <a:off x="848807" y="2210034"/>
                <a:ext cx="29913" cy="54233"/>
              </a:xfrm>
              <a:custGeom>
                <a:avLst/>
                <a:gdLst/>
                <a:ahLst/>
                <a:cxnLst/>
                <a:rect l="l" t="t" r="r" b="b"/>
                <a:pathLst>
                  <a:path w="861" h="1561" extrusionOk="0">
                    <a:moveTo>
                      <a:pt x="1" y="1"/>
                    </a:moveTo>
                    <a:lnTo>
                      <a:pt x="1" y="1271"/>
                    </a:lnTo>
                    <a:cubicBezTo>
                      <a:pt x="1" y="1345"/>
                      <a:pt x="42" y="1419"/>
                      <a:pt x="125" y="1476"/>
                    </a:cubicBezTo>
                    <a:cubicBezTo>
                      <a:pt x="209" y="1532"/>
                      <a:pt x="318" y="1560"/>
                      <a:pt x="428" y="1560"/>
                    </a:cubicBezTo>
                    <a:cubicBezTo>
                      <a:pt x="539" y="1560"/>
                      <a:pt x="649" y="1532"/>
                      <a:pt x="734" y="1474"/>
                    </a:cubicBezTo>
                    <a:cubicBezTo>
                      <a:pt x="817" y="1419"/>
                      <a:pt x="859" y="1345"/>
                      <a:pt x="860" y="1271"/>
                    </a:cubicBezTo>
                    <a:lnTo>
                      <a:pt x="86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3860;p69">
                <a:extLst>
                  <a:ext uri="{FF2B5EF4-FFF2-40B4-BE49-F238E27FC236}">
                    <a16:creationId xmlns:a16="http://schemas.microsoft.com/office/drawing/2014/main" id="{263A2CB1-B718-0C1E-70A2-45A3593EAC66}"/>
                  </a:ext>
                </a:extLst>
              </p:cNvPr>
              <p:cNvSpPr/>
              <p:nvPr/>
            </p:nvSpPr>
            <p:spPr>
              <a:xfrm>
                <a:off x="1123762" y="2041878"/>
                <a:ext cx="33596" cy="55345"/>
              </a:xfrm>
              <a:custGeom>
                <a:avLst/>
                <a:gdLst/>
                <a:ahLst/>
                <a:cxnLst/>
                <a:rect l="l" t="t" r="r" b="b"/>
                <a:pathLst>
                  <a:path w="967" h="1593" extrusionOk="0">
                    <a:moveTo>
                      <a:pt x="110" y="0"/>
                    </a:moveTo>
                    <a:lnTo>
                      <a:pt x="8" y="1268"/>
                    </a:lnTo>
                    <a:cubicBezTo>
                      <a:pt x="1" y="1341"/>
                      <a:pt x="36" y="1418"/>
                      <a:pt x="116" y="1481"/>
                    </a:cubicBezTo>
                    <a:cubicBezTo>
                      <a:pt x="207" y="1554"/>
                      <a:pt x="336" y="1592"/>
                      <a:pt x="462" y="1592"/>
                    </a:cubicBezTo>
                    <a:cubicBezTo>
                      <a:pt x="555" y="1592"/>
                      <a:pt x="647" y="1572"/>
                      <a:pt x="722" y="1529"/>
                    </a:cubicBezTo>
                    <a:cubicBezTo>
                      <a:pt x="810" y="1480"/>
                      <a:pt x="857" y="1409"/>
                      <a:pt x="865" y="1335"/>
                    </a:cubicBezTo>
                    <a:lnTo>
                      <a:pt x="967" y="69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3861;p69">
                <a:extLst>
                  <a:ext uri="{FF2B5EF4-FFF2-40B4-BE49-F238E27FC236}">
                    <a16:creationId xmlns:a16="http://schemas.microsoft.com/office/drawing/2014/main" id="{79CB2AE4-F231-EB52-2C96-C52B6720B3C3}"/>
                  </a:ext>
                </a:extLst>
              </p:cNvPr>
              <p:cNvSpPr/>
              <p:nvPr/>
            </p:nvSpPr>
            <p:spPr>
              <a:xfrm>
                <a:off x="1109657" y="2012520"/>
                <a:ext cx="65941" cy="58750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691" extrusionOk="0">
                    <a:moveTo>
                      <a:pt x="94" y="1"/>
                    </a:moveTo>
                    <a:lnTo>
                      <a:pt x="1" y="1100"/>
                    </a:lnTo>
                    <a:lnTo>
                      <a:pt x="7" y="1102"/>
                    </a:lnTo>
                    <a:cubicBezTo>
                      <a:pt x="21" y="1231"/>
                      <a:pt x="102" y="1362"/>
                      <a:pt x="262" y="1473"/>
                    </a:cubicBezTo>
                    <a:cubicBezTo>
                      <a:pt x="467" y="1616"/>
                      <a:pt x="749" y="1690"/>
                      <a:pt x="1018" y="1690"/>
                    </a:cubicBezTo>
                    <a:cubicBezTo>
                      <a:pt x="1207" y="1690"/>
                      <a:pt x="1390" y="1653"/>
                      <a:pt x="1536" y="1577"/>
                    </a:cubicBezTo>
                    <a:cubicBezTo>
                      <a:pt x="1723" y="1479"/>
                      <a:pt x="1809" y="1334"/>
                      <a:pt x="1797" y="1184"/>
                    </a:cubicBezTo>
                    <a:lnTo>
                      <a:pt x="1803" y="1182"/>
                    </a:lnTo>
                    <a:lnTo>
                      <a:pt x="1897" y="102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3862;p69">
                <a:extLst>
                  <a:ext uri="{FF2B5EF4-FFF2-40B4-BE49-F238E27FC236}">
                    <a16:creationId xmlns:a16="http://schemas.microsoft.com/office/drawing/2014/main" id="{A067A5CF-3751-74E1-5743-B90C0C1087CB}"/>
                  </a:ext>
                </a:extLst>
              </p:cNvPr>
              <p:cNvSpPr/>
              <p:nvPr/>
            </p:nvSpPr>
            <p:spPr>
              <a:xfrm>
                <a:off x="833103" y="2176020"/>
                <a:ext cx="61286" cy="56387"/>
              </a:xfrm>
              <a:custGeom>
                <a:avLst/>
                <a:gdLst/>
                <a:ahLst/>
                <a:cxnLst/>
                <a:rect l="l" t="t" r="r" b="b"/>
                <a:pathLst>
                  <a:path w="1764" h="1623" extrusionOk="0">
                    <a:moveTo>
                      <a:pt x="2" y="0"/>
                    </a:moveTo>
                    <a:lnTo>
                      <a:pt x="2" y="1031"/>
                    </a:lnTo>
                    <a:cubicBezTo>
                      <a:pt x="0" y="1183"/>
                      <a:pt x="85" y="1335"/>
                      <a:pt x="257" y="1451"/>
                    </a:cubicBezTo>
                    <a:cubicBezTo>
                      <a:pt x="428" y="1565"/>
                      <a:pt x="652" y="1623"/>
                      <a:pt x="876" y="1623"/>
                    </a:cubicBezTo>
                    <a:cubicBezTo>
                      <a:pt x="1103" y="1623"/>
                      <a:pt x="1330" y="1564"/>
                      <a:pt x="1503" y="1447"/>
                    </a:cubicBezTo>
                    <a:cubicBezTo>
                      <a:pt x="1675" y="1332"/>
                      <a:pt x="1762" y="1181"/>
                      <a:pt x="1763" y="1031"/>
                    </a:cubicBezTo>
                    <a:lnTo>
                      <a:pt x="176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3863;p69">
                <a:extLst>
                  <a:ext uri="{FF2B5EF4-FFF2-40B4-BE49-F238E27FC236}">
                    <a16:creationId xmlns:a16="http://schemas.microsoft.com/office/drawing/2014/main" id="{BED78C51-8885-44EA-4D39-A30CEF47C1A8}"/>
                  </a:ext>
                </a:extLst>
              </p:cNvPr>
              <p:cNvSpPr/>
              <p:nvPr/>
            </p:nvSpPr>
            <p:spPr>
              <a:xfrm>
                <a:off x="1109587" y="1995947"/>
                <a:ext cx="69242" cy="38078"/>
              </a:xfrm>
              <a:custGeom>
                <a:avLst/>
                <a:gdLst/>
                <a:ahLst/>
                <a:cxnLst/>
                <a:rect l="l" t="t" r="r" b="b"/>
                <a:pathLst>
                  <a:path w="1993" h="1096" extrusionOk="0">
                    <a:moveTo>
                      <a:pt x="919" y="1"/>
                    </a:moveTo>
                    <a:cubicBezTo>
                      <a:pt x="709" y="1"/>
                      <a:pt x="503" y="45"/>
                      <a:pt x="346" y="136"/>
                    </a:cubicBezTo>
                    <a:cubicBezTo>
                      <a:pt x="1" y="336"/>
                      <a:pt x="12" y="682"/>
                      <a:pt x="372" y="908"/>
                    </a:cubicBezTo>
                    <a:cubicBezTo>
                      <a:pt x="567" y="1032"/>
                      <a:pt x="825" y="1095"/>
                      <a:pt x="1075" y="1095"/>
                    </a:cubicBezTo>
                    <a:cubicBezTo>
                      <a:pt x="1286" y="1095"/>
                      <a:pt x="1491" y="1051"/>
                      <a:pt x="1648" y="959"/>
                    </a:cubicBezTo>
                    <a:cubicBezTo>
                      <a:pt x="1993" y="759"/>
                      <a:pt x="1982" y="415"/>
                      <a:pt x="1622" y="187"/>
                    </a:cubicBezTo>
                    <a:cubicBezTo>
                      <a:pt x="1427" y="63"/>
                      <a:pt x="1169" y="1"/>
                      <a:pt x="9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3864;p69">
                <a:extLst>
                  <a:ext uri="{FF2B5EF4-FFF2-40B4-BE49-F238E27FC236}">
                    <a16:creationId xmlns:a16="http://schemas.microsoft.com/office/drawing/2014/main" id="{25A288D7-63EC-90F5-DB84-BF869C3E465A}"/>
                  </a:ext>
                </a:extLst>
              </p:cNvPr>
              <p:cNvSpPr/>
              <p:nvPr/>
            </p:nvSpPr>
            <p:spPr>
              <a:xfrm>
                <a:off x="830115" y="2155383"/>
                <a:ext cx="67296" cy="41239"/>
              </a:xfrm>
              <a:custGeom>
                <a:avLst/>
                <a:gdLst/>
                <a:ahLst/>
                <a:cxnLst/>
                <a:rect l="l" t="t" r="r" b="b"/>
                <a:pathLst>
                  <a:path w="1937" h="1187" extrusionOk="0">
                    <a:moveTo>
                      <a:pt x="975" y="0"/>
                    </a:moveTo>
                    <a:cubicBezTo>
                      <a:pt x="748" y="0"/>
                      <a:pt x="521" y="59"/>
                      <a:pt x="348" y="176"/>
                    </a:cubicBezTo>
                    <a:cubicBezTo>
                      <a:pt x="3" y="408"/>
                      <a:pt x="0" y="783"/>
                      <a:pt x="343" y="1014"/>
                    </a:cubicBezTo>
                    <a:cubicBezTo>
                      <a:pt x="514" y="1129"/>
                      <a:pt x="738" y="1186"/>
                      <a:pt x="962" y="1186"/>
                    </a:cubicBezTo>
                    <a:cubicBezTo>
                      <a:pt x="1189" y="1186"/>
                      <a:pt x="1416" y="1128"/>
                      <a:pt x="1589" y="1011"/>
                    </a:cubicBezTo>
                    <a:cubicBezTo>
                      <a:pt x="1935" y="779"/>
                      <a:pt x="1937" y="403"/>
                      <a:pt x="1594" y="173"/>
                    </a:cubicBezTo>
                    <a:cubicBezTo>
                      <a:pt x="1423" y="58"/>
                      <a:pt x="1199" y="0"/>
                      <a:pt x="9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865;p69">
              <a:extLst>
                <a:ext uri="{FF2B5EF4-FFF2-40B4-BE49-F238E27FC236}">
                  <a16:creationId xmlns:a16="http://schemas.microsoft.com/office/drawing/2014/main" id="{92BD6E8F-D4CA-B9BD-06C0-1A152C5C46D8}"/>
                </a:ext>
              </a:extLst>
            </p:cNvPr>
            <p:cNvSpPr/>
            <p:nvPr/>
          </p:nvSpPr>
          <p:spPr>
            <a:xfrm>
              <a:off x="2583825" y="2641954"/>
              <a:ext cx="558843" cy="389784"/>
            </a:xfrm>
            <a:custGeom>
              <a:avLst/>
              <a:gdLst/>
              <a:ahLst/>
              <a:cxnLst/>
              <a:rect l="l" t="t" r="r" b="b"/>
              <a:pathLst>
                <a:path w="11206" h="7816" extrusionOk="0">
                  <a:moveTo>
                    <a:pt x="356" y="0"/>
                  </a:moveTo>
                  <a:cubicBezTo>
                    <a:pt x="356" y="0"/>
                    <a:pt x="148" y="157"/>
                    <a:pt x="139" y="200"/>
                  </a:cubicBezTo>
                  <a:cubicBezTo>
                    <a:pt x="130" y="238"/>
                    <a:pt x="1" y="608"/>
                    <a:pt x="47" y="817"/>
                  </a:cubicBezTo>
                  <a:cubicBezTo>
                    <a:pt x="93" y="1028"/>
                    <a:pt x="338" y="1392"/>
                    <a:pt x="338" y="1392"/>
                  </a:cubicBezTo>
                  <a:cubicBezTo>
                    <a:pt x="338" y="1392"/>
                    <a:pt x="227" y="1718"/>
                    <a:pt x="231" y="1910"/>
                  </a:cubicBezTo>
                  <a:cubicBezTo>
                    <a:pt x="238" y="2103"/>
                    <a:pt x="436" y="2298"/>
                    <a:pt x="436" y="2298"/>
                  </a:cubicBezTo>
                  <a:cubicBezTo>
                    <a:pt x="436" y="2298"/>
                    <a:pt x="433" y="2489"/>
                    <a:pt x="547" y="2627"/>
                  </a:cubicBezTo>
                  <a:cubicBezTo>
                    <a:pt x="662" y="2766"/>
                    <a:pt x="1287" y="3089"/>
                    <a:pt x="1645" y="3249"/>
                  </a:cubicBezTo>
                  <a:cubicBezTo>
                    <a:pt x="1819" y="3326"/>
                    <a:pt x="1996" y="3346"/>
                    <a:pt x="2132" y="3346"/>
                  </a:cubicBezTo>
                  <a:cubicBezTo>
                    <a:pt x="2276" y="3346"/>
                    <a:pt x="2374" y="3324"/>
                    <a:pt x="2374" y="3324"/>
                  </a:cubicBezTo>
                  <a:cubicBezTo>
                    <a:pt x="2374" y="3324"/>
                    <a:pt x="4541" y="6907"/>
                    <a:pt x="5054" y="7385"/>
                  </a:cubicBezTo>
                  <a:cubicBezTo>
                    <a:pt x="5198" y="7519"/>
                    <a:pt x="5616" y="7815"/>
                    <a:pt x="6203" y="7815"/>
                  </a:cubicBezTo>
                  <a:cubicBezTo>
                    <a:pt x="6309" y="7815"/>
                    <a:pt x="6421" y="7806"/>
                    <a:pt x="6538" y="7783"/>
                  </a:cubicBezTo>
                  <a:cubicBezTo>
                    <a:pt x="7301" y="7639"/>
                    <a:pt x="10041" y="4459"/>
                    <a:pt x="10041" y="4459"/>
                  </a:cubicBezTo>
                  <a:cubicBezTo>
                    <a:pt x="11206" y="1562"/>
                    <a:pt x="9225" y="1095"/>
                    <a:pt x="8541" y="1095"/>
                  </a:cubicBezTo>
                  <a:cubicBezTo>
                    <a:pt x="8431" y="1095"/>
                    <a:pt x="8355" y="1107"/>
                    <a:pt x="8330" y="1123"/>
                  </a:cubicBezTo>
                  <a:cubicBezTo>
                    <a:pt x="8289" y="1149"/>
                    <a:pt x="8178" y="1232"/>
                    <a:pt x="8035" y="1344"/>
                  </a:cubicBezTo>
                  <a:lnTo>
                    <a:pt x="8035" y="1346"/>
                  </a:lnTo>
                  <a:cubicBezTo>
                    <a:pt x="7569" y="1709"/>
                    <a:pt x="5887" y="4678"/>
                    <a:pt x="5887" y="4678"/>
                  </a:cubicBezTo>
                  <a:cubicBezTo>
                    <a:pt x="5887" y="4678"/>
                    <a:pt x="3346" y="2118"/>
                    <a:pt x="3271" y="1989"/>
                  </a:cubicBezTo>
                  <a:cubicBezTo>
                    <a:pt x="3254" y="1960"/>
                    <a:pt x="3240" y="1907"/>
                    <a:pt x="3229" y="1840"/>
                  </a:cubicBezTo>
                  <a:cubicBezTo>
                    <a:pt x="3186" y="1614"/>
                    <a:pt x="3148" y="1229"/>
                    <a:pt x="2940" y="1040"/>
                  </a:cubicBezTo>
                  <a:cubicBezTo>
                    <a:pt x="2669" y="797"/>
                    <a:pt x="2073" y="402"/>
                    <a:pt x="1750" y="380"/>
                  </a:cubicBezTo>
                  <a:cubicBezTo>
                    <a:pt x="1425" y="360"/>
                    <a:pt x="1199" y="248"/>
                    <a:pt x="937" y="214"/>
                  </a:cubicBezTo>
                  <a:cubicBezTo>
                    <a:pt x="902" y="210"/>
                    <a:pt x="871" y="208"/>
                    <a:pt x="844" y="208"/>
                  </a:cubicBezTo>
                  <a:cubicBezTo>
                    <a:pt x="669" y="208"/>
                    <a:pt x="656" y="283"/>
                    <a:pt x="656" y="283"/>
                  </a:cubicBezTo>
                  <a:lnTo>
                    <a:pt x="568" y="408"/>
                  </a:lnTo>
                  <a:lnTo>
                    <a:pt x="562" y="397"/>
                  </a:lnTo>
                  <a:lnTo>
                    <a:pt x="356" y="0"/>
                  </a:ln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866;p69">
              <a:extLst>
                <a:ext uri="{FF2B5EF4-FFF2-40B4-BE49-F238E27FC236}">
                  <a16:creationId xmlns:a16="http://schemas.microsoft.com/office/drawing/2014/main" id="{95438ED9-C225-556B-274D-C593DBFEEBDC}"/>
                </a:ext>
              </a:extLst>
            </p:cNvPr>
            <p:cNvSpPr/>
            <p:nvPr/>
          </p:nvSpPr>
          <p:spPr>
            <a:xfrm>
              <a:off x="2925331" y="2508653"/>
              <a:ext cx="325103" cy="378713"/>
            </a:xfrm>
            <a:custGeom>
              <a:avLst/>
              <a:gdLst/>
              <a:ahLst/>
              <a:cxnLst/>
              <a:rect l="l" t="t" r="r" b="b"/>
              <a:pathLst>
                <a:path w="6519" h="7594" extrusionOk="0">
                  <a:moveTo>
                    <a:pt x="3459" y="0"/>
                  </a:moveTo>
                  <a:cubicBezTo>
                    <a:pt x="3266" y="0"/>
                    <a:pt x="3189" y="82"/>
                    <a:pt x="3126" y="124"/>
                  </a:cubicBezTo>
                  <a:cubicBezTo>
                    <a:pt x="2986" y="218"/>
                    <a:pt x="198" y="4613"/>
                    <a:pt x="198" y="4613"/>
                  </a:cubicBezTo>
                  <a:cubicBezTo>
                    <a:pt x="198" y="4613"/>
                    <a:pt x="1" y="5131"/>
                    <a:pt x="790" y="6234"/>
                  </a:cubicBezTo>
                  <a:cubicBezTo>
                    <a:pt x="1577" y="7337"/>
                    <a:pt x="2491" y="7592"/>
                    <a:pt x="2923" y="7594"/>
                  </a:cubicBezTo>
                  <a:cubicBezTo>
                    <a:pt x="2923" y="7594"/>
                    <a:pt x="2924" y="7594"/>
                    <a:pt x="2924" y="7594"/>
                  </a:cubicBezTo>
                  <a:cubicBezTo>
                    <a:pt x="3357" y="7594"/>
                    <a:pt x="5312" y="5340"/>
                    <a:pt x="5915" y="4691"/>
                  </a:cubicBezTo>
                  <a:cubicBezTo>
                    <a:pt x="6518" y="4044"/>
                    <a:pt x="6266" y="1435"/>
                    <a:pt x="4869" y="587"/>
                  </a:cubicBezTo>
                  <a:cubicBezTo>
                    <a:pt x="4102" y="122"/>
                    <a:pt x="3694" y="0"/>
                    <a:pt x="345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3867;p69">
            <a:extLst>
              <a:ext uri="{FF2B5EF4-FFF2-40B4-BE49-F238E27FC236}">
                <a16:creationId xmlns:a16="http://schemas.microsoft.com/office/drawing/2014/main" id="{AAC0EE84-BD4B-0A69-8D0E-3467B6280194}"/>
              </a:ext>
            </a:extLst>
          </p:cNvPr>
          <p:cNvGrpSpPr/>
          <p:nvPr/>
        </p:nvGrpSpPr>
        <p:grpSpPr>
          <a:xfrm>
            <a:off x="7241515" y="445016"/>
            <a:ext cx="1747987" cy="1059605"/>
            <a:chOff x="-2606365" y="928847"/>
            <a:chExt cx="1290885" cy="782458"/>
          </a:xfrm>
        </p:grpSpPr>
        <p:grpSp>
          <p:nvGrpSpPr>
            <p:cNvPr id="57" name="Google Shape;3868;p69">
              <a:extLst>
                <a:ext uri="{FF2B5EF4-FFF2-40B4-BE49-F238E27FC236}">
                  <a16:creationId xmlns:a16="http://schemas.microsoft.com/office/drawing/2014/main" id="{71416EE7-732C-384A-7614-D149580B9A63}"/>
                </a:ext>
              </a:extLst>
            </p:cNvPr>
            <p:cNvGrpSpPr/>
            <p:nvPr/>
          </p:nvGrpSpPr>
          <p:grpSpPr>
            <a:xfrm flipH="1">
              <a:off x="-1657968" y="928847"/>
              <a:ext cx="328872" cy="216021"/>
              <a:chOff x="-2592190" y="928847"/>
              <a:chExt cx="328872" cy="216021"/>
            </a:xfrm>
          </p:grpSpPr>
          <p:sp>
            <p:nvSpPr>
              <p:cNvPr id="1062" name="Google Shape;3869;p69">
                <a:extLst>
                  <a:ext uri="{FF2B5EF4-FFF2-40B4-BE49-F238E27FC236}">
                    <a16:creationId xmlns:a16="http://schemas.microsoft.com/office/drawing/2014/main" id="{58CA518D-9143-BC1D-8F08-28DB9B7F0408}"/>
                  </a:ext>
                </a:extLst>
              </p:cNvPr>
              <p:cNvSpPr/>
              <p:nvPr/>
            </p:nvSpPr>
            <p:spPr>
              <a:xfrm>
                <a:off x="-2459848" y="1073417"/>
                <a:ext cx="63437" cy="71450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712" extrusionOk="0"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lnTo>
                      <a:pt x="0" y="5"/>
                    </a:lnTo>
                    <a:lnTo>
                      <a:pt x="0" y="5"/>
                    </a:lnTo>
                    <a:close/>
                    <a:moveTo>
                      <a:pt x="1514" y="0"/>
                    </a:moveTo>
                    <a:lnTo>
                      <a:pt x="1514" y="2"/>
                    </a:lnTo>
                    <a:cubicBezTo>
                      <a:pt x="1514" y="10"/>
                      <a:pt x="1512" y="17"/>
                      <a:pt x="1512" y="25"/>
                    </a:cubicBezTo>
                    <a:cubicBezTo>
                      <a:pt x="1511" y="31"/>
                      <a:pt x="1511" y="37"/>
                      <a:pt x="1511" y="44"/>
                    </a:cubicBezTo>
                    <a:cubicBezTo>
                      <a:pt x="1509" y="51"/>
                      <a:pt x="1506" y="59"/>
                      <a:pt x="1505" y="67"/>
                    </a:cubicBezTo>
                    <a:cubicBezTo>
                      <a:pt x="1503" y="73"/>
                      <a:pt x="1501" y="79"/>
                      <a:pt x="1500" y="87"/>
                    </a:cubicBezTo>
                    <a:cubicBezTo>
                      <a:pt x="1497" y="93"/>
                      <a:pt x="1494" y="100"/>
                      <a:pt x="1491" y="108"/>
                    </a:cubicBezTo>
                    <a:cubicBezTo>
                      <a:pt x="1488" y="114"/>
                      <a:pt x="1485" y="120"/>
                      <a:pt x="1483" y="127"/>
                    </a:cubicBezTo>
                    <a:cubicBezTo>
                      <a:pt x="1478" y="134"/>
                      <a:pt x="1474" y="142"/>
                      <a:pt x="1469" y="150"/>
                    </a:cubicBezTo>
                    <a:cubicBezTo>
                      <a:pt x="1466" y="156"/>
                      <a:pt x="1463" y="162"/>
                      <a:pt x="1458" y="167"/>
                    </a:cubicBezTo>
                    <a:cubicBezTo>
                      <a:pt x="1452" y="174"/>
                      <a:pt x="1446" y="182"/>
                      <a:pt x="1440" y="190"/>
                    </a:cubicBezTo>
                    <a:cubicBezTo>
                      <a:pt x="1435" y="194"/>
                      <a:pt x="1431" y="200"/>
                      <a:pt x="1426" y="207"/>
                    </a:cubicBezTo>
                    <a:cubicBezTo>
                      <a:pt x="1420" y="214"/>
                      <a:pt x="1411" y="222"/>
                      <a:pt x="1403" y="228"/>
                    </a:cubicBezTo>
                    <a:cubicBezTo>
                      <a:pt x="1398" y="234"/>
                      <a:pt x="1394" y="239"/>
                      <a:pt x="1389" y="244"/>
                    </a:cubicBezTo>
                    <a:cubicBezTo>
                      <a:pt x="1380" y="251"/>
                      <a:pt x="1369" y="259"/>
                      <a:pt x="1360" y="267"/>
                    </a:cubicBezTo>
                    <a:cubicBezTo>
                      <a:pt x="1354" y="270"/>
                      <a:pt x="1349" y="274"/>
                      <a:pt x="1343" y="279"/>
                    </a:cubicBezTo>
                    <a:cubicBezTo>
                      <a:pt x="1326" y="291"/>
                      <a:pt x="1309" y="302"/>
                      <a:pt x="1291" y="313"/>
                    </a:cubicBezTo>
                    <a:cubicBezTo>
                      <a:pt x="1142" y="398"/>
                      <a:pt x="948" y="441"/>
                      <a:pt x="755" y="441"/>
                    </a:cubicBezTo>
                    <a:cubicBezTo>
                      <a:pt x="561" y="441"/>
                      <a:pt x="368" y="398"/>
                      <a:pt x="220" y="313"/>
                    </a:cubicBezTo>
                    <a:cubicBezTo>
                      <a:pt x="202" y="302"/>
                      <a:pt x="185" y="291"/>
                      <a:pt x="168" y="279"/>
                    </a:cubicBezTo>
                    <a:cubicBezTo>
                      <a:pt x="165" y="276"/>
                      <a:pt x="160" y="273"/>
                      <a:pt x="157" y="270"/>
                    </a:cubicBezTo>
                    <a:cubicBezTo>
                      <a:pt x="145" y="260"/>
                      <a:pt x="134" y="253"/>
                      <a:pt x="123" y="244"/>
                    </a:cubicBezTo>
                    <a:cubicBezTo>
                      <a:pt x="119" y="239"/>
                      <a:pt x="116" y="236"/>
                      <a:pt x="111" y="231"/>
                    </a:cubicBezTo>
                    <a:cubicBezTo>
                      <a:pt x="102" y="224"/>
                      <a:pt x="92" y="214"/>
                      <a:pt x="85" y="207"/>
                    </a:cubicBezTo>
                    <a:cubicBezTo>
                      <a:pt x="82" y="202"/>
                      <a:pt x="79" y="197"/>
                      <a:pt x="74" y="193"/>
                    </a:cubicBezTo>
                    <a:cubicBezTo>
                      <a:pt x="66" y="184"/>
                      <a:pt x="60" y="176"/>
                      <a:pt x="54" y="168"/>
                    </a:cubicBezTo>
                    <a:cubicBezTo>
                      <a:pt x="51" y="162"/>
                      <a:pt x="48" y="156"/>
                      <a:pt x="45" y="150"/>
                    </a:cubicBezTo>
                    <a:cubicBezTo>
                      <a:pt x="39" y="144"/>
                      <a:pt x="34" y="136"/>
                      <a:pt x="31" y="128"/>
                    </a:cubicBezTo>
                    <a:cubicBezTo>
                      <a:pt x="26" y="122"/>
                      <a:pt x="25" y="114"/>
                      <a:pt x="23" y="110"/>
                    </a:cubicBezTo>
                    <a:cubicBezTo>
                      <a:pt x="20" y="102"/>
                      <a:pt x="16" y="94"/>
                      <a:pt x="12" y="87"/>
                    </a:cubicBezTo>
                    <a:cubicBezTo>
                      <a:pt x="11" y="80"/>
                      <a:pt x="9" y="74"/>
                      <a:pt x="8" y="68"/>
                    </a:cubicBezTo>
                    <a:cubicBezTo>
                      <a:pt x="6" y="60"/>
                      <a:pt x="3" y="53"/>
                      <a:pt x="3" y="45"/>
                    </a:cubicBezTo>
                    <a:cubicBezTo>
                      <a:pt x="2" y="39"/>
                      <a:pt x="2" y="33"/>
                      <a:pt x="2" y="27"/>
                    </a:cubicBezTo>
                    <a:cubicBezTo>
                      <a:pt x="2" y="19"/>
                      <a:pt x="0" y="11"/>
                      <a:pt x="0" y="5"/>
                    </a:cubicBezTo>
                    <a:lnTo>
                      <a:pt x="0" y="5"/>
                    </a:lnTo>
                    <a:lnTo>
                      <a:pt x="5" y="1274"/>
                    </a:lnTo>
                    <a:cubicBezTo>
                      <a:pt x="5" y="1386"/>
                      <a:pt x="79" y="1497"/>
                      <a:pt x="225" y="1583"/>
                    </a:cubicBezTo>
                    <a:cubicBezTo>
                      <a:pt x="373" y="1669"/>
                      <a:pt x="567" y="1712"/>
                      <a:pt x="761" y="1712"/>
                    </a:cubicBezTo>
                    <a:cubicBezTo>
                      <a:pt x="954" y="1712"/>
                      <a:pt x="1147" y="1669"/>
                      <a:pt x="1295" y="1583"/>
                    </a:cubicBezTo>
                    <a:cubicBezTo>
                      <a:pt x="1445" y="1497"/>
                      <a:pt x="1520" y="1385"/>
                      <a:pt x="1520" y="1271"/>
                    </a:cubicBezTo>
                    <a:lnTo>
                      <a:pt x="151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3870;p69">
                <a:extLst>
                  <a:ext uri="{FF2B5EF4-FFF2-40B4-BE49-F238E27FC236}">
                    <a16:creationId xmlns:a16="http://schemas.microsoft.com/office/drawing/2014/main" id="{2DBFC205-FF9E-C8B0-F864-A97830B4C9F0}"/>
                  </a:ext>
                </a:extLst>
              </p:cNvPr>
              <p:cNvSpPr/>
              <p:nvPr/>
            </p:nvSpPr>
            <p:spPr>
              <a:xfrm>
                <a:off x="-2457886" y="1057516"/>
                <a:ext cx="58930" cy="32011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767" extrusionOk="0">
                    <a:moveTo>
                      <a:pt x="711" y="0"/>
                    </a:moveTo>
                    <a:cubicBezTo>
                      <a:pt x="519" y="0"/>
                      <a:pt x="339" y="43"/>
                      <a:pt x="204" y="120"/>
                    </a:cubicBezTo>
                    <a:cubicBezTo>
                      <a:pt x="70" y="197"/>
                      <a:pt x="1" y="300"/>
                      <a:pt x="9" y="401"/>
                    </a:cubicBezTo>
                    <a:lnTo>
                      <a:pt x="10" y="409"/>
                    </a:lnTo>
                    <a:cubicBezTo>
                      <a:pt x="10" y="412"/>
                      <a:pt x="10" y="414"/>
                      <a:pt x="10" y="417"/>
                    </a:cubicBezTo>
                    <a:cubicBezTo>
                      <a:pt x="10" y="420"/>
                      <a:pt x="12" y="423"/>
                      <a:pt x="13" y="428"/>
                    </a:cubicBezTo>
                    <a:lnTo>
                      <a:pt x="15" y="434"/>
                    </a:lnTo>
                    <a:lnTo>
                      <a:pt x="16" y="441"/>
                    </a:lnTo>
                    <a:cubicBezTo>
                      <a:pt x="18" y="445"/>
                      <a:pt x="18" y="448"/>
                      <a:pt x="18" y="449"/>
                    </a:cubicBezTo>
                    <a:cubicBezTo>
                      <a:pt x="19" y="454"/>
                      <a:pt x="21" y="457"/>
                      <a:pt x="22" y="460"/>
                    </a:cubicBezTo>
                    <a:lnTo>
                      <a:pt x="25" y="468"/>
                    </a:lnTo>
                    <a:lnTo>
                      <a:pt x="30" y="475"/>
                    </a:lnTo>
                    <a:cubicBezTo>
                      <a:pt x="30" y="478"/>
                      <a:pt x="32" y="480"/>
                      <a:pt x="33" y="483"/>
                    </a:cubicBezTo>
                    <a:cubicBezTo>
                      <a:pt x="35" y="488"/>
                      <a:pt x="38" y="491"/>
                      <a:pt x="39" y="495"/>
                    </a:cubicBezTo>
                    <a:lnTo>
                      <a:pt x="44" y="501"/>
                    </a:lnTo>
                    <a:lnTo>
                      <a:pt x="49" y="509"/>
                    </a:lnTo>
                    <a:cubicBezTo>
                      <a:pt x="50" y="512"/>
                      <a:pt x="52" y="514"/>
                      <a:pt x="52" y="517"/>
                    </a:cubicBezTo>
                    <a:cubicBezTo>
                      <a:pt x="56" y="521"/>
                      <a:pt x="61" y="526"/>
                      <a:pt x="65" y="532"/>
                    </a:cubicBezTo>
                    <a:lnTo>
                      <a:pt x="70" y="537"/>
                    </a:lnTo>
                    <a:lnTo>
                      <a:pt x="75" y="545"/>
                    </a:lnTo>
                    <a:lnTo>
                      <a:pt x="79" y="551"/>
                    </a:lnTo>
                    <a:cubicBezTo>
                      <a:pt x="84" y="555"/>
                      <a:pt x="90" y="561"/>
                      <a:pt x="96" y="568"/>
                    </a:cubicBezTo>
                    <a:lnTo>
                      <a:pt x="101" y="572"/>
                    </a:lnTo>
                    <a:lnTo>
                      <a:pt x="107" y="578"/>
                    </a:lnTo>
                    <a:lnTo>
                      <a:pt x="113" y="583"/>
                    </a:lnTo>
                    <a:cubicBezTo>
                      <a:pt x="122" y="591"/>
                      <a:pt x="132" y="598"/>
                      <a:pt x="142" y="606"/>
                    </a:cubicBezTo>
                    <a:lnTo>
                      <a:pt x="153" y="615"/>
                    </a:lnTo>
                    <a:cubicBezTo>
                      <a:pt x="169" y="625"/>
                      <a:pt x="184" y="635"/>
                      <a:pt x="201" y="645"/>
                    </a:cubicBezTo>
                    <a:cubicBezTo>
                      <a:pt x="335" y="723"/>
                      <a:pt x="515" y="766"/>
                      <a:pt x="707" y="766"/>
                    </a:cubicBezTo>
                    <a:cubicBezTo>
                      <a:pt x="901" y="766"/>
                      <a:pt x="1081" y="723"/>
                      <a:pt x="1216" y="645"/>
                    </a:cubicBezTo>
                    <a:cubicBezTo>
                      <a:pt x="1233" y="635"/>
                      <a:pt x="1248" y="625"/>
                      <a:pt x="1264" y="615"/>
                    </a:cubicBezTo>
                    <a:cubicBezTo>
                      <a:pt x="1267" y="612"/>
                      <a:pt x="1268" y="611"/>
                      <a:pt x="1271" y="609"/>
                    </a:cubicBezTo>
                    <a:lnTo>
                      <a:pt x="1279" y="603"/>
                    </a:lnTo>
                    <a:lnTo>
                      <a:pt x="1285" y="598"/>
                    </a:lnTo>
                    <a:cubicBezTo>
                      <a:pt x="1291" y="592"/>
                      <a:pt x="1299" y="588"/>
                      <a:pt x="1305" y="583"/>
                    </a:cubicBezTo>
                    <a:cubicBezTo>
                      <a:pt x="1307" y="580"/>
                      <a:pt x="1310" y="578"/>
                      <a:pt x="1311" y="575"/>
                    </a:cubicBezTo>
                    <a:lnTo>
                      <a:pt x="1319" y="569"/>
                    </a:lnTo>
                    <a:lnTo>
                      <a:pt x="1324" y="563"/>
                    </a:lnTo>
                    <a:cubicBezTo>
                      <a:pt x="1330" y="558"/>
                      <a:pt x="1334" y="554"/>
                      <a:pt x="1339" y="549"/>
                    </a:cubicBezTo>
                    <a:cubicBezTo>
                      <a:pt x="1341" y="548"/>
                      <a:pt x="1342" y="545"/>
                      <a:pt x="1345" y="541"/>
                    </a:cubicBezTo>
                    <a:lnTo>
                      <a:pt x="1351" y="534"/>
                    </a:lnTo>
                    <a:lnTo>
                      <a:pt x="1356" y="528"/>
                    </a:lnTo>
                    <a:cubicBezTo>
                      <a:pt x="1359" y="525"/>
                      <a:pt x="1362" y="520"/>
                      <a:pt x="1365" y="515"/>
                    </a:cubicBezTo>
                    <a:cubicBezTo>
                      <a:pt x="1367" y="514"/>
                      <a:pt x="1368" y="511"/>
                      <a:pt x="1370" y="508"/>
                    </a:cubicBezTo>
                    <a:lnTo>
                      <a:pt x="1374" y="500"/>
                    </a:lnTo>
                    <a:lnTo>
                      <a:pt x="1379" y="494"/>
                    </a:lnTo>
                    <a:cubicBezTo>
                      <a:pt x="1381" y="489"/>
                      <a:pt x="1384" y="486"/>
                      <a:pt x="1385" y="481"/>
                    </a:cubicBezTo>
                    <a:cubicBezTo>
                      <a:pt x="1387" y="480"/>
                      <a:pt x="1388" y="477"/>
                      <a:pt x="1388" y="475"/>
                    </a:cubicBezTo>
                    <a:lnTo>
                      <a:pt x="1393" y="468"/>
                    </a:lnTo>
                    <a:lnTo>
                      <a:pt x="1394" y="460"/>
                    </a:lnTo>
                    <a:cubicBezTo>
                      <a:pt x="1398" y="455"/>
                      <a:pt x="1399" y="452"/>
                      <a:pt x="1401" y="449"/>
                    </a:cubicBezTo>
                    <a:cubicBezTo>
                      <a:pt x="1401" y="446"/>
                      <a:pt x="1401" y="445"/>
                      <a:pt x="1402" y="441"/>
                    </a:cubicBezTo>
                    <a:lnTo>
                      <a:pt x="1404" y="434"/>
                    </a:lnTo>
                    <a:lnTo>
                      <a:pt x="1405" y="426"/>
                    </a:lnTo>
                    <a:cubicBezTo>
                      <a:pt x="1407" y="423"/>
                      <a:pt x="1408" y="418"/>
                      <a:pt x="1408" y="415"/>
                    </a:cubicBezTo>
                    <a:cubicBezTo>
                      <a:pt x="1408" y="414"/>
                      <a:pt x="1408" y="411"/>
                      <a:pt x="1408" y="409"/>
                    </a:cubicBezTo>
                    <a:lnTo>
                      <a:pt x="1410" y="400"/>
                    </a:lnTo>
                    <a:lnTo>
                      <a:pt x="1411" y="394"/>
                    </a:lnTo>
                    <a:cubicBezTo>
                      <a:pt x="1411" y="389"/>
                      <a:pt x="1411" y="386"/>
                      <a:pt x="1411" y="381"/>
                    </a:cubicBezTo>
                    <a:cubicBezTo>
                      <a:pt x="1411" y="286"/>
                      <a:pt x="1344" y="194"/>
                      <a:pt x="1219" y="122"/>
                    </a:cubicBezTo>
                    <a:cubicBezTo>
                      <a:pt x="1085" y="43"/>
                      <a:pt x="904" y="0"/>
                      <a:pt x="7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3871;p69">
                <a:extLst>
                  <a:ext uri="{FF2B5EF4-FFF2-40B4-BE49-F238E27FC236}">
                    <a16:creationId xmlns:a16="http://schemas.microsoft.com/office/drawing/2014/main" id="{ECFD1320-3621-76DD-DB7D-6C68D8A9FEFC}"/>
                  </a:ext>
                </a:extLst>
              </p:cNvPr>
              <p:cNvSpPr/>
              <p:nvPr/>
            </p:nvSpPr>
            <p:spPr>
              <a:xfrm>
                <a:off x="-2460265" y="1055179"/>
                <a:ext cx="63604" cy="36685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879" extrusionOk="0">
                    <a:moveTo>
                      <a:pt x="768" y="56"/>
                    </a:moveTo>
                    <a:cubicBezTo>
                      <a:pt x="961" y="56"/>
                      <a:pt x="1142" y="99"/>
                      <a:pt x="1276" y="178"/>
                    </a:cubicBezTo>
                    <a:cubicBezTo>
                      <a:pt x="1401" y="250"/>
                      <a:pt x="1468" y="342"/>
                      <a:pt x="1468" y="437"/>
                    </a:cubicBezTo>
                    <a:cubicBezTo>
                      <a:pt x="1468" y="442"/>
                      <a:pt x="1468" y="445"/>
                      <a:pt x="1467" y="448"/>
                    </a:cubicBezTo>
                    <a:lnTo>
                      <a:pt x="1467" y="456"/>
                    </a:lnTo>
                    <a:lnTo>
                      <a:pt x="1465" y="464"/>
                    </a:lnTo>
                    <a:cubicBezTo>
                      <a:pt x="1465" y="467"/>
                      <a:pt x="1465" y="470"/>
                      <a:pt x="1465" y="471"/>
                    </a:cubicBezTo>
                    <a:cubicBezTo>
                      <a:pt x="1465" y="474"/>
                      <a:pt x="1464" y="479"/>
                      <a:pt x="1462" y="482"/>
                    </a:cubicBezTo>
                    <a:lnTo>
                      <a:pt x="1461" y="490"/>
                    </a:lnTo>
                    <a:lnTo>
                      <a:pt x="1459" y="497"/>
                    </a:lnTo>
                    <a:cubicBezTo>
                      <a:pt x="1458" y="501"/>
                      <a:pt x="1458" y="502"/>
                      <a:pt x="1458" y="505"/>
                    </a:cubicBezTo>
                    <a:cubicBezTo>
                      <a:pt x="1456" y="508"/>
                      <a:pt x="1455" y="511"/>
                      <a:pt x="1451" y="516"/>
                    </a:cubicBezTo>
                    <a:lnTo>
                      <a:pt x="1450" y="524"/>
                    </a:lnTo>
                    <a:lnTo>
                      <a:pt x="1445" y="531"/>
                    </a:lnTo>
                    <a:cubicBezTo>
                      <a:pt x="1445" y="533"/>
                      <a:pt x="1444" y="536"/>
                      <a:pt x="1442" y="537"/>
                    </a:cubicBezTo>
                    <a:cubicBezTo>
                      <a:pt x="1441" y="542"/>
                      <a:pt x="1438" y="545"/>
                      <a:pt x="1436" y="550"/>
                    </a:cubicBezTo>
                    <a:lnTo>
                      <a:pt x="1431" y="556"/>
                    </a:lnTo>
                    <a:lnTo>
                      <a:pt x="1427" y="564"/>
                    </a:lnTo>
                    <a:cubicBezTo>
                      <a:pt x="1425" y="567"/>
                      <a:pt x="1424" y="570"/>
                      <a:pt x="1422" y="571"/>
                    </a:cubicBezTo>
                    <a:cubicBezTo>
                      <a:pt x="1419" y="576"/>
                      <a:pt x="1416" y="581"/>
                      <a:pt x="1413" y="584"/>
                    </a:cubicBezTo>
                    <a:lnTo>
                      <a:pt x="1407" y="590"/>
                    </a:lnTo>
                    <a:lnTo>
                      <a:pt x="1401" y="597"/>
                    </a:lnTo>
                    <a:cubicBezTo>
                      <a:pt x="1399" y="601"/>
                      <a:pt x="1398" y="604"/>
                      <a:pt x="1396" y="605"/>
                    </a:cubicBezTo>
                    <a:cubicBezTo>
                      <a:pt x="1391" y="610"/>
                      <a:pt x="1387" y="614"/>
                      <a:pt x="1381" y="619"/>
                    </a:cubicBezTo>
                    <a:lnTo>
                      <a:pt x="1376" y="625"/>
                    </a:lnTo>
                    <a:lnTo>
                      <a:pt x="1368" y="631"/>
                    </a:lnTo>
                    <a:cubicBezTo>
                      <a:pt x="1367" y="634"/>
                      <a:pt x="1364" y="636"/>
                      <a:pt x="1362" y="639"/>
                    </a:cubicBezTo>
                    <a:cubicBezTo>
                      <a:pt x="1356" y="644"/>
                      <a:pt x="1348" y="648"/>
                      <a:pt x="1342" y="654"/>
                    </a:cubicBezTo>
                    <a:lnTo>
                      <a:pt x="1336" y="659"/>
                    </a:lnTo>
                    <a:lnTo>
                      <a:pt x="1328" y="665"/>
                    </a:lnTo>
                    <a:cubicBezTo>
                      <a:pt x="1325" y="667"/>
                      <a:pt x="1324" y="668"/>
                      <a:pt x="1321" y="671"/>
                    </a:cubicBezTo>
                    <a:cubicBezTo>
                      <a:pt x="1305" y="681"/>
                      <a:pt x="1290" y="691"/>
                      <a:pt x="1273" y="701"/>
                    </a:cubicBezTo>
                    <a:cubicBezTo>
                      <a:pt x="1138" y="779"/>
                      <a:pt x="958" y="822"/>
                      <a:pt x="764" y="822"/>
                    </a:cubicBezTo>
                    <a:cubicBezTo>
                      <a:pt x="572" y="822"/>
                      <a:pt x="392" y="779"/>
                      <a:pt x="258" y="701"/>
                    </a:cubicBezTo>
                    <a:cubicBezTo>
                      <a:pt x="241" y="691"/>
                      <a:pt x="226" y="681"/>
                      <a:pt x="210" y="671"/>
                    </a:cubicBezTo>
                    <a:lnTo>
                      <a:pt x="199" y="662"/>
                    </a:lnTo>
                    <a:cubicBezTo>
                      <a:pt x="189" y="654"/>
                      <a:pt x="179" y="647"/>
                      <a:pt x="169" y="639"/>
                    </a:cubicBezTo>
                    <a:lnTo>
                      <a:pt x="164" y="634"/>
                    </a:lnTo>
                    <a:lnTo>
                      <a:pt x="158" y="628"/>
                    </a:lnTo>
                    <a:lnTo>
                      <a:pt x="153" y="624"/>
                    </a:lnTo>
                    <a:cubicBezTo>
                      <a:pt x="147" y="617"/>
                      <a:pt x="141" y="611"/>
                      <a:pt x="136" y="607"/>
                    </a:cubicBezTo>
                    <a:lnTo>
                      <a:pt x="132" y="601"/>
                    </a:lnTo>
                    <a:lnTo>
                      <a:pt x="127" y="593"/>
                    </a:lnTo>
                    <a:lnTo>
                      <a:pt x="122" y="588"/>
                    </a:lnTo>
                    <a:cubicBezTo>
                      <a:pt x="118" y="582"/>
                      <a:pt x="113" y="577"/>
                      <a:pt x="109" y="573"/>
                    </a:cubicBezTo>
                    <a:cubicBezTo>
                      <a:pt x="109" y="570"/>
                      <a:pt x="107" y="568"/>
                      <a:pt x="106" y="565"/>
                    </a:cubicBezTo>
                    <a:lnTo>
                      <a:pt x="101" y="557"/>
                    </a:lnTo>
                    <a:lnTo>
                      <a:pt x="96" y="551"/>
                    </a:lnTo>
                    <a:cubicBezTo>
                      <a:pt x="95" y="547"/>
                      <a:pt x="92" y="544"/>
                      <a:pt x="90" y="539"/>
                    </a:cubicBezTo>
                    <a:cubicBezTo>
                      <a:pt x="89" y="536"/>
                      <a:pt x="87" y="534"/>
                      <a:pt x="87" y="531"/>
                    </a:cubicBezTo>
                    <a:lnTo>
                      <a:pt x="82" y="524"/>
                    </a:lnTo>
                    <a:lnTo>
                      <a:pt x="79" y="516"/>
                    </a:lnTo>
                    <a:cubicBezTo>
                      <a:pt x="78" y="513"/>
                      <a:pt x="76" y="510"/>
                      <a:pt x="75" y="505"/>
                    </a:cubicBezTo>
                    <a:cubicBezTo>
                      <a:pt x="75" y="504"/>
                      <a:pt x="75" y="501"/>
                      <a:pt x="73" y="497"/>
                    </a:cubicBezTo>
                    <a:lnTo>
                      <a:pt x="72" y="490"/>
                    </a:lnTo>
                    <a:lnTo>
                      <a:pt x="70" y="484"/>
                    </a:lnTo>
                    <a:cubicBezTo>
                      <a:pt x="69" y="479"/>
                      <a:pt x="67" y="476"/>
                      <a:pt x="67" y="473"/>
                    </a:cubicBezTo>
                    <a:cubicBezTo>
                      <a:pt x="67" y="470"/>
                      <a:pt x="67" y="468"/>
                      <a:pt x="67" y="465"/>
                    </a:cubicBezTo>
                    <a:lnTo>
                      <a:pt x="66" y="457"/>
                    </a:lnTo>
                    <a:cubicBezTo>
                      <a:pt x="58" y="356"/>
                      <a:pt x="129" y="253"/>
                      <a:pt x="261" y="176"/>
                    </a:cubicBezTo>
                    <a:cubicBezTo>
                      <a:pt x="396" y="99"/>
                      <a:pt x="576" y="56"/>
                      <a:pt x="768" y="56"/>
                    </a:cubicBezTo>
                    <a:close/>
                    <a:moveTo>
                      <a:pt x="768" y="1"/>
                    </a:moveTo>
                    <a:cubicBezTo>
                      <a:pt x="575" y="1"/>
                      <a:pt x="381" y="44"/>
                      <a:pt x="233" y="130"/>
                    </a:cubicBezTo>
                    <a:cubicBezTo>
                      <a:pt x="73" y="221"/>
                      <a:pt x="1" y="344"/>
                      <a:pt x="12" y="464"/>
                    </a:cubicBezTo>
                    <a:lnTo>
                      <a:pt x="12" y="462"/>
                    </a:lnTo>
                    <a:cubicBezTo>
                      <a:pt x="12" y="468"/>
                      <a:pt x="12" y="476"/>
                      <a:pt x="13" y="482"/>
                    </a:cubicBezTo>
                    <a:cubicBezTo>
                      <a:pt x="13" y="490"/>
                      <a:pt x="16" y="497"/>
                      <a:pt x="18" y="505"/>
                    </a:cubicBezTo>
                    <a:cubicBezTo>
                      <a:pt x="19" y="511"/>
                      <a:pt x="21" y="517"/>
                      <a:pt x="22" y="524"/>
                    </a:cubicBezTo>
                    <a:cubicBezTo>
                      <a:pt x="26" y="531"/>
                      <a:pt x="30" y="539"/>
                      <a:pt x="33" y="547"/>
                    </a:cubicBezTo>
                    <a:cubicBezTo>
                      <a:pt x="35" y="551"/>
                      <a:pt x="36" y="559"/>
                      <a:pt x="41" y="565"/>
                    </a:cubicBezTo>
                    <a:cubicBezTo>
                      <a:pt x="44" y="573"/>
                      <a:pt x="49" y="581"/>
                      <a:pt x="55" y="587"/>
                    </a:cubicBezTo>
                    <a:cubicBezTo>
                      <a:pt x="58" y="593"/>
                      <a:pt x="61" y="599"/>
                      <a:pt x="64" y="605"/>
                    </a:cubicBezTo>
                    <a:cubicBezTo>
                      <a:pt x="70" y="613"/>
                      <a:pt x="76" y="621"/>
                      <a:pt x="84" y="630"/>
                    </a:cubicBezTo>
                    <a:cubicBezTo>
                      <a:pt x="89" y="634"/>
                      <a:pt x="92" y="639"/>
                      <a:pt x="95" y="644"/>
                    </a:cubicBezTo>
                    <a:cubicBezTo>
                      <a:pt x="102" y="651"/>
                      <a:pt x="112" y="661"/>
                      <a:pt x="121" y="668"/>
                    </a:cubicBezTo>
                    <a:cubicBezTo>
                      <a:pt x="126" y="673"/>
                      <a:pt x="129" y="676"/>
                      <a:pt x="133" y="681"/>
                    </a:cubicBezTo>
                    <a:cubicBezTo>
                      <a:pt x="144" y="690"/>
                      <a:pt x="155" y="697"/>
                      <a:pt x="167" y="707"/>
                    </a:cubicBezTo>
                    <a:cubicBezTo>
                      <a:pt x="170" y="710"/>
                      <a:pt x="175" y="713"/>
                      <a:pt x="178" y="716"/>
                    </a:cubicBezTo>
                    <a:cubicBezTo>
                      <a:pt x="195" y="728"/>
                      <a:pt x="212" y="739"/>
                      <a:pt x="230" y="750"/>
                    </a:cubicBezTo>
                    <a:cubicBezTo>
                      <a:pt x="378" y="836"/>
                      <a:pt x="570" y="879"/>
                      <a:pt x="765" y="879"/>
                    </a:cubicBezTo>
                    <a:cubicBezTo>
                      <a:pt x="959" y="879"/>
                      <a:pt x="1153" y="836"/>
                      <a:pt x="1301" y="750"/>
                    </a:cubicBezTo>
                    <a:cubicBezTo>
                      <a:pt x="1319" y="739"/>
                      <a:pt x="1336" y="728"/>
                      <a:pt x="1353" y="716"/>
                    </a:cubicBezTo>
                    <a:cubicBezTo>
                      <a:pt x="1359" y="711"/>
                      <a:pt x="1364" y="707"/>
                      <a:pt x="1370" y="704"/>
                    </a:cubicBezTo>
                    <a:cubicBezTo>
                      <a:pt x="1379" y="696"/>
                      <a:pt x="1390" y="688"/>
                      <a:pt x="1399" y="681"/>
                    </a:cubicBezTo>
                    <a:cubicBezTo>
                      <a:pt x="1404" y="676"/>
                      <a:pt x="1408" y="671"/>
                      <a:pt x="1413" y="665"/>
                    </a:cubicBezTo>
                    <a:cubicBezTo>
                      <a:pt x="1421" y="659"/>
                      <a:pt x="1430" y="651"/>
                      <a:pt x="1436" y="644"/>
                    </a:cubicBezTo>
                    <a:cubicBezTo>
                      <a:pt x="1442" y="637"/>
                      <a:pt x="1445" y="631"/>
                      <a:pt x="1450" y="627"/>
                    </a:cubicBezTo>
                    <a:cubicBezTo>
                      <a:pt x="1456" y="619"/>
                      <a:pt x="1462" y="611"/>
                      <a:pt x="1468" y="604"/>
                    </a:cubicBezTo>
                    <a:cubicBezTo>
                      <a:pt x="1473" y="599"/>
                      <a:pt x="1476" y="593"/>
                      <a:pt x="1479" y="587"/>
                    </a:cubicBezTo>
                    <a:cubicBezTo>
                      <a:pt x="1484" y="579"/>
                      <a:pt x="1488" y="571"/>
                      <a:pt x="1493" y="564"/>
                    </a:cubicBezTo>
                    <a:cubicBezTo>
                      <a:pt x="1496" y="557"/>
                      <a:pt x="1498" y="551"/>
                      <a:pt x="1501" y="545"/>
                    </a:cubicBezTo>
                    <a:cubicBezTo>
                      <a:pt x="1504" y="537"/>
                      <a:pt x="1507" y="530"/>
                      <a:pt x="1510" y="524"/>
                    </a:cubicBezTo>
                    <a:cubicBezTo>
                      <a:pt x="1511" y="516"/>
                      <a:pt x="1513" y="510"/>
                      <a:pt x="1515" y="504"/>
                    </a:cubicBezTo>
                    <a:cubicBezTo>
                      <a:pt x="1516" y="496"/>
                      <a:pt x="1519" y="488"/>
                      <a:pt x="1521" y="481"/>
                    </a:cubicBezTo>
                    <a:cubicBezTo>
                      <a:pt x="1522" y="474"/>
                      <a:pt x="1522" y="468"/>
                      <a:pt x="1522" y="462"/>
                    </a:cubicBezTo>
                    <a:cubicBezTo>
                      <a:pt x="1522" y="454"/>
                      <a:pt x="1524" y="447"/>
                      <a:pt x="1524" y="439"/>
                    </a:cubicBezTo>
                    <a:cubicBezTo>
                      <a:pt x="1524" y="327"/>
                      <a:pt x="1451" y="216"/>
                      <a:pt x="1304" y="130"/>
                    </a:cubicBezTo>
                    <a:cubicBezTo>
                      <a:pt x="1156" y="44"/>
                      <a:pt x="962" y="1"/>
                      <a:pt x="7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3872;p69">
                <a:extLst>
                  <a:ext uri="{FF2B5EF4-FFF2-40B4-BE49-F238E27FC236}">
                    <a16:creationId xmlns:a16="http://schemas.microsoft.com/office/drawing/2014/main" id="{048B3118-3062-0618-3D0C-DA51DB728047}"/>
                  </a:ext>
                </a:extLst>
              </p:cNvPr>
              <p:cNvSpPr/>
              <p:nvPr/>
            </p:nvSpPr>
            <p:spPr>
              <a:xfrm>
                <a:off x="-2415567" y="970248"/>
                <a:ext cx="96324" cy="53922"/>
              </a:xfrm>
              <a:custGeom>
                <a:avLst/>
                <a:gdLst/>
                <a:ahLst/>
                <a:cxnLst/>
                <a:rect l="l" t="t" r="r" b="b"/>
                <a:pathLst>
                  <a:path w="2308" h="1292" extrusionOk="0">
                    <a:moveTo>
                      <a:pt x="2308" y="1"/>
                    </a:moveTo>
                    <a:cubicBezTo>
                      <a:pt x="1645" y="464"/>
                      <a:pt x="868" y="868"/>
                      <a:pt x="1" y="1200"/>
                    </a:cubicBezTo>
                    <a:lnTo>
                      <a:pt x="1" y="1202"/>
                    </a:lnTo>
                    <a:lnTo>
                      <a:pt x="1" y="1291"/>
                    </a:lnTo>
                    <a:cubicBezTo>
                      <a:pt x="867" y="959"/>
                      <a:pt x="1643" y="554"/>
                      <a:pt x="2308" y="91"/>
                    </a:cubicBezTo>
                    <a:lnTo>
                      <a:pt x="230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3873;p69">
                <a:extLst>
                  <a:ext uri="{FF2B5EF4-FFF2-40B4-BE49-F238E27FC236}">
                    <a16:creationId xmlns:a16="http://schemas.microsoft.com/office/drawing/2014/main" id="{58F4CA12-DC5C-1DC5-E0CD-8351446F4A34}"/>
                  </a:ext>
                </a:extLst>
              </p:cNvPr>
              <p:cNvSpPr/>
              <p:nvPr/>
            </p:nvSpPr>
            <p:spPr>
              <a:xfrm>
                <a:off x="-2423079" y="928847"/>
                <a:ext cx="159762" cy="92860"/>
              </a:xfrm>
              <a:custGeom>
                <a:avLst/>
                <a:gdLst/>
                <a:ahLst/>
                <a:cxnLst/>
                <a:rect l="l" t="t" r="r" b="b"/>
                <a:pathLst>
                  <a:path w="3828" h="2225" extrusionOk="0">
                    <a:moveTo>
                      <a:pt x="3731" y="0"/>
                    </a:moveTo>
                    <a:lnTo>
                      <a:pt x="2120" y="780"/>
                    </a:lnTo>
                    <a:cubicBezTo>
                      <a:pt x="1322" y="1166"/>
                      <a:pt x="627" y="1619"/>
                      <a:pt x="54" y="2120"/>
                    </a:cubicBezTo>
                    <a:lnTo>
                      <a:pt x="1" y="2168"/>
                    </a:lnTo>
                    <a:lnTo>
                      <a:pt x="99" y="2225"/>
                    </a:lnTo>
                    <a:lnTo>
                      <a:pt x="181" y="2194"/>
                    </a:lnTo>
                    <a:cubicBezTo>
                      <a:pt x="1048" y="1860"/>
                      <a:pt x="1823" y="1457"/>
                      <a:pt x="2488" y="993"/>
                    </a:cubicBezTo>
                    <a:lnTo>
                      <a:pt x="3828" y="57"/>
                    </a:lnTo>
                    <a:lnTo>
                      <a:pt x="373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3874;p69">
                <a:extLst>
                  <a:ext uri="{FF2B5EF4-FFF2-40B4-BE49-F238E27FC236}">
                    <a16:creationId xmlns:a16="http://schemas.microsoft.com/office/drawing/2014/main" id="{EA9B8A5B-DECA-468E-8958-01530A2B2FA2}"/>
                  </a:ext>
                </a:extLst>
              </p:cNvPr>
              <p:cNvSpPr/>
              <p:nvPr/>
            </p:nvSpPr>
            <p:spPr>
              <a:xfrm>
                <a:off x="-2441776" y="1013444"/>
                <a:ext cx="29089" cy="64856"/>
              </a:xfrm>
              <a:custGeom>
                <a:avLst/>
                <a:gdLst/>
                <a:ahLst/>
                <a:cxnLst/>
                <a:rect l="l" t="t" r="r" b="b"/>
                <a:pathLst>
                  <a:path w="697" h="1554" extrusionOk="0">
                    <a:moveTo>
                      <a:pt x="696" y="2"/>
                    </a:moveTo>
                    <a:lnTo>
                      <a:pt x="696" y="13"/>
                    </a:lnTo>
                    <a:lnTo>
                      <a:pt x="696" y="13"/>
                    </a:lnTo>
                    <a:cubicBezTo>
                      <a:pt x="696" y="13"/>
                      <a:pt x="696" y="13"/>
                      <a:pt x="696" y="13"/>
                    </a:cubicBezTo>
                    <a:cubicBezTo>
                      <a:pt x="696" y="9"/>
                      <a:pt x="696" y="5"/>
                      <a:pt x="696" y="2"/>
                    </a:cubicBezTo>
                    <a:close/>
                    <a:moveTo>
                      <a:pt x="2" y="1"/>
                    </a:moveTo>
                    <a:lnTo>
                      <a:pt x="1" y="1351"/>
                    </a:lnTo>
                    <a:cubicBezTo>
                      <a:pt x="1" y="1402"/>
                      <a:pt x="35" y="1454"/>
                      <a:pt x="102" y="1494"/>
                    </a:cubicBezTo>
                    <a:cubicBezTo>
                      <a:pt x="171" y="1534"/>
                      <a:pt x="260" y="1553"/>
                      <a:pt x="348" y="1553"/>
                    </a:cubicBezTo>
                    <a:cubicBezTo>
                      <a:pt x="437" y="1553"/>
                      <a:pt x="525" y="1534"/>
                      <a:pt x="593" y="1494"/>
                    </a:cubicBezTo>
                    <a:cubicBezTo>
                      <a:pt x="661" y="1456"/>
                      <a:pt x="695" y="1405"/>
                      <a:pt x="695" y="1353"/>
                    </a:cubicBezTo>
                    <a:lnTo>
                      <a:pt x="696" y="13"/>
                    </a:lnTo>
                    <a:lnTo>
                      <a:pt x="696" y="13"/>
                    </a:lnTo>
                    <a:cubicBezTo>
                      <a:pt x="695" y="16"/>
                      <a:pt x="695" y="18"/>
                      <a:pt x="695" y="21"/>
                    </a:cubicBezTo>
                    <a:cubicBezTo>
                      <a:pt x="695" y="25"/>
                      <a:pt x="693" y="29"/>
                      <a:pt x="692" y="32"/>
                    </a:cubicBezTo>
                    <a:cubicBezTo>
                      <a:pt x="692" y="35"/>
                      <a:pt x="690" y="38"/>
                      <a:pt x="690" y="41"/>
                    </a:cubicBezTo>
                    <a:cubicBezTo>
                      <a:pt x="689" y="44"/>
                      <a:pt x="687" y="47"/>
                      <a:pt x="685" y="50"/>
                    </a:cubicBezTo>
                    <a:cubicBezTo>
                      <a:pt x="684" y="53"/>
                      <a:pt x="684" y="56"/>
                      <a:pt x="682" y="59"/>
                    </a:cubicBezTo>
                    <a:cubicBezTo>
                      <a:pt x="679" y="62"/>
                      <a:pt x="678" y="65"/>
                      <a:pt x="676" y="70"/>
                    </a:cubicBezTo>
                    <a:cubicBezTo>
                      <a:pt x="673" y="73"/>
                      <a:pt x="673" y="75"/>
                      <a:pt x="670" y="78"/>
                    </a:cubicBezTo>
                    <a:cubicBezTo>
                      <a:pt x="669" y="82"/>
                      <a:pt x="665" y="85"/>
                      <a:pt x="662" y="88"/>
                    </a:cubicBezTo>
                    <a:cubicBezTo>
                      <a:pt x="659" y="92"/>
                      <a:pt x="659" y="93"/>
                      <a:pt x="656" y="96"/>
                    </a:cubicBezTo>
                    <a:cubicBezTo>
                      <a:pt x="653" y="99"/>
                      <a:pt x="649" y="102"/>
                      <a:pt x="645" y="107"/>
                    </a:cubicBezTo>
                    <a:cubicBezTo>
                      <a:pt x="644" y="108"/>
                      <a:pt x="641" y="110"/>
                      <a:pt x="639" y="113"/>
                    </a:cubicBezTo>
                    <a:cubicBezTo>
                      <a:pt x="635" y="116"/>
                      <a:pt x="630" y="121"/>
                      <a:pt x="624" y="124"/>
                    </a:cubicBezTo>
                    <a:cubicBezTo>
                      <a:pt x="622" y="125"/>
                      <a:pt x="621" y="127"/>
                      <a:pt x="619" y="128"/>
                    </a:cubicBezTo>
                    <a:cubicBezTo>
                      <a:pt x="612" y="133"/>
                      <a:pt x="604" y="139"/>
                      <a:pt x="595" y="144"/>
                    </a:cubicBezTo>
                    <a:cubicBezTo>
                      <a:pt x="528" y="183"/>
                      <a:pt x="439" y="203"/>
                      <a:pt x="350" y="203"/>
                    </a:cubicBezTo>
                    <a:cubicBezTo>
                      <a:pt x="262" y="203"/>
                      <a:pt x="172" y="183"/>
                      <a:pt x="104" y="144"/>
                    </a:cubicBezTo>
                    <a:cubicBezTo>
                      <a:pt x="96" y="139"/>
                      <a:pt x="89" y="133"/>
                      <a:pt x="81" y="128"/>
                    </a:cubicBezTo>
                    <a:cubicBezTo>
                      <a:pt x="78" y="127"/>
                      <a:pt x="75" y="124"/>
                      <a:pt x="73" y="122"/>
                    </a:cubicBezTo>
                    <a:cubicBezTo>
                      <a:pt x="69" y="119"/>
                      <a:pt x="64" y="116"/>
                      <a:pt x="61" y="112"/>
                    </a:cubicBezTo>
                    <a:cubicBezTo>
                      <a:pt x="58" y="110"/>
                      <a:pt x="55" y="108"/>
                      <a:pt x="53" y="105"/>
                    </a:cubicBezTo>
                    <a:cubicBezTo>
                      <a:pt x="50" y="102"/>
                      <a:pt x="46" y="99"/>
                      <a:pt x="42" y="95"/>
                    </a:cubicBezTo>
                    <a:cubicBezTo>
                      <a:pt x="41" y="93"/>
                      <a:pt x="38" y="90"/>
                      <a:pt x="36" y="87"/>
                    </a:cubicBezTo>
                    <a:cubicBezTo>
                      <a:pt x="33" y="84"/>
                      <a:pt x="30" y="81"/>
                      <a:pt x="29" y="78"/>
                    </a:cubicBezTo>
                    <a:cubicBezTo>
                      <a:pt x="27" y="75"/>
                      <a:pt x="24" y="72"/>
                      <a:pt x="22" y="68"/>
                    </a:cubicBezTo>
                    <a:cubicBezTo>
                      <a:pt x="21" y="65"/>
                      <a:pt x="18" y="62"/>
                      <a:pt x="18" y="59"/>
                    </a:cubicBezTo>
                    <a:cubicBezTo>
                      <a:pt x="15" y="56"/>
                      <a:pt x="15" y="53"/>
                      <a:pt x="13" y="50"/>
                    </a:cubicBezTo>
                    <a:cubicBezTo>
                      <a:pt x="12" y="47"/>
                      <a:pt x="10" y="42"/>
                      <a:pt x="9" y="39"/>
                    </a:cubicBezTo>
                    <a:cubicBezTo>
                      <a:pt x="9" y="38"/>
                      <a:pt x="7" y="35"/>
                      <a:pt x="7" y="32"/>
                    </a:cubicBezTo>
                    <a:cubicBezTo>
                      <a:pt x="6" y="29"/>
                      <a:pt x="4" y="24"/>
                      <a:pt x="4" y="21"/>
                    </a:cubicBezTo>
                    <a:cubicBezTo>
                      <a:pt x="4" y="18"/>
                      <a:pt x="4" y="15"/>
                      <a:pt x="4" y="12"/>
                    </a:cubicBezTo>
                    <a:cubicBezTo>
                      <a:pt x="2" y="9"/>
                      <a:pt x="2" y="5"/>
                      <a:pt x="2" y="2"/>
                    </a:cubicBezTo>
                    <a:lnTo>
                      <a:pt x="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3875;p69">
                <a:extLst>
                  <a:ext uri="{FF2B5EF4-FFF2-40B4-BE49-F238E27FC236}">
                    <a16:creationId xmlns:a16="http://schemas.microsoft.com/office/drawing/2014/main" id="{1AA298D1-EC40-DD6B-34BB-812D1C64E719}"/>
                  </a:ext>
                </a:extLst>
              </p:cNvPr>
              <p:cNvSpPr/>
              <p:nvPr/>
            </p:nvSpPr>
            <p:spPr>
              <a:xfrm>
                <a:off x="-2441693" y="1005139"/>
                <a:ext cx="29173" cy="16777"/>
              </a:xfrm>
              <a:custGeom>
                <a:avLst/>
                <a:gdLst/>
                <a:ahLst/>
                <a:cxnLst/>
                <a:rect l="l" t="t" r="r" b="b"/>
                <a:pathLst>
                  <a:path w="699" h="402" extrusionOk="0">
                    <a:moveTo>
                      <a:pt x="347" y="1"/>
                    </a:moveTo>
                    <a:cubicBezTo>
                      <a:pt x="258" y="1"/>
                      <a:pt x="168" y="20"/>
                      <a:pt x="100" y="60"/>
                    </a:cubicBezTo>
                    <a:cubicBezTo>
                      <a:pt x="33" y="98"/>
                      <a:pt x="0" y="149"/>
                      <a:pt x="0" y="201"/>
                    </a:cubicBezTo>
                    <a:cubicBezTo>
                      <a:pt x="0" y="204"/>
                      <a:pt x="0" y="208"/>
                      <a:pt x="0" y="211"/>
                    </a:cubicBezTo>
                    <a:lnTo>
                      <a:pt x="2" y="211"/>
                    </a:lnTo>
                    <a:cubicBezTo>
                      <a:pt x="2" y="214"/>
                      <a:pt x="2" y="217"/>
                      <a:pt x="2" y="220"/>
                    </a:cubicBezTo>
                    <a:cubicBezTo>
                      <a:pt x="2" y="223"/>
                      <a:pt x="4" y="228"/>
                      <a:pt x="5" y="231"/>
                    </a:cubicBezTo>
                    <a:cubicBezTo>
                      <a:pt x="5" y="234"/>
                      <a:pt x="7" y="237"/>
                      <a:pt x="7" y="238"/>
                    </a:cubicBezTo>
                    <a:cubicBezTo>
                      <a:pt x="8" y="241"/>
                      <a:pt x="10" y="246"/>
                      <a:pt x="11" y="249"/>
                    </a:cubicBezTo>
                    <a:cubicBezTo>
                      <a:pt x="13" y="252"/>
                      <a:pt x="13" y="255"/>
                      <a:pt x="14" y="258"/>
                    </a:cubicBezTo>
                    <a:cubicBezTo>
                      <a:pt x="16" y="261"/>
                      <a:pt x="19" y="264"/>
                      <a:pt x="20" y="267"/>
                    </a:cubicBezTo>
                    <a:cubicBezTo>
                      <a:pt x="22" y="271"/>
                      <a:pt x="25" y="274"/>
                      <a:pt x="27" y="277"/>
                    </a:cubicBezTo>
                    <a:cubicBezTo>
                      <a:pt x="28" y="280"/>
                      <a:pt x="31" y="283"/>
                      <a:pt x="34" y="286"/>
                    </a:cubicBezTo>
                    <a:cubicBezTo>
                      <a:pt x="36" y="289"/>
                      <a:pt x="39" y="292"/>
                      <a:pt x="40" y="294"/>
                    </a:cubicBezTo>
                    <a:cubicBezTo>
                      <a:pt x="44" y="298"/>
                      <a:pt x="48" y="301"/>
                      <a:pt x="51" y="304"/>
                    </a:cubicBezTo>
                    <a:cubicBezTo>
                      <a:pt x="53" y="307"/>
                      <a:pt x="56" y="309"/>
                      <a:pt x="59" y="311"/>
                    </a:cubicBezTo>
                    <a:cubicBezTo>
                      <a:pt x="62" y="315"/>
                      <a:pt x="67" y="318"/>
                      <a:pt x="71" y="321"/>
                    </a:cubicBezTo>
                    <a:cubicBezTo>
                      <a:pt x="73" y="323"/>
                      <a:pt x="76" y="326"/>
                      <a:pt x="79" y="327"/>
                    </a:cubicBezTo>
                    <a:cubicBezTo>
                      <a:pt x="87" y="332"/>
                      <a:pt x="94" y="338"/>
                      <a:pt x="102" y="343"/>
                    </a:cubicBezTo>
                    <a:cubicBezTo>
                      <a:pt x="170" y="382"/>
                      <a:pt x="260" y="402"/>
                      <a:pt x="348" y="402"/>
                    </a:cubicBezTo>
                    <a:cubicBezTo>
                      <a:pt x="437" y="402"/>
                      <a:pt x="526" y="382"/>
                      <a:pt x="593" y="343"/>
                    </a:cubicBezTo>
                    <a:cubicBezTo>
                      <a:pt x="602" y="338"/>
                      <a:pt x="610" y="332"/>
                      <a:pt x="617" y="327"/>
                    </a:cubicBezTo>
                    <a:cubicBezTo>
                      <a:pt x="619" y="326"/>
                      <a:pt x="620" y="324"/>
                      <a:pt x="622" y="323"/>
                    </a:cubicBezTo>
                    <a:cubicBezTo>
                      <a:pt x="628" y="320"/>
                      <a:pt x="633" y="315"/>
                      <a:pt x="637" y="312"/>
                    </a:cubicBezTo>
                    <a:cubicBezTo>
                      <a:pt x="639" y="309"/>
                      <a:pt x="642" y="307"/>
                      <a:pt x="643" y="306"/>
                    </a:cubicBezTo>
                    <a:cubicBezTo>
                      <a:pt x="647" y="301"/>
                      <a:pt x="651" y="298"/>
                      <a:pt x="654" y="295"/>
                    </a:cubicBezTo>
                    <a:cubicBezTo>
                      <a:pt x="657" y="292"/>
                      <a:pt x="659" y="291"/>
                      <a:pt x="660" y="287"/>
                    </a:cubicBezTo>
                    <a:cubicBezTo>
                      <a:pt x="663" y="284"/>
                      <a:pt x="667" y="281"/>
                      <a:pt x="668" y="277"/>
                    </a:cubicBezTo>
                    <a:cubicBezTo>
                      <a:pt x="671" y="274"/>
                      <a:pt x="673" y="272"/>
                      <a:pt x="674" y="269"/>
                    </a:cubicBezTo>
                    <a:cubicBezTo>
                      <a:pt x="676" y="264"/>
                      <a:pt x="677" y="261"/>
                      <a:pt x="680" y="258"/>
                    </a:cubicBezTo>
                    <a:cubicBezTo>
                      <a:pt x="682" y="255"/>
                      <a:pt x="682" y="252"/>
                      <a:pt x="683" y="249"/>
                    </a:cubicBezTo>
                    <a:cubicBezTo>
                      <a:pt x="685" y="246"/>
                      <a:pt x="687" y="243"/>
                      <a:pt x="688" y="240"/>
                    </a:cubicBezTo>
                    <a:cubicBezTo>
                      <a:pt x="688" y="237"/>
                      <a:pt x="690" y="234"/>
                      <a:pt x="690" y="231"/>
                    </a:cubicBezTo>
                    <a:cubicBezTo>
                      <a:pt x="691" y="228"/>
                      <a:pt x="691" y="224"/>
                      <a:pt x="693" y="220"/>
                    </a:cubicBezTo>
                    <a:cubicBezTo>
                      <a:pt x="693" y="217"/>
                      <a:pt x="693" y="215"/>
                      <a:pt x="693" y="212"/>
                    </a:cubicBezTo>
                    <a:cubicBezTo>
                      <a:pt x="699" y="157"/>
                      <a:pt x="665" y="101"/>
                      <a:pt x="593" y="58"/>
                    </a:cubicBezTo>
                    <a:cubicBezTo>
                      <a:pt x="525" y="20"/>
                      <a:pt x="436" y="1"/>
                      <a:pt x="3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3876;p69">
                <a:extLst>
                  <a:ext uri="{FF2B5EF4-FFF2-40B4-BE49-F238E27FC236}">
                    <a16:creationId xmlns:a16="http://schemas.microsoft.com/office/drawing/2014/main" id="{2F3363FF-DE5D-BCC5-9A83-D49F01B9D474}"/>
                  </a:ext>
                </a:extLst>
              </p:cNvPr>
              <p:cNvSpPr/>
              <p:nvPr/>
            </p:nvSpPr>
            <p:spPr>
              <a:xfrm>
                <a:off x="-2440149" y="1006432"/>
                <a:ext cx="26043" cy="14148"/>
              </a:xfrm>
              <a:custGeom>
                <a:avLst/>
                <a:gdLst/>
                <a:ahLst/>
                <a:cxnLst/>
                <a:rect l="l" t="t" r="r" b="b"/>
                <a:pathLst>
                  <a:path w="624" h="339" extrusionOk="0">
                    <a:moveTo>
                      <a:pt x="309" y="1"/>
                    </a:moveTo>
                    <a:cubicBezTo>
                      <a:pt x="230" y="1"/>
                      <a:pt x="151" y="17"/>
                      <a:pt x="91" y="50"/>
                    </a:cubicBezTo>
                    <a:cubicBezTo>
                      <a:pt x="31" y="83"/>
                      <a:pt x="0" y="126"/>
                      <a:pt x="0" y="169"/>
                    </a:cubicBezTo>
                    <a:cubicBezTo>
                      <a:pt x="0" y="172"/>
                      <a:pt x="2" y="175"/>
                      <a:pt x="2" y="178"/>
                    </a:cubicBezTo>
                    <a:cubicBezTo>
                      <a:pt x="2" y="181"/>
                      <a:pt x="2" y="183"/>
                      <a:pt x="2" y="186"/>
                    </a:cubicBezTo>
                    <a:cubicBezTo>
                      <a:pt x="3" y="189"/>
                      <a:pt x="3" y="192"/>
                      <a:pt x="5" y="195"/>
                    </a:cubicBezTo>
                    <a:cubicBezTo>
                      <a:pt x="5" y="197"/>
                      <a:pt x="7" y="200"/>
                      <a:pt x="7" y="203"/>
                    </a:cubicBezTo>
                    <a:cubicBezTo>
                      <a:pt x="8" y="204"/>
                      <a:pt x="8" y="207"/>
                      <a:pt x="11" y="210"/>
                    </a:cubicBezTo>
                    <a:cubicBezTo>
                      <a:pt x="11" y="213"/>
                      <a:pt x="13" y="215"/>
                      <a:pt x="14" y="216"/>
                    </a:cubicBezTo>
                    <a:cubicBezTo>
                      <a:pt x="16" y="220"/>
                      <a:pt x="17" y="223"/>
                      <a:pt x="19" y="226"/>
                    </a:cubicBezTo>
                    <a:cubicBezTo>
                      <a:pt x="22" y="227"/>
                      <a:pt x="22" y="230"/>
                      <a:pt x="23" y="233"/>
                    </a:cubicBezTo>
                    <a:cubicBezTo>
                      <a:pt x="27" y="235"/>
                      <a:pt x="28" y="238"/>
                      <a:pt x="31" y="241"/>
                    </a:cubicBezTo>
                    <a:cubicBezTo>
                      <a:pt x="33" y="244"/>
                      <a:pt x="34" y="246"/>
                      <a:pt x="37" y="247"/>
                    </a:cubicBezTo>
                    <a:cubicBezTo>
                      <a:pt x="39" y="250"/>
                      <a:pt x="43" y="253"/>
                      <a:pt x="47" y="256"/>
                    </a:cubicBezTo>
                    <a:cubicBezTo>
                      <a:pt x="48" y="258"/>
                      <a:pt x="50" y="260"/>
                      <a:pt x="53" y="263"/>
                    </a:cubicBezTo>
                    <a:cubicBezTo>
                      <a:pt x="56" y="266"/>
                      <a:pt x="60" y="267"/>
                      <a:pt x="63" y="270"/>
                    </a:cubicBezTo>
                    <a:cubicBezTo>
                      <a:pt x="67" y="272"/>
                      <a:pt x="68" y="273"/>
                      <a:pt x="71" y="275"/>
                    </a:cubicBezTo>
                    <a:cubicBezTo>
                      <a:pt x="77" y="280"/>
                      <a:pt x="85" y="284"/>
                      <a:pt x="93" y="289"/>
                    </a:cubicBezTo>
                    <a:cubicBezTo>
                      <a:pt x="153" y="322"/>
                      <a:pt x="233" y="338"/>
                      <a:pt x="312" y="338"/>
                    </a:cubicBezTo>
                    <a:cubicBezTo>
                      <a:pt x="391" y="338"/>
                      <a:pt x="470" y="322"/>
                      <a:pt x="530" y="289"/>
                    </a:cubicBezTo>
                    <a:cubicBezTo>
                      <a:pt x="537" y="284"/>
                      <a:pt x="543" y="280"/>
                      <a:pt x="550" y="275"/>
                    </a:cubicBezTo>
                    <a:cubicBezTo>
                      <a:pt x="553" y="275"/>
                      <a:pt x="554" y="273"/>
                      <a:pt x="556" y="272"/>
                    </a:cubicBezTo>
                    <a:cubicBezTo>
                      <a:pt x="560" y="269"/>
                      <a:pt x="565" y="266"/>
                      <a:pt x="568" y="263"/>
                    </a:cubicBezTo>
                    <a:cubicBezTo>
                      <a:pt x="571" y="261"/>
                      <a:pt x="573" y="258"/>
                      <a:pt x="574" y="258"/>
                    </a:cubicBezTo>
                    <a:cubicBezTo>
                      <a:pt x="577" y="255"/>
                      <a:pt x="580" y="250"/>
                      <a:pt x="583" y="247"/>
                    </a:cubicBezTo>
                    <a:cubicBezTo>
                      <a:pt x="586" y="246"/>
                      <a:pt x="586" y="244"/>
                      <a:pt x="590" y="243"/>
                    </a:cubicBezTo>
                    <a:cubicBezTo>
                      <a:pt x="591" y="240"/>
                      <a:pt x="594" y="235"/>
                      <a:pt x="597" y="233"/>
                    </a:cubicBezTo>
                    <a:cubicBezTo>
                      <a:pt x="599" y="230"/>
                      <a:pt x="599" y="229"/>
                      <a:pt x="600" y="226"/>
                    </a:cubicBezTo>
                    <a:cubicBezTo>
                      <a:pt x="603" y="223"/>
                      <a:pt x="605" y="220"/>
                      <a:pt x="606" y="216"/>
                    </a:cubicBezTo>
                    <a:cubicBezTo>
                      <a:pt x="608" y="215"/>
                      <a:pt x="610" y="213"/>
                      <a:pt x="610" y="210"/>
                    </a:cubicBezTo>
                    <a:cubicBezTo>
                      <a:pt x="611" y="207"/>
                      <a:pt x="613" y="204"/>
                      <a:pt x="614" y="201"/>
                    </a:cubicBezTo>
                    <a:cubicBezTo>
                      <a:pt x="614" y="200"/>
                      <a:pt x="614" y="197"/>
                      <a:pt x="616" y="195"/>
                    </a:cubicBezTo>
                    <a:cubicBezTo>
                      <a:pt x="616" y="192"/>
                      <a:pt x="617" y="189"/>
                      <a:pt x="617" y="186"/>
                    </a:cubicBezTo>
                    <a:cubicBezTo>
                      <a:pt x="619" y="183"/>
                      <a:pt x="619" y="181"/>
                      <a:pt x="619" y="178"/>
                    </a:cubicBezTo>
                    <a:cubicBezTo>
                      <a:pt x="623" y="132"/>
                      <a:pt x="593" y="86"/>
                      <a:pt x="528" y="50"/>
                    </a:cubicBezTo>
                    <a:cubicBezTo>
                      <a:pt x="467" y="17"/>
                      <a:pt x="388" y="1"/>
                      <a:pt x="3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3877;p69">
                <a:extLst>
                  <a:ext uri="{FF2B5EF4-FFF2-40B4-BE49-F238E27FC236}">
                    <a16:creationId xmlns:a16="http://schemas.microsoft.com/office/drawing/2014/main" id="{210086FF-F8B8-F62B-C836-35F5059C9380}"/>
                  </a:ext>
                </a:extLst>
              </p:cNvPr>
              <p:cNvSpPr/>
              <p:nvPr/>
            </p:nvSpPr>
            <p:spPr>
              <a:xfrm>
                <a:off x="-2444907" y="1032600"/>
                <a:ext cx="27128" cy="31468"/>
              </a:xfrm>
              <a:custGeom>
                <a:avLst/>
                <a:gdLst/>
                <a:ahLst/>
                <a:cxnLst/>
                <a:rect l="l" t="t" r="r" b="b"/>
                <a:pathLst>
                  <a:path w="650" h="754" extrusionOk="0">
                    <a:moveTo>
                      <a:pt x="650" y="0"/>
                    </a:moveTo>
                    <a:lnTo>
                      <a:pt x="1" y="663"/>
                    </a:lnTo>
                    <a:lnTo>
                      <a:pt x="1" y="754"/>
                    </a:lnTo>
                    <a:lnTo>
                      <a:pt x="650" y="91"/>
                    </a:lnTo>
                    <a:lnTo>
                      <a:pt x="65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3878;p69">
                <a:extLst>
                  <a:ext uri="{FF2B5EF4-FFF2-40B4-BE49-F238E27FC236}">
                    <a16:creationId xmlns:a16="http://schemas.microsoft.com/office/drawing/2014/main" id="{D686DC96-F771-5561-6888-859E0BF01DB2}"/>
                  </a:ext>
                </a:extLst>
              </p:cNvPr>
              <p:cNvSpPr/>
              <p:nvPr/>
            </p:nvSpPr>
            <p:spPr>
              <a:xfrm>
                <a:off x="-2465816" y="1060271"/>
                <a:ext cx="20951" cy="16611"/>
              </a:xfrm>
              <a:custGeom>
                <a:avLst/>
                <a:gdLst/>
                <a:ahLst/>
                <a:cxnLst/>
                <a:rect l="l" t="t" r="r" b="b"/>
                <a:pathLst>
                  <a:path w="502" h="398" extrusionOk="0">
                    <a:moveTo>
                      <a:pt x="502" y="0"/>
                    </a:moveTo>
                    <a:cubicBezTo>
                      <a:pt x="368" y="119"/>
                      <a:pt x="197" y="223"/>
                      <a:pt x="0" y="308"/>
                    </a:cubicBezTo>
                    <a:lnTo>
                      <a:pt x="0" y="397"/>
                    </a:lnTo>
                    <a:cubicBezTo>
                      <a:pt x="197" y="312"/>
                      <a:pt x="366" y="209"/>
                      <a:pt x="502" y="91"/>
                    </a:cubicBez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3879;p69">
                <a:extLst>
                  <a:ext uri="{FF2B5EF4-FFF2-40B4-BE49-F238E27FC236}">
                    <a16:creationId xmlns:a16="http://schemas.microsoft.com/office/drawing/2014/main" id="{061E6C3E-6D54-7932-1BA9-4D59889106CF}"/>
                  </a:ext>
                </a:extLst>
              </p:cNvPr>
              <p:cNvSpPr/>
              <p:nvPr/>
            </p:nvSpPr>
            <p:spPr>
              <a:xfrm>
                <a:off x="-2577415" y="1073083"/>
                <a:ext cx="111641" cy="51543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235" extrusionOk="0">
                    <a:moveTo>
                      <a:pt x="2674" y="1"/>
                    </a:moveTo>
                    <a:lnTo>
                      <a:pt x="1" y="1144"/>
                    </a:lnTo>
                    <a:lnTo>
                      <a:pt x="1" y="1234"/>
                    </a:lnTo>
                    <a:lnTo>
                      <a:pt x="2674" y="92"/>
                    </a:lnTo>
                    <a:lnTo>
                      <a:pt x="267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3880;p69">
                <a:extLst>
                  <a:ext uri="{FF2B5EF4-FFF2-40B4-BE49-F238E27FC236}">
                    <a16:creationId xmlns:a16="http://schemas.microsoft.com/office/drawing/2014/main" id="{DCD5E04B-A336-A71B-27A1-089BB93C8261}"/>
                  </a:ext>
                </a:extLst>
              </p:cNvPr>
              <p:cNvSpPr/>
              <p:nvPr/>
            </p:nvSpPr>
            <p:spPr>
              <a:xfrm>
                <a:off x="-2592190" y="1112314"/>
                <a:ext cx="14816" cy="1231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95" extrusionOk="0">
                    <a:moveTo>
                      <a:pt x="1" y="1"/>
                    </a:moveTo>
                    <a:lnTo>
                      <a:pt x="1" y="90"/>
                    </a:lnTo>
                    <a:lnTo>
                      <a:pt x="355" y="294"/>
                    </a:lnTo>
                    <a:lnTo>
                      <a:pt x="355" y="2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3881;p69">
                <a:extLst>
                  <a:ext uri="{FF2B5EF4-FFF2-40B4-BE49-F238E27FC236}">
                    <a16:creationId xmlns:a16="http://schemas.microsoft.com/office/drawing/2014/main" id="{A2722EEB-D4BF-31BC-88EC-0ADC3C4CB136}"/>
                  </a:ext>
                </a:extLst>
              </p:cNvPr>
              <p:cNvSpPr/>
              <p:nvPr/>
            </p:nvSpPr>
            <p:spPr>
              <a:xfrm>
                <a:off x="-2592190" y="1018870"/>
                <a:ext cx="174411" cy="101959"/>
              </a:xfrm>
              <a:custGeom>
                <a:avLst/>
                <a:gdLst/>
                <a:ahLst/>
                <a:cxnLst/>
                <a:rect l="l" t="t" r="r" b="b"/>
                <a:pathLst>
                  <a:path w="4179" h="2443" extrusionOk="0">
                    <a:moveTo>
                      <a:pt x="3608" y="0"/>
                    </a:moveTo>
                    <a:lnTo>
                      <a:pt x="2494" y="395"/>
                    </a:lnTo>
                    <a:cubicBezTo>
                      <a:pt x="2291" y="474"/>
                      <a:pt x="2111" y="572"/>
                      <a:pt x="1967" y="688"/>
                    </a:cubicBezTo>
                    <a:lnTo>
                      <a:pt x="1" y="2240"/>
                    </a:lnTo>
                    <a:lnTo>
                      <a:pt x="355" y="2443"/>
                    </a:lnTo>
                    <a:lnTo>
                      <a:pt x="3027" y="1300"/>
                    </a:lnTo>
                    <a:cubicBezTo>
                      <a:pt x="3225" y="1215"/>
                      <a:pt x="3394" y="1111"/>
                      <a:pt x="3530" y="992"/>
                    </a:cubicBezTo>
                    <a:lnTo>
                      <a:pt x="4179" y="329"/>
                    </a:lnTo>
                    <a:lnTo>
                      <a:pt x="4176" y="326"/>
                    </a:lnTo>
                    <a:cubicBezTo>
                      <a:pt x="4111" y="358"/>
                      <a:pt x="4032" y="373"/>
                      <a:pt x="3952" y="373"/>
                    </a:cubicBezTo>
                    <a:cubicBezTo>
                      <a:pt x="3864" y="373"/>
                      <a:pt x="3777" y="354"/>
                      <a:pt x="3710" y="315"/>
                    </a:cubicBezTo>
                    <a:cubicBezTo>
                      <a:pt x="3640" y="275"/>
                      <a:pt x="3608" y="225"/>
                      <a:pt x="3608" y="172"/>
                    </a:cubicBezTo>
                    <a:lnTo>
                      <a:pt x="360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8" name="Google Shape;3882;p69">
              <a:extLst>
                <a:ext uri="{FF2B5EF4-FFF2-40B4-BE49-F238E27FC236}">
                  <a16:creationId xmlns:a16="http://schemas.microsoft.com/office/drawing/2014/main" id="{91F571A8-7B49-821D-1E8E-CAA3A6860D03}"/>
                </a:ext>
              </a:extLst>
            </p:cNvPr>
            <p:cNvSpPr/>
            <p:nvPr/>
          </p:nvSpPr>
          <p:spPr>
            <a:xfrm>
              <a:off x="-2179305" y="1358176"/>
              <a:ext cx="429328" cy="239517"/>
            </a:xfrm>
            <a:custGeom>
              <a:avLst/>
              <a:gdLst/>
              <a:ahLst/>
              <a:cxnLst/>
              <a:rect l="l" t="t" r="r" b="b"/>
              <a:pathLst>
                <a:path w="10287" h="5739" extrusionOk="0">
                  <a:moveTo>
                    <a:pt x="5074" y="1"/>
                  </a:moveTo>
                  <a:cubicBezTo>
                    <a:pt x="5015" y="1"/>
                    <a:pt x="4964" y="2"/>
                    <a:pt x="4878" y="6"/>
                  </a:cubicBezTo>
                  <a:cubicBezTo>
                    <a:pt x="4507" y="18"/>
                    <a:pt x="4233" y="56"/>
                    <a:pt x="4232" y="58"/>
                  </a:cubicBezTo>
                  <a:cubicBezTo>
                    <a:pt x="3840" y="170"/>
                    <a:pt x="3804" y="119"/>
                    <a:pt x="3581" y="170"/>
                  </a:cubicBezTo>
                  <a:cubicBezTo>
                    <a:pt x="3315" y="232"/>
                    <a:pt x="3286" y="239"/>
                    <a:pt x="2926" y="355"/>
                  </a:cubicBezTo>
                  <a:cubicBezTo>
                    <a:pt x="2812" y="390"/>
                    <a:pt x="2663" y="447"/>
                    <a:pt x="2554" y="496"/>
                  </a:cubicBezTo>
                  <a:cubicBezTo>
                    <a:pt x="2383" y="572"/>
                    <a:pt x="2158" y="679"/>
                    <a:pt x="1994" y="767"/>
                  </a:cubicBezTo>
                  <a:cubicBezTo>
                    <a:pt x="1837" y="852"/>
                    <a:pt x="1491" y="1072"/>
                    <a:pt x="1234" y="1299"/>
                  </a:cubicBezTo>
                  <a:cubicBezTo>
                    <a:pt x="1151" y="1373"/>
                    <a:pt x="1042" y="1473"/>
                    <a:pt x="968" y="1556"/>
                  </a:cubicBezTo>
                  <a:cubicBezTo>
                    <a:pt x="778" y="1771"/>
                    <a:pt x="772" y="1775"/>
                    <a:pt x="638" y="1974"/>
                  </a:cubicBezTo>
                  <a:cubicBezTo>
                    <a:pt x="0" y="2940"/>
                    <a:pt x="360" y="4090"/>
                    <a:pt x="1695" y="4889"/>
                  </a:cubicBezTo>
                  <a:cubicBezTo>
                    <a:pt x="2641" y="5454"/>
                    <a:pt x="3898" y="5738"/>
                    <a:pt x="5155" y="5738"/>
                  </a:cubicBezTo>
                  <a:cubicBezTo>
                    <a:pt x="6356" y="5738"/>
                    <a:pt x="7557" y="5479"/>
                    <a:pt x="8486" y="4957"/>
                  </a:cubicBezTo>
                  <a:cubicBezTo>
                    <a:pt x="9892" y="4170"/>
                    <a:pt x="10286" y="3000"/>
                    <a:pt x="9646" y="2001"/>
                  </a:cubicBezTo>
                  <a:cubicBezTo>
                    <a:pt x="9229" y="1350"/>
                    <a:pt x="8620" y="981"/>
                    <a:pt x="8391" y="841"/>
                  </a:cubicBezTo>
                  <a:cubicBezTo>
                    <a:pt x="8000" y="601"/>
                    <a:pt x="7587" y="447"/>
                    <a:pt x="7430" y="389"/>
                  </a:cubicBezTo>
                  <a:cubicBezTo>
                    <a:pt x="7164" y="290"/>
                    <a:pt x="6787" y="187"/>
                    <a:pt x="6481" y="130"/>
                  </a:cubicBezTo>
                  <a:cubicBezTo>
                    <a:pt x="5951" y="30"/>
                    <a:pt x="5590" y="15"/>
                    <a:pt x="5522" y="12"/>
                  </a:cubicBezTo>
                  <a:cubicBezTo>
                    <a:pt x="5265" y="4"/>
                    <a:pt x="5162" y="1"/>
                    <a:pt x="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883;p69">
              <a:extLst>
                <a:ext uri="{FF2B5EF4-FFF2-40B4-BE49-F238E27FC236}">
                  <a16:creationId xmlns:a16="http://schemas.microsoft.com/office/drawing/2014/main" id="{CE9C8E7E-3AF2-9E07-3AC9-E3130C6579EC}"/>
                </a:ext>
              </a:extLst>
            </p:cNvPr>
            <p:cNvSpPr/>
            <p:nvPr/>
          </p:nvSpPr>
          <p:spPr>
            <a:xfrm>
              <a:off x="-2127887" y="1456670"/>
              <a:ext cx="14649" cy="78170"/>
            </a:xfrm>
            <a:custGeom>
              <a:avLst/>
              <a:gdLst/>
              <a:ahLst/>
              <a:cxnLst/>
              <a:rect l="l" t="t" r="r" b="b"/>
              <a:pathLst>
                <a:path w="351" h="1873" extrusionOk="0">
                  <a:moveTo>
                    <a:pt x="150" y="1"/>
                  </a:moveTo>
                  <a:cubicBezTo>
                    <a:pt x="137" y="1"/>
                    <a:pt x="127" y="6"/>
                    <a:pt x="120" y="14"/>
                  </a:cubicBezTo>
                  <a:cubicBezTo>
                    <a:pt x="117" y="16"/>
                    <a:pt x="116" y="17"/>
                    <a:pt x="114" y="21"/>
                  </a:cubicBezTo>
                  <a:cubicBezTo>
                    <a:pt x="111" y="27"/>
                    <a:pt x="108" y="36"/>
                    <a:pt x="108" y="47"/>
                  </a:cubicBezTo>
                  <a:lnTo>
                    <a:pt x="3" y="1599"/>
                  </a:lnTo>
                  <a:cubicBezTo>
                    <a:pt x="0" y="1642"/>
                    <a:pt x="28" y="1696"/>
                    <a:pt x="65" y="1725"/>
                  </a:cubicBezTo>
                  <a:lnTo>
                    <a:pt x="242" y="1856"/>
                  </a:lnTo>
                  <a:cubicBezTo>
                    <a:pt x="246" y="1859"/>
                    <a:pt x="249" y="1862"/>
                    <a:pt x="253" y="1863"/>
                  </a:cubicBezTo>
                  <a:cubicBezTo>
                    <a:pt x="263" y="1868"/>
                    <a:pt x="273" y="1871"/>
                    <a:pt x="280" y="1873"/>
                  </a:cubicBezTo>
                  <a:cubicBezTo>
                    <a:pt x="283" y="1873"/>
                    <a:pt x="285" y="1871"/>
                    <a:pt x="288" y="1871"/>
                  </a:cubicBezTo>
                  <a:cubicBezTo>
                    <a:pt x="292" y="1871"/>
                    <a:pt x="297" y="1871"/>
                    <a:pt x="302" y="1868"/>
                  </a:cubicBezTo>
                  <a:cubicBezTo>
                    <a:pt x="312" y="1863"/>
                    <a:pt x="322" y="1854"/>
                    <a:pt x="325" y="1839"/>
                  </a:cubicBezTo>
                  <a:lnTo>
                    <a:pt x="334" y="1802"/>
                  </a:lnTo>
                  <a:lnTo>
                    <a:pt x="351" y="1730"/>
                  </a:lnTo>
                  <a:lnTo>
                    <a:pt x="222" y="1634"/>
                  </a:lnTo>
                  <a:cubicBezTo>
                    <a:pt x="183" y="1606"/>
                    <a:pt x="156" y="1551"/>
                    <a:pt x="159" y="1508"/>
                  </a:cubicBezTo>
                  <a:lnTo>
                    <a:pt x="256" y="65"/>
                  </a:lnTo>
                  <a:lnTo>
                    <a:pt x="191" y="17"/>
                  </a:lnTo>
                  <a:cubicBezTo>
                    <a:pt x="188" y="14"/>
                    <a:pt x="185" y="11"/>
                    <a:pt x="180" y="10"/>
                  </a:cubicBezTo>
                  <a:cubicBezTo>
                    <a:pt x="179" y="8"/>
                    <a:pt x="177" y="8"/>
                    <a:pt x="174" y="7"/>
                  </a:cubicBezTo>
                  <a:cubicBezTo>
                    <a:pt x="165" y="3"/>
                    <a:pt x="157" y="1"/>
                    <a:pt x="150" y="1"/>
                  </a:cubicBezTo>
                  <a:close/>
                </a:path>
              </a:pathLst>
            </a:custGeom>
            <a:solidFill>
              <a:srgbClr val="7A8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884;p69">
              <a:extLst>
                <a:ext uri="{FF2B5EF4-FFF2-40B4-BE49-F238E27FC236}">
                  <a16:creationId xmlns:a16="http://schemas.microsoft.com/office/drawing/2014/main" id="{1BDF5B32-E2AE-D16D-09C8-149D26851311}"/>
                </a:ext>
              </a:extLst>
            </p:cNvPr>
            <p:cNvSpPr/>
            <p:nvPr/>
          </p:nvSpPr>
          <p:spPr>
            <a:xfrm>
              <a:off x="-2120625" y="1378709"/>
              <a:ext cx="26335" cy="80757"/>
            </a:xfrm>
            <a:custGeom>
              <a:avLst/>
              <a:gdLst/>
              <a:ahLst/>
              <a:cxnLst/>
              <a:rect l="l" t="t" r="r" b="b"/>
              <a:pathLst>
                <a:path w="631" h="1935" extrusionOk="0">
                  <a:moveTo>
                    <a:pt x="429" y="1"/>
                  </a:moveTo>
                  <a:cubicBezTo>
                    <a:pt x="417" y="1"/>
                    <a:pt x="408" y="5"/>
                    <a:pt x="400" y="12"/>
                  </a:cubicBezTo>
                  <a:cubicBezTo>
                    <a:pt x="398" y="14"/>
                    <a:pt x="397" y="15"/>
                    <a:pt x="395" y="17"/>
                  </a:cubicBezTo>
                  <a:cubicBezTo>
                    <a:pt x="391" y="21"/>
                    <a:pt x="386" y="27"/>
                    <a:pt x="385" y="37"/>
                  </a:cubicBezTo>
                  <a:lnTo>
                    <a:pt x="12" y="1376"/>
                  </a:lnTo>
                  <a:cubicBezTo>
                    <a:pt x="0" y="1419"/>
                    <a:pt x="26" y="1489"/>
                    <a:pt x="71" y="1529"/>
                  </a:cubicBezTo>
                  <a:lnTo>
                    <a:pt x="497" y="1909"/>
                  </a:lnTo>
                  <a:lnTo>
                    <a:pt x="498" y="1909"/>
                  </a:lnTo>
                  <a:cubicBezTo>
                    <a:pt x="506" y="1915"/>
                    <a:pt x="512" y="1921"/>
                    <a:pt x="520" y="1924"/>
                  </a:cubicBezTo>
                  <a:cubicBezTo>
                    <a:pt x="531" y="1932"/>
                    <a:pt x="542" y="1933"/>
                    <a:pt x="549" y="1935"/>
                  </a:cubicBezTo>
                  <a:lnTo>
                    <a:pt x="558" y="1935"/>
                  </a:lnTo>
                  <a:cubicBezTo>
                    <a:pt x="565" y="1935"/>
                    <a:pt x="571" y="1933"/>
                    <a:pt x="575" y="1932"/>
                  </a:cubicBezTo>
                  <a:cubicBezTo>
                    <a:pt x="588" y="1925"/>
                    <a:pt x="597" y="1916"/>
                    <a:pt x="601" y="1899"/>
                  </a:cubicBezTo>
                  <a:lnTo>
                    <a:pt x="618" y="1838"/>
                  </a:lnTo>
                  <a:lnTo>
                    <a:pt x="631" y="1796"/>
                  </a:lnTo>
                  <a:lnTo>
                    <a:pt x="226" y="1438"/>
                  </a:lnTo>
                  <a:cubicBezTo>
                    <a:pt x="183" y="1396"/>
                    <a:pt x="155" y="1329"/>
                    <a:pt x="169" y="1286"/>
                  </a:cubicBezTo>
                  <a:lnTo>
                    <a:pt x="514" y="41"/>
                  </a:lnTo>
                  <a:lnTo>
                    <a:pt x="468" y="12"/>
                  </a:lnTo>
                  <a:cubicBezTo>
                    <a:pt x="458" y="7"/>
                    <a:pt x="451" y="4"/>
                    <a:pt x="443" y="3"/>
                  </a:cubicBezTo>
                  <a:cubicBezTo>
                    <a:pt x="438" y="1"/>
                    <a:pt x="434" y="1"/>
                    <a:pt x="429" y="1"/>
                  </a:cubicBezTo>
                  <a:close/>
                </a:path>
              </a:pathLst>
            </a:custGeom>
            <a:solidFill>
              <a:srgbClr val="7A8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885;p69">
              <a:extLst>
                <a:ext uri="{FF2B5EF4-FFF2-40B4-BE49-F238E27FC236}">
                  <a16:creationId xmlns:a16="http://schemas.microsoft.com/office/drawing/2014/main" id="{09CD8A27-CFB4-E99D-CE70-5F448B77372F}"/>
                </a:ext>
              </a:extLst>
            </p:cNvPr>
            <p:cNvSpPr/>
            <p:nvPr/>
          </p:nvSpPr>
          <p:spPr>
            <a:xfrm>
              <a:off x="-2102929" y="1330672"/>
              <a:ext cx="319732" cy="184636"/>
            </a:xfrm>
            <a:custGeom>
              <a:avLst/>
              <a:gdLst/>
              <a:ahLst/>
              <a:cxnLst/>
              <a:rect l="l" t="t" r="r" b="b"/>
              <a:pathLst>
                <a:path w="7661" h="4424" extrusionOk="0">
                  <a:moveTo>
                    <a:pt x="156" y="0"/>
                  </a:moveTo>
                  <a:lnTo>
                    <a:pt x="1" y="91"/>
                  </a:lnTo>
                  <a:lnTo>
                    <a:pt x="1140" y="749"/>
                  </a:lnTo>
                  <a:lnTo>
                    <a:pt x="1953" y="2157"/>
                  </a:lnTo>
                  <a:lnTo>
                    <a:pt x="5547" y="4232"/>
                  </a:lnTo>
                  <a:lnTo>
                    <a:pt x="6364" y="3766"/>
                  </a:lnTo>
                  <a:lnTo>
                    <a:pt x="7506" y="4424"/>
                  </a:lnTo>
                  <a:lnTo>
                    <a:pt x="7661" y="4333"/>
                  </a:lnTo>
                  <a:lnTo>
                    <a:pt x="6521" y="3675"/>
                  </a:lnTo>
                  <a:lnTo>
                    <a:pt x="5703" y="4141"/>
                  </a:lnTo>
                  <a:lnTo>
                    <a:pt x="2109" y="2066"/>
                  </a:lnTo>
                  <a:lnTo>
                    <a:pt x="1297" y="658"/>
                  </a:lnTo>
                  <a:lnTo>
                    <a:pt x="15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886;p69">
              <a:extLst>
                <a:ext uri="{FF2B5EF4-FFF2-40B4-BE49-F238E27FC236}">
                  <a16:creationId xmlns:a16="http://schemas.microsoft.com/office/drawing/2014/main" id="{BD76789C-E278-840A-C744-31D1C7A62AB9}"/>
                </a:ext>
              </a:extLst>
            </p:cNvPr>
            <p:cNvSpPr/>
            <p:nvPr/>
          </p:nvSpPr>
          <p:spPr>
            <a:xfrm>
              <a:off x="-1840917" y="1461804"/>
              <a:ext cx="51251" cy="53504"/>
            </a:xfrm>
            <a:custGeom>
              <a:avLst/>
              <a:gdLst/>
              <a:ahLst/>
              <a:cxnLst/>
              <a:rect l="l" t="t" r="r" b="b"/>
              <a:pathLst>
                <a:path w="1228" h="1282" extrusionOk="0">
                  <a:moveTo>
                    <a:pt x="981" y="1"/>
                  </a:moveTo>
                  <a:lnTo>
                    <a:pt x="0" y="176"/>
                  </a:lnTo>
                  <a:lnTo>
                    <a:pt x="86" y="624"/>
                  </a:lnTo>
                  <a:lnTo>
                    <a:pt x="1228" y="1282"/>
                  </a:lnTo>
                  <a:lnTo>
                    <a:pt x="981" y="1"/>
                  </a:lnTo>
                  <a:close/>
                </a:path>
              </a:pathLst>
            </a:custGeom>
            <a:solidFill>
              <a:srgbClr val="DDE8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887;p69">
              <a:extLst>
                <a:ext uri="{FF2B5EF4-FFF2-40B4-BE49-F238E27FC236}">
                  <a16:creationId xmlns:a16="http://schemas.microsoft.com/office/drawing/2014/main" id="{13807739-AEAB-185A-9C45-515386502D1A}"/>
                </a:ext>
              </a:extLst>
            </p:cNvPr>
            <p:cNvSpPr/>
            <p:nvPr/>
          </p:nvSpPr>
          <p:spPr>
            <a:xfrm>
              <a:off x="-1799641" y="1461804"/>
              <a:ext cx="16444" cy="53504"/>
            </a:xfrm>
            <a:custGeom>
              <a:avLst/>
              <a:gdLst/>
              <a:ahLst/>
              <a:cxnLst/>
              <a:rect l="l" t="t" r="r" b="b"/>
              <a:pathLst>
                <a:path w="394" h="1282" extrusionOk="0">
                  <a:moveTo>
                    <a:pt x="143" y="1"/>
                  </a:moveTo>
                  <a:lnTo>
                    <a:pt x="0" y="67"/>
                  </a:lnTo>
                  <a:lnTo>
                    <a:pt x="239" y="1282"/>
                  </a:lnTo>
                  <a:lnTo>
                    <a:pt x="394" y="1191"/>
                  </a:lnTo>
                  <a:lnTo>
                    <a:pt x="143" y="1"/>
                  </a:lnTo>
                  <a:close/>
                </a:path>
              </a:pathLst>
            </a:custGeom>
            <a:solidFill>
              <a:srgbClr val="7A8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3888;p69">
              <a:extLst>
                <a:ext uri="{FF2B5EF4-FFF2-40B4-BE49-F238E27FC236}">
                  <a16:creationId xmlns:a16="http://schemas.microsoft.com/office/drawing/2014/main" id="{18FFC46B-D79B-20A1-87D2-0F60CBC3B34A}"/>
                </a:ext>
              </a:extLst>
            </p:cNvPr>
            <p:cNvSpPr/>
            <p:nvPr/>
          </p:nvSpPr>
          <p:spPr>
            <a:xfrm>
              <a:off x="-2156142" y="1363017"/>
              <a:ext cx="319815" cy="184677"/>
            </a:xfrm>
            <a:custGeom>
              <a:avLst/>
              <a:gdLst/>
              <a:ahLst/>
              <a:cxnLst/>
              <a:rect l="l" t="t" r="r" b="b"/>
              <a:pathLst>
                <a:path w="7663" h="4425" extrusionOk="0">
                  <a:moveTo>
                    <a:pt x="157" y="0"/>
                  </a:moveTo>
                  <a:lnTo>
                    <a:pt x="0" y="91"/>
                  </a:lnTo>
                  <a:lnTo>
                    <a:pt x="1142" y="749"/>
                  </a:lnTo>
                  <a:lnTo>
                    <a:pt x="1954" y="2157"/>
                  </a:lnTo>
                  <a:lnTo>
                    <a:pt x="5549" y="4233"/>
                  </a:lnTo>
                  <a:lnTo>
                    <a:pt x="6366" y="3766"/>
                  </a:lnTo>
                  <a:lnTo>
                    <a:pt x="7505" y="4424"/>
                  </a:lnTo>
                  <a:lnTo>
                    <a:pt x="7662" y="4333"/>
                  </a:lnTo>
                  <a:lnTo>
                    <a:pt x="6521" y="3675"/>
                  </a:lnTo>
                  <a:lnTo>
                    <a:pt x="5704" y="4141"/>
                  </a:lnTo>
                  <a:lnTo>
                    <a:pt x="2109" y="2066"/>
                  </a:lnTo>
                  <a:lnTo>
                    <a:pt x="1297" y="659"/>
                  </a:lnTo>
                  <a:lnTo>
                    <a:pt x="157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3889;p69">
              <a:extLst>
                <a:ext uri="{FF2B5EF4-FFF2-40B4-BE49-F238E27FC236}">
                  <a16:creationId xmlns:a16="http://schemas.microsoft.com/office/drawing/2014/main" id="{CC5DD03F-3D89-6B2F-2E48-4B30287CA3E5}"/>
                </a:ext>
              </a:extLst>
            </p:cNvPr>
            <p:cNvSpPr/>
            <p:nvPr/>
          </p:nvSpPr>
          <p:spPr>
            <a:xfrm>
              <a:off x="-1894087" y="1494149"/>
              <a:ext cx="51209" cy="53546"/>
            </a:xfrm>
            <a:custGeom>
              <a:avLst/>
              <a:gdLst/>
              <a:ahLst/>
              <a:cxnLst/>
              <a:rect l="l" t="t" r="r" b="b"/>
              <a:pathLst>
                <a:path w="1227" h="1283" extrusionOk="0">
                  <a:moveTo>
                    <a:pt x="982" y="1"/>
                  </a:moveTo>
                  <a:lnTo>
                    <a:pt x="0" y="176"/>
                  </a:lnTo>
                  <a:lnTo>
                    <a:pt x="87" y="624"/>
                  </a:lnTo>
                  <a:lnTo>
                    <a:pt x="1226" y="1282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DDE8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3890;p69">
              <a:extLst>
                <a:ext uri="{FF2B5EF4-FFF2-40B4-BE49-F238E27FC236}">
                  <a16:creationId xmlns:a16="http://schemas.microsoft.com/office/drawing/2014/main" id="{3406AD79-EFFE-0D15-EF57-684F874D0283}"/>
                </a:ext>
              </a:extLst>
            </p:cNvPr>
            <p:cNvSpPr/>
            <p:nvPr/>
          </p:nvSpPr>
          <p:spPr>
            <a:xfrm>
              <a:off x="-1852811" y="1494149"/>
              <a:ext cx="16485" cy="53546"/>
            </a:xfrm>
            <a:custGeom>
              <a:avLst/>
              <a:gdLst/>
              <a:ahLst/>
              <a:cxnLst/>
              <a:rect l="l" t="t" r="r" b="b"/>
              <a:pathLst>
                <a:path w="395" h="1283" extrusionOk="0">
                  <a:moveTo>
                    <a:pt x="142" y="1"/>
                  </a:moveTo>
                  <a:lnTo>
                    <a:pt x="0" y="69"/>
                  </a:lnTo>
                  <a:lnTo>
                    <a:pt x="237" y="1282"/>
                  </a:lnTo>
                  <a:lnTo>
                    <a:pt x="394" y="1191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7A8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3891;p69">
              <a:extLst>
                <a:ext uri="{FF2B5EF4-FFF2-40B4-BE49-F238E27FC236}">
                  <a16:creationId xmlns:a16="http://schemas.microsoft.com/office/drawing/2014/main" id="{201C067D-1DE9-FEEE-3B1B-F73DBF539A8E}"/>
                </a:ext>
              </a:extLst>
            </p:cNvPr>
            <p:cNvSpPr/>
            <p:nvPr/>
          </p:nvSpPr>
          <p:spPr>
            <a:xfrm>
              <a:off x="-1847427" y="1119910"/>
              <a:ext cx="339055" cy="208007"/>
            </a:xfrm>
            <a:custGeom>
              <a:avLst/>
              <a:gdLst/>
              <a:ahLst/>
              <a:cxnLst/>
              <a:rect l="l" t="t" r="r" b="b"/>
              <a:pathLst>
                <a:path w="8124" h="4984" extrusionOk="0">
                  <a:moveTo>
                    <a:pt x="8124" y="0"/>
                  </a:moveTo>
                  <a:lnTo>
                    <a:pt x="1" y="4721"/>
                  </a:lnTo>
                  <a:lnTo>
                    <a:pt x="1" y="4984"/>
                  </a:lnTo>
                  <a:lnTo>
                    <a:pt x="8122" y="263"/>
                  </a:lnTo>
                  <a:lnTo>
                    <a:pt x="812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3892;p69">
              <a:extLst>
                <a:ext uri="{FF2B5EF4-FFF2-40B4-BE49-F238E27FC236}">
                  <a16:creationId xmlns:a16="http://schemas.microsoft.com/office/drawing/2014/main" id="{9742C97E-7F63-8494-AAF3-CA36C66CAAAA}"/>
                </a:ext>
              </a:extLst>
            </p:cNvPr>
            <p:cNvSpPr/>
            <p:nvPr/>
          </p:nvSpPr>
          <p:spPr>
            <a:xfrm>
              <a:off x="-1856985" y="1114359"/>
              <a:ext cx="348612" cy="202582"/>
            </a:xfrm>
            <a:custGeom>
              <a:avLst/>
              <a:gdLst/>
              <a:ahLst/>
              <a:cxnLst/>
              <a:rect l="l" t="t" r="r" b="b"/>
              <a:pathLst>
                <a:path w="8353" h="4854" extrusionOk="0">
                  <a:moveTo>
                    <a:pt x="8124" y="1"/>
                  </a:moveTo>
                  <a:lnTo>
                    <a:pt x="0" y="4722"/>
                  </a:lnTo>
                  <a:lnTo>
                    <a:pt x="230" y="4854"/>
                  </a:lnTo>
                  <a:lnTo>
                    <a:pt x="8353" y="133"/>
                  </a:lnTo>
                  <a:lnTo>
                    <a:pt x="81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3893;p69">
              <a:extLst>
                <a:ext uri="{FF2B5EF4-FFF2-40B4-BE49-F238E27FC236}">
                  <a16:creationId xmlns:a16="http://schemas.microsoft.com/office/drawing/2014/main" id="{EB84A54B-E094-3724-7A59-E5ADC19E27E4}"/>
                </a:ext>
              </a:extLst>
            </p:cNvPr>
            <p:cNvSpPr/>
            <p:nvPr/>
          </p:nvSpPr>
          <p:spPr>
            <a:xfrm>
              <a:off x="-1856985" y="1311391"/>
              <a:ext cx="9599" cy="16527"/>
            </a:xfrm>
            <a:custGeom>
              <a:avLst/>
              <a:gdLst/>
              <a:ahLst/>
              <a:cxnLst/>
              <a:rect l="l" t="t" r="r" b="b"/>
              <a:pathLst>
                <a:path w="230" h="396" extrusionOk="0">
                  <a:moveTo>
                    <a:pt x="0" y="1"/>
                  </a:moveTo>
                  <a:lnTo>
                    <a:pt x="0" y="264"/>
                  </a:lnTo>
                  <a:lnTo>
                    <a:pt x="230" y="396"/>
                  </a:lnTo>
                  <a:lnTo>
                    <a:pt x="230" y="13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A8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3894;p69">
              <a:extLst>
                <a:ext uri="{FF2B5EF4-FFF2-40B4-BE49-F238E27FC236}">
                  <a16:creationId xmlns:a16="http://schemas.microsoft.com/office/drawing/2014/main" id="{245F4B87-4489-4892-E7E8-FF18CDD874B7}"/>
                </a:ext>
              </a:extLst>
            </p:cNvPr>
            <p:cNvSpPr/>
            <p:nvPr/>
          </p:nvSpPr>
          <p:spPr>
            <a:xfrm>
              <a:off x="-1847344" y="1093784"/>
              <a:ext cx="339055" cy="208007"/>
            </a:xfrm>
            <a:custGeom>
              <a:avLst/>
              <a:gdLst/>
              <a:ahLst/>
              <a:cxnLst/>
              <a:rect l="l" t="t" r="r" b="b"/>
              <a:pathLst>
                <a:path w="8124" h="4984" extrusionOk="0">
                  <a:moveTo>
                    <a:pt x="8123" y="0"/>
                  </a:moveTo>
                  <a:lnTo>
                    <a:pt x="0" y="4721"/>
                  </a:lnTo>
                  <a:lnTo>
                    <a:pt x="0" y="4984"/>
                  </a:lnTo>
                  <a:lnTo>
                    <a:pt x="8122" y="263"/>
                  </a:lnTo>
                  <a:lnTo>
                    <a:pt x="81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3895;p69">
              <a:extLst>
                <a:ext uri="{FF2B5EF4-FFF2-40B4-BE49-F238E27FC236}">
                  <a16:creationId xmlns:a16="http://schemas.microsoft.com/office/drawing/2014/main" id="{1AEA9CDE-2B25-CDA0-2AB7-8983A4C47BF7}"/>
                </a:ext>
              </a:extLst>
            </p:cNvPr>
            <p:cNvSpPr/>
            <p:nvPr/>
          </p:nvSpPr>
          <p:spPr>
            <a:xfrm>
              <a:off x="-1856859" y="1088233"/>
              <a:ext cx="348571" cy="202582"/>
            </a:xfrm>
            <a:custGeom>
              <a:avLst/>
              <a:gdLst/>
              <a:ahLst/>
              <a:cxnLst/>
              <a:rect l="l" t="t" r="r" b="b"/>
              <a:pathLst>
                <a:path w="8352" h="4854" extrusionOk="0">
                  <a:moveTo>
                    <a:pt x="8122" y="1"/>
                  </a:moveTo>
                  <a:lnTo>
                    <a:pt x="1" y="4720"/>
                  </a:lnTo>
                  <a:lnTo>
                    <a:pt x="228" y="4854"/>
                  </a:lnTo>
                  <a:lnTo>
                    <a:pt x="8351" y="133"/>
                  </a:lnTo>
                  <a:lnTo>
                    <a:pt x="81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3896;p69">
              <a:extLst>
                <a:ext uri="{FF2B5EF4-FFF2-40B4-BE49-F238E27FC236}">
                  <a16:creationId xmlns:a16="http://schemas.microsoft.com/office/drawing/2014/main" id="{FBA5446E-390C-42D8-3B37-E4F87EE2FA4C}"/>
                </a:ext>
              </a:extLst>
            </p:cNvPr>
            <p:cNvSpPr/>
            <p:nvPr/>
          </p:nvSpPr>
          <p:spPr>
            <a:xfrm>
              <a:off x="-1856901" y="1285223"/>
              <a:ext cx="9599" cy="16569"/>
            </a:xfrm>
            <a:custGeom>
              <a:avLst/>
              <a:gdLst/>
              <a:ahLst/>
              <a:cxnLst/>
              <a:rect l="l" t="t" r="r" b="b"/>
              <a:pathLst>
                <a:path w="230" h="397" extrusionOk="0">
                  <a:moveTo>
                    <a:pt x="2" y="0"/>
                  </a:moveTo>
                  <a:lnTo>
                    <a:pt x="0" y="265"/>
                  </a:lnTo>
                  <a:lnTo>
                    <a:pt x="229" y="397"/>
                  </a:lnTo>
                  <a:lnTo>
                    <a:pt x="229" y="134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7A8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3897;p69">
              <a:extLst>
                <a:ext uri="{FF2B5EF4-FFF2-40B4-BE49-F238E27FC236}">
                  <a16:creationId xmlns:a16="http://schemas.microsoft.com/office/drawing/2014/main" id="{D35804CF-04D6-980C-AEAE-F276FF649551}"/>
                </a:ext>
              </a:extLst>
            </p:cNvPr>
            <p:cNvSpPr/>
            <p:nvPr/>
          </p:nvSpPr>
          <p:spPr>
            <a:xfrm>
              <a:off x="-2319284" y="931226"/>
              <a:ext cx="55967" cy="42862"/>
            </a:xfrm>
            <a:custGeom>
              <a:avLst/>
              <a:gdLst/>
              <a:ahLst/>
              <a:cxnLst/>
              <a:rect l="l" t="t" r="r" b="b"/>
              <a:pathLst>
                <a:path w="1341" h="1027" extrusionOk="0">
                  <a:moveTo>
                    <a:pt x="1341" y="0"/>
                  </a:moveTo>
                  <a:lnTo>
                    <a:pt x="1" y="936"/>
                  </a:lnTo>
                  <a:lnTo>
                    <a:pt x="1" y="1026"/>
                  </a:lnTo>
                  <a:lnTo>
                    <a:pt x="1341" y="91"/>
                  </a:lnTo>
                  <a:lnTo>
                    <a:pt x="13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70" name="Google Shape;3898;p69">
              <a:extLst>
                <a:ext uri="{FF2B5EF4-FFF2-40B4-BE49-F238E27FC236}">
                  <a16:creationId xmlns:a16="http://schemas.microsoft.com/office/drawing/2014/main" id="{870D9790-50E3-13B9-CD3F-754D6DC9C644}"/>
                </a:ext>
              </a:extLst>
            </p:cNvPr>
            <p:cNvGrpSpPr/>
            <p:nvPr/>
          </p:nvGrpSpPr>
          <p:grpSpPr>
            <a:xfrm>
              <a:off x="-2592190" y="928847"/>
              <a:ext cx="328872" cy="216021"/>
              <a:chOff x="-2592190" y="928847"/>
              <a:chExt cx="328872" cy="216021"/>
            </a:xfrm>
          </p:grpSpPr>
          <p:sp>
            <p:nvSpPr>
              <p:cNvPr id="1049" name="Google Shape;3899;p69">
                <a:extLst>
                  <a:ext uri="{FF2B5EF4-FFF2-40B4-BE49-F238E27FC236}">
                    <a16:creationId xmlns:a16="http://schemas.microsoft.com/office/drawing/2014/main" id="{B9E00392-D723-933A-BF10-B30EFD708370}"/>
                  </a:ext>
                </a:extLst>
              </p:cNvPr>
              <p:cNvSpPr/>
              <p:nvPr/>
            </p:nvSpPr>
            <p:spPr>
              <a:xfrm>
                <a:off x="-2459848" y="1073417"/>
                <a:ext cx="63437" cy="71450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712" extrusionOk="0"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lnTo>
                      <a:pt x="0" y="5"/>
                    </a:lnTo>
                    <a:lnTo>
                      <a:pt x="0" y="5"/>
                    </a:lnTo>
                    <a:close/>
                    <a:moveTo>
                      <a:pt x="1514" y="0"/>
                    </a:moveTo>
                    <a:lnTo>
                      <a:pt x="1514" y="2"/>
                    </a:lnTo>
                    <a:cubicBezTo>
                      <a:pt x="1514" y="10"/>
                      <a:pt x="1512" y="17"/>
                      <a:pt x="1512" y="25"/>
                    </a:cubicBezTo>
                    <a:cubicBezTo>
                      <a:pt x="1511" y="31"/>
                      <a:pt x="1511" y="37"/>
                      <a:pt x="1511" y="44"/>
                    </a:cubicBezTo>
                    <a:cubicBezTo>
                      <a:pt x="1509" y="51"/>
                      <a:pt x="1506" y="59"/>
                      <a:pt x="1505" y="67"/>
                    </a:cubicBezTo>
                    <a:cubicBezTo>
                      <a:pt x="1503" y="73"/>
                      <a:pt x="1501" y="79"/>
                      <a:pt x="1500" y="87"/>
                    </a:cubicBezTo>
                    <a:cubicBezTo>
                      <a:pt x="1497" y="93"/>
                      <a:pt x="1494" y="100"/>
                      <a:pt x="1491" y="108"/>
                    </a:cubicBezTo>
                    <a:cubicBezTo>
                      <a:pt x="1488" y="114"/>
                      <a:pt x="1485" y="120"/>
                      <a:pt x="1483" y="127"/>
                    </a:cubicBezTo>
                    <a:cubicBezTo>
                      <a:pt x="1478" y="134"/>
                      <a:pt x="1474" y="142"/>
                      <a:pt x="1469" y="150"/>
                    </a:cubicBezTo>
                    <a:cubicBezTo>
                      <a:pt x="1466" y="156"/>
                      <a:pt x="1463" y="162"/>
                      <a:pt x="1458" y="167"/>
                    </a:cubicBezTo>
                    <a:cubicBezTo>
                      <a:pt x="1452" y="174"/>
                      <a:pt x="1446" y="182"/>
                      <a:pt x="1440" y="190"/>
                    </a:cubicBezTo>
                    <a:cubicBezTo>
                      <a:pt x="1435" y="194"/>
                      <a:pt x="1431" y="200"/>
                      <a:pt x="1426" y="207"/>
                    </a:cubicBezTo>
                    <a:cubicBezTo>
                      <a:pt x="1420" y="214"/>
                      <a:pt x="1411" y="222"/>
                      <a:pt x="1403" y="228"/>
                    </a:cubicBezTo>
                    <a:cubicBezTo>
                      <a:pt x="1398" y="234"/>
                      <a:pt x="1394" y="239"/>
                      <a:pt x="1389" y="244"/>
                    </a:cubicBezTo>
                    <a:cubicBezTo>
                      <a:pt x="1380" y="251"/>
                      <a:pt x="1369" y="259"/>
                      <a:pt x="1360" y="267"/>
                    </a:cubicBezTo>
                    <a:cubicBezTo>
                      <a:pt x="1354" y="270"/>
                      <a:pt x="1349" y="274"/>
                      <a:pt x="1343" y="279"/>
                    </a:cubicBezTo>
                    <a:cubicBezTo>
                      <a:pt x="1326" y="291"/>
                      <a:pt x="1309" y="302"/>
                      <a:pt x="1291" y="313"/>
                    </a:cubicBezTo>
                    <a:cubicBezTo>
                      <a:pt x="1142" y="398"/>
                      <a:pt x="948" y="441"/>
                      <a:pt x="755" y="441"/>
                    </a:cubicBezTo>
                    <a:cubicBezTo>
                      <a:pt x="561" y="441"/>
                      <a:pt x="368" y="398"/>
                      <a:pt x="220" y="313"/>
                    </a:cubicBezTo>
                    <a:cubicBezTo>
                      <a:pt x="202" y="302"/>
                      <a:pt x="185" y="291"/>
                      <a:pt x="168" y="279"/>
                    </a:cubicBezTo>
                    <a:cubicBezTo>
                      <a:pt x="165" y="276"/>
                      <a:pt x="160" y="273"/>
                      <a:pt x="157" y="270"/>
                    </a:cubicBezTo>
                    <a:cubicBezTo>
                      <a:pt x="145" y="260"/>
                      <a:pt x="134" y="253"/>
                      <a:pt x="123" y="244"/>
                    </a:cubicBezTo>
                    <a:cubicBezTo>
                      <a:pt x="119" y="239"/>
                      <a:pt x="116" y="236"/>
                      <a:pt x="111" y="231"/>
                    </a:cubicBezTo>
                    <a:cubicBezTo>
                      <a:pt x="102" y="224"/>
                      <a:pt x="92" y="214"/>
                      <a:pt x="85" y="207"/>
                    </a:cubicBezTo>
                    <a:cubicBezTo>
                      <a:pt x="82" y="202"/>
                      <a:pt x="79" y="197"/>
                      <a:pt x="74" y="193"/>
                    </a:cubicBezTo>
                    <a:cubicBezTo>
                      <a:pt x="66" y="184"/>
                      <a:pt x="60" y="176"/>
                      <a:pt x="54" y="168"/>
                    </a:cubicBezTo>
                    <a:cubicBezTo>
                      <a:pt x="51" y="162"/>
                      <a:pt x="48" y="156"/>
                      <a:pt x="45" y="150"/>
                    </a:cubicBezTo>
                    <a:cubicBezTo>
                      <a:pt x="39" y="144"/>
                      <a:pt x="34" y="136"/>
                      <a:pt x="31" y="128"/>
                    </a:cubicBezTo>
                    <a:cubicBezTo>
                      <a:pt x="26" y="122"/>
                      <a:pt x="25" y="114"/>
                      <a:pt x="23" y="110"/>
                    </a:cubicBezTo>
                    <a:cubicBezTo>
                      <a:pt x="20" y="102"/>
                      <a:pt x="16" y="94"/>
                      <a:pt x="12" y="87"/>
                    </a:cubicBezTo>
                    <a:cubicBezTo>
                      <a:pt x="11" y="80"/>
                      <a:pt x="9" y="74"/>
                      <a:pt x="8" y="68"/>
                    </a:cubicBezTo>
                    <a:cubicBezTo>
                      <a:pt x="6" y="60"/>
                      <a:pt x="3" y="53"/>
                      <a:pt x="3" y="45"/>
                    </a:cubicBezTo>
                    <a:cubicBezTo>
                      <a:pt x="2" y="39"/>
                      <a:pt x="2" y="33"/>
                      <a:pt x="2" y="27"/>
                    </a:cubicBezTo>
                    <a:cubicBezTo>
                      <a:pt x="2" y="19"/>
                      <a:pt x="0" y="11"/>
                      <a:pt x="0" y="5"/>
                    </a:cubicBezTo>
                    <a:lnTo>
                      <a:pt x="0" y="5"/>
                    </a:lnTo>
                    <a:lnTo>
                      <a:pt x="5" y="1274"/>
                    </a:lnTo>
                    <a:cubicBezTo>
                      <a:pt x="5" y="1386"/>
                      <a:pt x="79" y="1497"/>
                      <a:pt x="225" y="1583"/>
                    </a:cubicBezTo>
                    <a:cubicBezTo>
                      <a:pt x="373" y="1669"/>
                      <a:pt x="567" y="1712"/>
                      <a:pt x="761" y="1712"/>
                    </a:cubicBezTo>
                    <a:cubicBezTo>
                      <a:pt x="954" y="1712"/>
                      <a:pt x="1147" y="1669"/>
                      <a:pt x="1295" y="1583"/>
                    </a:cubicBezTo>
                    <a:cubicBezTo>
                      <a:pt x="1445" y="1497"/>
                      <a:pt x="1520" y="1385"/>
                      <a:pt x="1520" y="1271"/>
                    </a:cubicBezTo>
                    <a:lnTo>
                      <a:pt x="151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3900;p69">
                <a:extLst>
                  <a:ext uri="{FF2B5EF4-FFF2-40B4-BE49-F238E27FC236}">
                    <a16:creationId xmlns:a16="http://schemas.microsoft.com/office/drawing/2014/main" id="{587A21FF-D398-E3F3-91E8-4C1EE0DF4D0C}"/>
                  </a:ext>
                </a:extLst>
              </p:cNvPr>
              <p:cNvSpPr/>
              <p:nvPr/>
            </p:nvSpPr>
            <p:spPr>
              <a:xfrm>
                <a:off x="-2457886" y="1057516"/>
                <a:ext cx="58930" cy="32011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767" extrusionOk="0">
                    <a:moveTo>
                      <a:pt x="711" y="0"/>
                    </a:moveTo>
                    <a:cubicBezTo>
                      <a:pt x="519" y="0"/>
                      <a:pt x="339" y="43"/>
                      <a:pt x="204" y="120"/>
                    </a:cubicBezTo>
                    <a:cubicBezTo>
                      <a:pt x="70" y="197"/>
                      <a:pt x="1" y="300"/>
                      <a:pt x="9" y="401"/>
                    </a:cubicBezTo>
                    <a:lnTo>
                      <a:pt x="10" y="409"/>
                    </a:lnTo>
                    <a:cubicBezTo>
                      <a:pt x="10" y="412"/>
                      <a:pt x="10" y="414"/>
                      <a:pt x="10" y="417"/>
                    </a:cubicBezTo>
                    <a:cubicBezTo>
                      <a:pt x="10" y="420"/>
                      <a:pt x="12" y="423"/>
                      <a:pt x="13" y="428"/>
                    </a:cubicBezTo>
                    <a:lnTo>
                      <a:pt x="15" y="434"/>
                    </a:lnTo>
                    <a:lnTo>
                      <a:pt x="16" y="441"/>
                    </a:lnTo>
                    <a:cubicBezTo>
                      <a:pt x="18" y="445"/>
                      <a:pt x="18" y="448"/>
                      <a:pt x="18" y="449"/>
                    </a:cubicBezTo>
                    <a:cubicBezTo>
                      <a:pt x="19" y="454"/>
                      <a:pt x="21" y="457"/>
                      <a:pt x="22" y="460"/>
                    </a:cubicBezTo>
                    <a:lnTo>
                      <a:pt x="25" y="468"/>
                    </a:lnTo>
                    <a:lnTo>
                      <a:pt x="30" y="475"/>
                    </a:lnTo>
                    <a:cubicBezTo>
                      <a:pt x="30" y="478"/>
                      <a:pt x="32" y="480"/>
                      <a:pt x="33" y="483"/>
                    </a:cubicBezTo>
                    <a:cubicBezTo>
                      <a:pt x="35" y="488"/>
                      <a:pt x="38" y="491"/>
                      <a:pt x="39" y="495"/>
                    </a:cubicBezTo>
                    <a:lnTo>
                      <a:pt x="44" y="501"/>
                    </a:lnTo>
                    <a:lnTo>
                      <a:pt x="49" y="509"/>
                    </a:lnTo>
                    <a:cubicBezTo>
                      <a:pt x="50" y="512"/>
                      <a:pt x="52" y="514"/>
                      <a:pt x="52" y="517"/>
                    </a:cubicBezTo>
                    <a:cubicBezTo>
                      <a:pt x="56" y="521"/>
                      <a:pt x="61" y="526"/>
                      <a:pt x="65" y="532"/>
                    </a:cubicBezTo>
                    <a:lnTo>
                      <a:pt x="70" y="537"/>
                    </a:lnTo>
                    <a:lnTo>
                      <a:pt x="75" y="545"/>
                    </a:lnTo>
                    <a:lnTo>
                      <a:pt x="79" y="551"/>
                    </a:lnTo>
                    <a:cubicBezTo>
                      <a:pt x="84" y="555"/>
                      <a:pt x="90" y="561"/>
                      <a:pt x="96" y="568"/>
                    </a:cubicBezTo>
                    <a:lnTo>
                      <a:pt x="101" y="572"/>
                    </a:lnTo>
                    <a:lnTo>
                      <a:pt x="107" y="578"/>
                    </a:lnTo>
                    <a:lnTo>
                      <a:pt x="113" y="583"/>
                    </a:lnTo>
                    <a:cubicBezTo>
                      <a:pt x="122" y="591"/>
                      <a:pt x="132" y="598"/>
                      <a:pt x="142" y="606"/>
                    </a:cubicBezTo>
                    <a:lnTo>
                      <a:pt x="153" y="615"/>
                    </a:lnTo>
                    <a:cubicBezTo>
                      <a:pt x="169" y="625"/>
                      <a:pt x="184" y="635"/>
                      <a:pt x="201" y="645"/>
                    </a:cubicBezTo>
                    <a:cubicBezTo>
                      <a:pt x="335" y="723"/>
                      <a:pt x="515" y="766"/>
                      <a:pt x="707" y="766"/>
                    </a:cubicBezTo>
                    <a:cubicBezTo>
                      <a:pt x="901" y="766"/>
                      <a:pt x="1081" y="723"/>
                      <a:pt x="1216" y="645"/>
                    </a:cubicBezTo>
                    <a:cubicBezTo>
                      <a:pt x="1233" y="635"/>
                      <a:pt x="1248" y="625"/>
                      <a:pt x="1264" y="615"/>
                    </a:cubicBezTo>
                    <a:cubicBezTo>
                      <a:pt x="1267" y="612"/>
                      <a:pt x="1268" y="611"/>
                      <a:pt x="1271" y="609"/>
                    </a:cubicBezTo>
                    <a:lnTo>
                      <a:pt x="1279" y="603"/>
                    </a:lnTo>
                    <a:lnTo>
                      <a:pt x="1285" y="598"/>
                    </a:lnTo>
                    <a:cubicBezTo>
                      <a:pt x="1291" y="592"/>
                      <a:pt x="1299" y="588"/>
                      <a:pt x="1305" y="583"/>
                    </a:cubicBezTo>
                    <a:cubicBezTo>
                      <a:pt x="1307" y="580"/>
                      <a:pt x="1310" y="578"/>
                      <a:pt x="1311" y="575"/>
                    </a:cubicBezTo>
                    <a:lnTo>
                      <a:pt x="1319" y="569"/>
                    </a:lnTo>
                    <a:lnTo>
                      <a:pt x="1324" y="563"/>
                    </a:lnTo>
                    <a:cubicBezTo>
                      <a:pt x="1330" y="558"/>
                      <a:pt x="1334" y="554"/>
                      <a:pt x="1339" y="549"/>
                    </a:cubicBezTo>
                    <a:cubicBezTo>
                      <a:pt x="1341" y="548"/>
                      <a:pt x="1342" y="545"/>
                      <a:pt x="1345" y="541"/>
                    </a:cubicBezTo>
                    <a:lnTo>
                      <a:pt x="1351" y="534"/>
                    </a:lnTo>
                    <a:lnTo>
                      <a:pt x="1356" y="528"/>
                    </a:lnTo>
                    <a:cubicBezTo>
                      <a:pt x="1359" y="525"/>
                      <a:pt x="1362" y="520"/>
                      <a:pt x="1365" y="515"/>
                    </a:cubicBezTo>
                    <a:cubicBezTo>
                      <a:pt x="1367" y="514"/>
                      <a:pt x="1368" y="511"/>
                      <a:pt x="1370" y="508"/>
                    </a:cubicBezTo>
                    <a:lnTo>
                      <a:pt x="1374" y="500"/>
                    </a:lnTo>
                    <a:lnTo>
                      <a:pt x="1379" y="494"/>
                    </a:lnTo>
                    <a:cubicBezTo>
                      <a:pt x="1381" y="489"/>
                      <a:pt x="1384" y="486"/>
                      <a:pt x="1385" y="481"/>
                    </a:cubicBezTo>
                    <a:cubicBezTo>
                      <a:pt x="1387" y="480"/>
                      <a:pt x="1388" y="477"/>
                      <a:pt x="1388" y="475"/>
                    </a:cubicBezTo>
                    <a:lnTo>
                      <a:pt x="1393" y="468"/>
                    </a:lnTo>
                    <a:lnTo>
                      <a:pt x="1394" y="460"/>
                    </a:lnTo>
                    <a:cubicBezTo>
                      <a:pt x="1398" y="455"/>
                      <a:pt x="1399" y="452"/>
                      <a:pt x="1401" y="449"/>
                    </a:cubicBezTo>
                    <a:cubicBezTo>
                      <a:pt x="1401" y="446"/>
                      <a:pt x="1401" y="445"/>
                      <a:pt x="1402" y="441"/>
                    </a:cubicBezTo>
                    <a:lnTo>
                      <a:pt x="1404" y="434"/>
                    </a:lnTo>
                    <a:lnTo>
                      <a:pt x="1405" y="426"/>
                    </a:lnTo>
                    <a:cubicBezTo>
                      <a:pt x="1407" y="423"/>
                      <a:pt x="1408" y="418"/>
                      <a:pt x="1408" y="415"/>
                    </a:cubicBezTo>
                    <a:cubicBezTo>
                      <a:pt x="1408" y="414"/>
                      <a:pt x="1408" y="411"/>
                      <a:pt x="1408" y="409"/>
                    </a:cubicBezTo>
                    <a:lnTo>
                      <a:pt x="1410" y="400"/>
                    </a:lnTo>
                    <a:lnTo>
                      <a:pt x="1411" y="394"/>
                    </a:lnTo>
                    <a:cubicBezTo>
                      <a:pt x="1411" y="389"/>
                      <a:pt x="1411" y="386"/>
                      <a:pt x="1411" y="381"/>
                    </a:cubicBezTo>
                    <a:cubicBezTo>
                      <a:pt x="1411" y="286"/>
                      <a:pt x="1344" y="194"/>
                      <a:pt x="1219" y="122"/>
                    </a:cubicBezTo>
                    <a:cubicBezTo>
                      <a:pt x="1085" y="43"/>
                      <a:pt x="904" y="0"/>
                      <a:pt x="7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3901;p69">
                <a:extLst>
                  <a:ext uri="{FF2B5EF4-FFF2-40B4-BE49-F238E27FC236}">
                    <a16:creationId xmlns:a16="http://schemas.microsoft.com/office/drawing/2014/main" id="{AF35827E-851A-2081-3D0F-CCB5793549E3}"/>
                  </a:ext>
                </a:extLst>
              </p:cNvPr>
              <p:cNvSpPr/>
              <p:nvPr/>
            </p:nvSpPr>
            <p:spPr>
              <a:xfrm>
                <a:off x="-2460265" y="1055179"/>
                <a:ext cx="63604" cy="36685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879" extrusionOk="0">
                    <a:moveTo>
                      <a:pt x="768" y="56"/>
                    </a:moveTo>
                    <a:cubicBezTo>
                      <a:pt x="961" y="56"/>
                      <a:pt x="1142" y="99"/>
                      <a:pt x="1276" y="178"/>
                    </a:cubicBezTo>
                    <a:cubicBezTo>
                      <a:pt x="1401" y="250"/>
                      <a:pt x="1468" y="342"/>
                      <a:pt x="1468" y="437"/>
                    </a:cubicBezTo>
                    <a:cubicBezTo>
                      <a:pt x="1468" y="442"/>
                      <a:pt x="1468" y="445"/>
                      <a:pt x="1467" y="448"/>
                    </a:cubicBezTo>
                    <a:lnTo>
                      <a:pt x="1467" y="456"/>
                    </a:lnTo>
                    <a:lnTo>
                      <a:pt x="1465" y="464"/>
                    </a:lnTo>
                    <a:cubicBezTo>
                      <a:pt x="1465" y="467"/>
                      <a:pt x="1465" y="470"/>
                      <a:pt x="1465" y="471"/>
                    </a:cubicBezTo>
                    <a:cubicBezTo>
                      <a:pt x="1465" y="474"/>
                      <a:pt x="1464" y="479"/>
                      <a:pt x="1462" y="482"/>
                    </a:cubicBezTo>
                    <a:lnTo>
                      <a:pt x="1461" y="490"/>
                    </a:lnTo>
                    <a:lnTo>
                      <a:pt x="1459" y="497"/>
                    </a:lnTo>
                    <a:cubicBezTo>
                      <a:pt x="1458" y="501"/>
                      <a:pt x="1458" y="502"/>
                      <a:pt x="1458" y="505"/>
                    </a:cubicBezTo>
                    <a:cubicBezTo>
                      <a:pt x="1456" y="508"/>
                      <a:pt x="1455" y="511"/>
                      <a:pt x="1451" y="516"/>
                    </a:cubicBezTo>
                    <a:lnTo>
                      <a:pt x="1450" y="524"/>
                    </a:lnTo>
                    <a:lnTo>
                      <a:pt x="1445" y="531"/>
                    </a:lnTo>
                    <a:cubicBezTo>
                      <a:pt x="1445" y="533"/>
                      <a:pt x="1444" y="536"/>
                      <a:pt x="1442" y="537"/>
                    </a:cubicBezTo>
                    <a:cubicBezTo>
                      <a:pt x="1441" y="542"/>
                      <a:pt x="1438" y="545"/>
                      <a:pt x="1436" y="550"/>
                    </a:cubicBezTo>
                    <a:lnTo>
                      <a:pt x="1431" y="556"/>
                    </a:lnTo>
                    <a:lnTo>
                      <a:pt x="1427" y="564"/>
                    </a:lnTo>
                    <a:cubicBezTo>
                      <a:pt x="1425" y="567"/>
                      <a:pt x="1424" y="570"/>
                      <a:pt x="1422" y="571"/>
                    </a:cubicBezTo>
                    <a:cubicBezTo>
                      <a:pt x="1419" y="576"/>
                      <a:pt x="1416" y="581"/>
                      <a:pt x="1413" y="584"/>
                    </a:cubicBezTo>
                    <a:lnTo>
                      <a:pt x="1407" y="590"/>
                    </a:lnTo>
                    <a:lnTo>
                      <a:pt x="1401" y="597"/>
                    </a:lnTo>
                    <a:cubicBezTo>
                      <a:pt x="1399" y="601"/>
                      <a:pt x="1398" y="604"/>
                      <a:pt x="1396" y="605"/>
                    </a:cubicBezTo>
                    <a:cubicBezTo>
                      <a:pt x="1391" y="610"/>
                      <a:pt x="1387" y="614"/>
                      <a:pt x="1381" y="619"/>
                    </a:cubicBezTo>
                    <a:lnTo>
                      <a:pt x="1376" y="625"/>
                    </a:lnTo>
                    <a:lnTo>
                      <a:pt x="1368" y="631"/>
                    </a:lnTo>
                    <a:cubicBezTo>
                      <a:pt x="1367" y="634"/>
                      <a:pt x="1364" y="636"/>
                      <a:pt x="1362" y="639"/>
                    </a:cubicBezTo>
                    <a:cubicBezTo>
                      <a:pt x="1356" y="644"/>
                      <a:pt x="1348" y="648"/>
                      <a:pt x="1342" y="654"/>
                    </a:cubicBezTo>
                    <a:lnTo>
                      <a:pt x="1336" y="659"/>
                    </a:lnTo>
                    <a:lnTo>
                      <a:pt x="1328" y="665"/>
                    </a:lnTo>
                    <a:cubicBezTo>
                      <a:pt x="1325" y="667"/>
                      <a:pt x="1324" y="668"/>
                      <a:pt x="1321" y="671"/>
                    </a:cubicBezTo>
                    <a:cubicBezTo>
                      <a:pt x="1305" y="681"/>
                      <a:pt x="1290" y="691"/>
                      <a:pt x="1273" y="701"/>
                    </a:cubicBezTo>
                    <a:cubicBezTo>
                      <a:pt x="1138" y="779"/>
                      <a:pt x="958" y="822"/>
                      <a:pt x="764" y="822"/>
                    </a:cubicBezTo>
                    <a:cubicBezTo>
                      <a:pt x="572" y="822"/>
                      <a:pt x="392" y="779"/>
                      <a:pt x="258" y="701"/>
                    </a:cubicBezTo>
                    <a:cubicBezTo>
                      <a:pt x="241" y="691"/>
                      <a:pt x="226" y="681"/>
                      <a:pt x="210" y="671"/>
                    </a:cubicBezTo>
                    <a:lnTo>
                      <a:pt x="199" y="662"/>
                    </a:lnTo>
                    <a:cubicBezTo>
                      <a:pt x="189" y="654"/>
                      <a:pt x="179" y="647"/>
                      <a:pt x="169" y="639"/>
                    </a:cubicBezTo>
                    <a:lnTo>
                      <a:pt x="164" y="634"/>
                    </a:lnTo>
                    <a:lnTo>
                      <a:pt x="158" y="628"/>
                    </a:lnTo>
                    <a:lnTo>
                      <a:pt x="153" y="624"/>
                    </a:lnTo>
                    <a:cubicBezTo>
                      <a:pt x="147" y="617"/>
                      <a:pt x="141" y="611"/>
                      <a:pt x="136" y="607"/>
                    </a:cubicBezTo>
                    <a:lnTo>
                      <a:pt x="132" y="601"/>
                    </a:lnTo>
                    <a:lnTo>
                      <a:pt x="127" y="593"/>
                    </a:lnTo>
                    <a:lnTo>
                      <a:pt x="122" y="588"/>
                    </a:lnTo>
                    <a:cubicBezTo>
                      <a:pt x="118" y="582"/>
                      <a:pt x="113" y="577"/>
                      <a:pt x="109" y="573"/>
                    </a:cubicBezTo>
                    <a:cubicBezTo>
                      <a:pt x="109" y="570"/>
                      <a:pt x="107" y="568"/>
                      <a:pt x="106" y="565"/>
                    </a:cubicBezTo>
                    <a:lnTo>
                      <a:pt x="101" y="557"/>
                    </a:lnTo>
                    <a:lnTo>
                      <a:pt x="96" y="551"/>
                    </a:lnTo>
                    <a:cubicBezTo>
                      <a:pt x="95" y="547"/>
                      <a:pt x="92" y="544"/>
                      <a:pt x="90" y="539"/>
                    </a:cubicBezTo>
                    <a:cubicBezTo>
                      <a:pt x="89" y="536"/>
                      <a:pt x="87" y="534"/>
                      <a:pt x="87" y="531"/>
                    </a:cubicBezTo>
                    <a:lnTo>
                      <a:pt x="82" y="524"/>
                    </a:lnTo>
                    <a:lnTo>
                      <a:pt x="79" y="516"/>
                    </a:lnTo>
                    <a:cubicBezTo>
                      <a:pt x="78" y="513"/>
                      <a:pt x="76" y="510"/>
                      <a:pt x="75" y="505"/>
                    </a:cubicBezTo>
                    <a:cubicBezTo>
                      <a:pt x="75" y="504"/>
                      <a:pt x="75" y="501"/>
                      <a:pt x="73" y="497"/>
                    </a:cubicBezTo>
                    <a:lnTo>
                      <a:pt x="72" y="490"/>
                    </a:lnTo>
                    <a:lnTo>
                      <a:pt x="70" y="484"/>
                    </a:lnTo>
                    <a:cubicBezTo>
                      <a:pt x="69" y="479"/>
                      <a:pt x="67" y="476"/>
                      <a:pt x="67" y="473"/>
                    </a:cubicBezTo>
                    <a:cubicBezTo>
                      <a:pt x="67" y="470"/>
                      <a:pt x="67" y="468"/>
                      <a:pt x="67" y="465"/>
                    </a:cubicBezTo>
                    <a:lnTo>
                      <a:pt x="66" y="457"/>
                    </a:lnTo>
                    <a:cubicBezTo>
                      <a:pt x="58" y="356"/>
                      <a:pt x="129" y="253"/>
                      <a:pt x="261" y="176"/>
                    </a:cubicBezTo>
                    <a:cubicBezTo>
                      <a:pt x="396" y="99"/>
                      <a:pt x="576" y="56"/>
                      <a:pt x="768" y="56"/>
                    </a:cubicBezTo>
                    <a:close/>
                    <a:moveTo>
                      <a:pt x="768" y="1"/>
                    </a:moveTo>
                    <a:cubicBezTo>
                      <a:pt x="575" y="1"/>
                      <a:pt x="381" y="44"/>
                      <a:pt x="233" y="130"/>
                    </a:cubicBezTo>
                    <a:cubicBezTo>
                      <a:pt x="73" y="221"/>
                      <a:pt x="1" y="344"/>
                      <a:pt x="12" y="464"/>
                    </a:cubicBezTo>
                    <a:lnTo>
                      <a:pt x="12" y="462"/>
                    </a:lnTo>
                    <a:cubicBezTo>
                      <a:pt x="12" y="468"/>
                      <a:pt x="12" y="476"/>
                      <a:pt x="13" y="482"/>
                    </a:cubicBezTo>
                    <a:cubicBezTo>
                      <a:pt x="13" y="490"/>
                      <a:pt x="16" y="497"/>
                      <a:pt x="18" y="505"/>
                    </a:cubicBezTo>
                    <a:cubicBezTo>
                      <a:pt x="19" y="511"/>
                      <a:pt x="21" y="517"/>
                      <a:pt x="22" y="524"/>
                    </a:cubicBezTo>
                    <a:cubicBezTo>
                      <a:pt x="26" y="531"/>
                      <a:pt x="30" y="539"/>
                      <a:pt x="33" y="547"/>
                    </a:cubicBezTo>
                    <a:cubicBezTo>
                      <a:pt x="35" y="551"/>
                      <a:pt x="36" y="559"/>
                      <a:pt x="41" y="565"/>
                    </a:cubicBezTo>
                    <a:cubicBezTo>
                      <a:pt x="44" y="573"/>
                      <a:pt x="49" y="581"/>
                      <a:pt x="55" y="587"/>
                    </a:cubicBezTo>
                    <a:cubicBezTo>
                      <a:pt x="58" y="593"/>
                      <a:pt x="61" y="599"/>
                      <a:pt x="64" y="605"/>
                    </a:cubicBezTo>
                    <a:cubicBezTo>
                      <a:pt x="70" y="613"/>
                      <a:pt x="76" y="621"/>
                      <a:pt x="84" y="630"/>
                    </a:cubicBezTo>
                    <a:cubicBezTo>
                      <a:pt x="89" y="634"/>
                      <a:pt x="92" y="639"/>
                      <a:pt x="95" y="644"/>
                    </a:cubicBezTo>
                    <a:cubicBezTo>
                      <a:pt x="102" y="651"/>
                      <a:pt x="112" y="661"/>
                      <a:pt x="121" y="668"/>
                    </a:cubicBezTo>
                    <a:cubicBezTo>
                      <a:pt x="126" y="673"/>
                      <a:pt x="129" y="676"/>
                      <a:pt x="133" y="681"/>
                    </a:cubicBezTo>
                    <a:cubicBezTo>
                      <a:pt x="144" y="690"/>
                      <a:pt x="155" y="697"/>
                      <a:pt x="167" y="707"/>
                    </a:cubicBezTo>
                    <a:cubicBezTo>
                      <a:pt x="170" y="710"/>
                      <a:pt x="175" y="713"/>
                      <a:pt x="178" y="716"/>
                    </a:cubicBezTo>
                    <a:cubicBezTo>
                      <a:pt x="195" y="728"/>
                      <a:pt x="212" y="739"/>
                      <a:pt x="230" y="750"/>
                    </a:cubicBezTo>
                    <a:cubicBezTo>
                      <a:pt x="378" y="836"/>
                      <a:pt x="570" y="879"/>
                      <a:pt x="765" y="879"/>
                    </a:cubicBezTo>
                    <a:cubicBezTo>
                      <a:pt x="959" y="879"/>
                      <a:pt x="1153" y="836"/>
                      <a:pt x="1301" y="750"/>
                    </a:cubicBezTo>
                    <a:cubicBezTo>
                      <a:pt x="1319" y="739"/>
                      <a:pt x="1336" y="728"/>
                      <a:pt x="1353" y="716"/>
                    </a:cubicBezTo>
                    <a:cubicBezTo>
                      <a:pt x="1359" y="711"/>
                      <a:pt x="1364" y="707"/>
                      <a:pt x="1370" y="704"/>
                    </a:cubicBezTo>
                    <a:cubicBezTo>
                      <a:pt x="1379" y="696"/>
                      <a:pt x="1390" y="688"/>
                      <a:pt x="1399" y="681"/>
                    </a:cubicBezTo>
                    <a:cubicBezTo>
                      <a:pt x="1404" y="676"/>
                      <a:pt x="1408" y="671"/>
                      <a:pt x="1413" y="665"/>
                    </a:cubicBezTo>
                    <a:cubicBezTo>
                      <a:pt x="1421" y="659"/>
                      <a:pt x="1430" y="651"/>
                      <a:pt x="1436" y="644"/>
                    </a:cubicBezTo>
                    <a:cubicBezTo>
                      <a:pt x="1442" y="637"/>
                      <a:pt x="1445" y="631"/>
                      <a:pt x="1450" y="627"/>
                    </a:cubicBezTo>
                    <a:cubicBezTo>
                      <a:pt x="1456" y="619"/>
                      <a:pt x="1462" y="611"/>
                      <a:pt x="1468" y="604"/>
                    </a:cubicBezTo>
                    <a:cubicBezTo>
                      <a:pt x="1473" y="599"/>
                      <a:pt x="1476" y="593"/>
                      <a:pt x="1479" y="587"/>
                    </a:cubicBezTo>
                    <a:cubicBezTo>
                      <a:pt x="1484" y="579"/>
                      <a:pt x="1488" y="571"/>
                      <a:pt x="1493" y="564"/>
                    </a:cubicBezTo>
                    <a:cubicBezTo>
                      <a:pt x="1496" y="557"/>
                      <a:pt x="1498" y="551"/>
                      <a:pt x="1501" y="545"/>
                    </a:cubicBezTo>
                    <a:cubicBezTo>
                      <a:pt x="1504" y="537"/>
                      <a:pt x="1507" y="530"/>
                      <a:pt x="1510" y="524"/>
                    </a:cubicBezTo>
                    <a:cubicBezTo>
                      <a:pt x="1511" y="516"/>
                      <a:pt x="1513" y="510"/>
                      <a:pt x="1515" y="504"/>
                    </a:cubicBezTo>
                    <a:cubicBezTo>
                      <a:pt x="1516" y="496"/>
                      <a:pt x="1519" y="488"/>
                      <a:pt x="1521" y="481"/>
                    </a:cubicBezTo>
                    <a:cubicBezTo>
                      <a:pt x="1522" y="474"/>
                      <a:pt x="1522" y="468"/>
                      <a:pt x="1522" y="462"/>
                    </a:cubicBezTo>
                    <a:cubicBezTo>
                      <a:pt x="1522" y="454"/>
                      <a:pt x="1524" y="447"/>
                      <a:pt x="1524" y="439"/>
                    </a:cubicBezTo>
                    <a:cubicBezTo>
                      <a:pt x="1524" y="327"/>
                      <a:pt x="1451" y="216"/>
                      <a:pt x="1304" y="130"/>
                    </a:cubicBezTo>
                    <a:cubicBezTo>
                      <a:pt x="1156" y="44"/>
                      <a:pt x="962" y="1"/>
                      <a:pt x="7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3902;p69">
                <a:extLst>
                  <a:ext uri="{FF2B5EF4-FFF2-40B4-BE49-F238E27FC236}">
                    <a16:creationId xmlns:a16="http://schemas.microsoft.com/office/drawing/2014/main" id="{3C549A2E-9B5F-B787-62A0-8F47248F8704}"/>
                  </a:ext>
                </a:extLst>
              </p:cNvPr>
              <p:cNvSpPr/>
              <p:nvPr/>
            </p:nvSpPr>
            <p:spPr>
              <a:xfrm>
                <a:off x="-2415567" y="970248"/>
                <a:ext cx="96324" cy="53922"/>
              </a:xfrm>
              <a:custGeom>
                <a:avLst/>
                <a:gdLst/>
                <a:ahLst/>
                <a:cxnLst/>
                <a:rect l="l" t="t" r="r" b="b"/>
                <a:pathLst>
                  <a:path w="2308" h="1292" extrusionOk="0">
                    <a:moveTo>
                      <a:pt x="2308" y="1"/>
                    </a:moveTo>
                    <a:cubicBezTo>
                      <a:pt x="1645" y="464"/>
                      <a:pt x="868" y="868"/>
                      <a:pt x="1" y="1200"/>
                    </a:cubicBezTo>
                    <a:lnTo>
                      <a:pt x="1" y="1202"/>
                    </a:lnTo>
                    <a:lnTo>
                      <a:pt x="1" y="1291"/>
                    </a:lnTo>
                    <a:cubicBezTo>
                      <a:pt x="867" y="959"/>
                      <a:pt x="1643" y="554"/>
                      <a:pt x="2308" y="91"/>
                    </a:cubicBezTo>
                    <a:lnTo>
                      <a:pt x="230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3903;p69">
                <a:extLst>
                  <a:ext uri="{FF2B5EF4-FFF2-40B4-BE49-F238E27FC236}">
                    <a16:creationId xmlns:a16="http://schemas.microsoft.com/office/drawing/2014/main" id="{D95B8D11-F7DF-4C02-DEE6-692CE225003D}"/>
                  </a:ext>
                </a:extLst>
              </p:cNvPr>
              <p:cNvSpPr/>
              <p:nvPr/>
            </p:nvSpPr>
            <p:spPr>
              <a:xfrm>
                <a:off x="-2423079" y="928847"/>
                <a:ext cx="159762" cy="92860"/>
              </a:xfrm>
              <a:custGeom>
                <a:avLst/>
                <a:gdLst/>
                <a:ahLst/>
                <a:cxnLst/>
                <a:rect l="l" t="t" r="r" b="b"/>
                <a:pathLst>
                  <a:path w="3828" h="2225" extrusionOk="0">
                    <a:moveTo>
                      <a:pt x="3731" y="0"/>
                    </a:moveTo>
                    <a:lnTo>
                      <a:pt x="2120" y="780"/>
                    </a:lnTo>
                    <a:cubicBezTo>
                      <a:pt x="1322" y="1166"/>
                      <a:pt x="627" y="1619"/>
                      <a:pt x="54" y="2120"/>
                    </a:cubicBezTo>
                    <a:lnTo>
                      <a:pt x="1" y="2168"/>
                    </a:lnTo>
                    <a:lnTo>
                      <a:pt x="99" y="2225"/>
                    </a:lnTo>
                    <a:lnTo>
                      <a:pt x="181" y="2194"/>
                    </a:lnTo>
                    <a:cubicBezTo>
                      <a:pt x="1048" y="1860"/>
                      <a:pt x="1823" y="1457"/>
                      <a:pt x="2488" y="993"/>
                    </a:cubicBezTo>
                    <a:lnTo>
                      <a:pt x="3828" y="57"/>
                    </a:lnTo>
                    <a:lnTo>
                      <a:pt x="373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3904;p69">
                <a:extLst>
                  <a:ext uri="{FF2B5EF4-FFF2-40B4-BE49-F238E27FC236}">
                    <a16:creationId xmlns:a16="http://schemas.microsoft.com/office/drawing/2014/main" id="{03BBDCD2-35A8-6DB7-45B1-3C5A0D7E4FAE}"/>
                  </a:ext>
                </a:extLst>
              </p:cNvPr>
              <p:cNvSpPr/>
              <p:nvPr/>
            </p:nvSpPr>
            <p:spPr>
              <a:xfrm>
                <a:off x="-2441776" y="1013444"/>
                <a:ext cx="29089" cy="64856"/>
              </a:xfrm>
              <a:custGeom>
                <a:avLst/>
                <a:gdLst/>
                <a:ahLst/>
                <a:cxnLst/>
                <a:rect l="l" t="t" r="r" b="b"/>
                <a:pathLst>
                  <a:path w="697" h="1554" extrusionOk="0">
                    <a:moveTo>
                      <a:pt x="696" y="2"/>
                    </a:moveTo>
                    <a:lnTo>
                      <a:pt x="696" y="13"/>
                    </a:lnTo>
                    <a:lnTo>
                      <a:pt x="696" y="13"/>
                    </a:lnTo>
                    <a:cubicBezTo>
                      <a:pt x="696" y="13"/>
                      <a:pt x="696" y="13"/>
                      <a:pt x="696" y="13"/>
                    </a:cubicBezTo>
                    <a:cubicBezTo>
                      <a:pt x="696" y="9"/>
                      <a:pt x="696" y="5"/>
                      <a:pt x="696" y="2"/>
                    </a:cubicBezTo>
                    <a:close/>
                    <a:moveTo>
                      <a:pt x="2" y="1"/>
                    </a:moveTo>
                    <a:lnTo>
                      <a:pt x="1" y="1351"/>
                    </a:lnTo>
                    <a:cubicBezTo>
                      <a:pt x="1" y="1402"/>
                      <a:pt x="35" y="1454"/>
                      <a:pt x="102" y="1494"/>
                    </a:cubicBezTo>
                    <a:cubicBezTo>
                      <a:pt x="171" y="1534"/>
                      <a:pt x="260" y="1553"/>
                      <a:pt x="348" y="1553"/>
                    </a:cubicBezTo>
                    <a:cubicBezTo>
                      <a:pt x="437" y="1553"/>
                      <a:pt x="525" y="1534"/>
                      <a:pt x="593" y="1494"/>
                    </a:cubicBezTo>
                    <a:cubicBezTo>
                      <a:pt x="661" y="1456"/>
                      <a:pt x="695" y="1405"/>
                      <a:pt x="695" y="1353"/>
                    </a:cubicBezTo>
                    <a:lnTo>
                      <a:pt x="696" y="13"/>
                    </a:lnTo>
                    <a:lnTo>
                      <a:pt x="696" y="13"/>
                    </a:lnTo>
                    <a:cubicBezTo>
                      <a:pt x="695" y="16"/>
                      <a:pt x="695" y="18"/>
                      <a:pt x="695" y="21"/>
                    </a:cubicBezTo>
                    <a:cubicBezTo>
                      <a:pt x="695" y="25"/>
                      <a:pt x="693" y="29"/>
                      <a:pt x="692" y="32"/>
                    </a:cubicBezTo>
                    <a:cubicBezTo>
                      <a:pt x="692" y="35"/>
                      <a:pt x="690" y="38"/>
                      <a:pt x="690" y="41"/>
                    </a:cubicBezTo>
                    <a:cubicBezTo>
                      <a:pt x="689" y="44"/>
                      <a:pt x="687" y="47"/>
                      <a:pt x="685" y="50"/>
                    </a:cubicBezTo>
                    <a:cubicBezTo>
                      <a:pt x="684" y="53"/>
                      <a:pt x="684" y="56"/>
                      <a:pt x="682" y="59"/>
                    </a:cubicBezTo>
                    <a:cubicBezTo>
                      <a:pt x="679" y="62"/>
                      <a:pt x="678" y="65"/>
                      <a:pt x="676" y="70"/>
                    </a:cubicBezTo>
                    <a:cubicBezTo>
                      <a:pt x="673" y="73"/>
                      <a:pt x="673" y="75"/>
                      <a:pt x="670" y="78"/>
                    </a:cubicBezTo>
                    <a:cubicBezTo>
                      <a:pt x="669" y="82"/>
                      <a:pt x="665" y="85"/>
                      <a:pt x="662" y="88"/>
                    </a:cubicBezTo>
                    <a:cubicBezTo>
                      <a:pt x="659" y="92"/>
                      <a:pt x="659" y="93"/>
                      <a:pt x="656" y="96"/>
                    </a:cubicBezTo>
                    <a:cubicBezTo>
                      <a:pt x="653" y="99"/>
                      <a:pt x="649" y="102"/>
                      <a:pt x="645" y="107"/>
                    </a:cubicBezTo>
                    <a:cubicBezTo>
                      <a:pt x="644" y="108"/>
                      <a:pt x="641" y="110"/>
                      <a:pt x="639" y="113"/>
                    </a:cubicBezTo>
                    <a:cubicBezTo>
                      <a:pt x="635" y="116"/>
                      <a:pt x="630" y="121"/>
                      <a:pt x="624" y="124"/>
                    </a:cubicBezTo>
                    <a:cubicBezTo>
                      <a:pt x="622" y="125"/>
                      <a:pt x="621" y="127"/>
                      <a:pt x="619" y="128"/>
                    </a:cubicBezTo>
                    <a:cubicBezTo>
                      <a:pt x="612" y="133"/>
                      <a:pt x="604" y="139"/>
                      <a:pt x="595" y="144"/>
                    </a:cubicBezTo>
                    <a:cubicBezTo>
                      <a:pt x="528" y="183"/>
                      <a:pt x="439" y="203"/>
                      <a:pt x="350" y="203"/>
                    </a:cubicBezTo>
                    <a:cubicBezTo>
                      <a:pt x="262" y="203"/>
                      <a:pt x="172" y="183"/>
                      <a:pt x="104" y="144"/>
                    </a:cubicBezTo>
                    <a:cubicBezTo>
                      <a:pt x="96" y="139"/>
                      <a:pt x="89" y="133"/>
                      <a:pt x="81" y="128"/>
                    </a:cubicBezTo>
                    <a:cubicBezTo>
                      <a:pt x="78" y="127"/>
                      <a:pt x="75" y="124"/>
                      <a:pt x="73" y="122"/>
                    </a:cubicBezTo>
                    <a:cubicBezTo>
                      <a:pt x="69" y="119"/>
                      <a:pt x="64" y="116"/>
                      <a:pt x="61" y="112"/>
                    </a:cubicBezTo>
                    <a:cubicBezTo>
                      <a:pt x="58" y="110"/>
                      <a:pt x="55" y="108"/>
                      <a:pt x="53" y="105"/>
                    </a:cubicBezTo>
                    <a:cubicBezTo>
                      <a:pt x="50" y="102"/>
                      <a:pt x="46" y="99"/>
                      <a:pt x="42" y="95"/>
                    </a:cubicBezTo>
                    <a:cubicBezTo>
                      <a:pt x="41" y="93"/>
                      <a:pt x="38" y="90"/>
                      <a:pt x="36" y="87"/>
                    </a:cubicBezTo>
                    <a:cubicBezTo>
                      <a:pt x="33" y="84"/>
                      <a:pt x="30" y="81"/>
                      <a:pt x="29" y="78"/>
                    </a:cubicBezTo>
                    <a:cubicBezTo>
                      <a:pt x="27" y="75"/>
                      <a:pt x="24" y="72"/>
                      <a:pt x="22" y="68"/>
                    </a:cubicBezTo>
                    <a:cubicBezTo>
                      <a:pt x="21" y="65"/>
                      <a:pt x="18" y="62"/>
                      <a:pt x="18" y="59"/>
                    </a:cubicBezTo>
                    <a:cubicBezTo>
                      <a:pt x="15" y="56"/>
                      <a:pt x="15" y="53"/>
                      <a:pt x="13" y="50"/>
                    </a:cubicBezTo>
                    <a:cubicBezTo>
                      <a:pt x="12" y="47"/>
                      <a:pt x="10" y="42"/>
                      <a:pt x="9" y="39"/>
                    </a:cubicBezTo>
                    <a:cubicBezTo>
                      <a:pt x="9" y="38"/>
                      <a:pt x="7" y="35"/>
                      <a:pt x="7" y="32"/>
                    </a:cubicBezTo>
                    <a:cubicBezTo>
                      <a:pt x="6" y="29"/>
                      <a:pt x="4" y="24"/>
                      <a:pt x="4" y="21"/>
                    </a:cubicBezTo>
                    <a:cubicBezTo>
                      <a:pt x="4" y="18"/>
                      <a:pt x="4" y="15"/>
                      <a:pt x="4" y="12"/>
                    </a:cubicBezTo>
                    <a:cubicBezTo>
                      <a:pt x="2" y="9"/>
                      <a:pt x="2" y="5"/>
                      <a:pt x="2" y="2"/>
                    </a:cubicBezTo>
                    <a:lnTo>
                      <a:pt x="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3905;p69">
                <a:extLst>
                  <a:ext uri="{FF2B5EF4-FFF2-40B4-BE49-F238E27FC236}">
                    <a16:creationId xmlns:a16="http://schemas.microsoft.com/office/drawing/2014/main" id="{11518950-8CA4-B48E-512C-D68FD7E67936}"/>
                  </a:ext>
                </a:extLst>
              </p:cNvPr>
              <p:cNvSpPr/>
              <p:nvPr/>
            </p:nvSpPr>
            <p:spPr>
              <a:xfrm>
                <a:off x="-2441693" y="1005139"/>
                <a:ext cx="29173" cy="16777"/>
              </a:xfrm>
              <a:custGeom>
                <a:avLst/>
                <a:gdLst/>
                <a:ahLst/>
                <a:cxnLst/>
                <a:rect l="l" t="t" r="r" b="b"/>
                <a:pathLst>
                  <a:path w="699" h="402" extrusionOk="0">
                    <a:moveTo>
                      <a:pt x="347" y="1"/>
                    </a:moveTo>
                    <a:cubicBezTo>
                      <a:pt x="258" y="1"/>
                      <a:pt x="168" y="20"/>
                      <a:pt x="100" y="60"/>
                    </a:cubicBezTo>
                    <a:cubicBezTo>
                      <a:pt x="33" y="98"/>
                      <a:pt x="0" y="149"/>
                      <a:pt x="0" y="201"/>
                    </a:cubicBezTo>
                    <a:cubicBezTo>
                      <a:pt x="0" y="204"/>
                      <a:pt x="0" y="208"/>
                      <a:pt x="0" y="211"/>
                    </a:cubicBezTo>
                    <a:lnTo>
                      <a:pt x="2" y="211"/>
                    </a:lnTo>
                    <a:cubicBezTo>
                      <a:pt x="2" y="214"/>
                      <a:pt x="2" y="217"/>
                      <a:pt x="2" y="220"/>
                    </a:cubicBezTo>
                    <a:cubicBezTo>
                      <a:pt x="2" y="223"/>
                      <a:pt x="4" y="228"/>
                      <a:pt x="5" y="231"/>
                    </a:cubicBezTo>
                    <a:cubicBezTo>
                      <a:pt x="5" y="234"/>
                      <a:pt x="7" y="237"/>
                      <a:pt x="7" y="238"/>
                    </a:cubicBezTo>
                    <a:cubicBezTo>
                      <a:pt x="8" y="241"/>
                      <a:pt x="10" y="246"/>
                      <a:pt x="11" y="249"/>
                    </a:cubicBezTo>
                    <a:cubicBezTo>
                      <a:pt x="13" y="252"/>
                      <a:pt x="13" y="255"/>
                      <a:pt x="14" y="258"/>
                    </a:cubicBezTo>
                    <a:cubicBezTo>
                      <a:pt x="16" y="261"/>
                      <a:pt x="19" y="264"/>
                      <a:pt x="20" y="267"/>
                    </a:cubicBezTo>
                    <a:cubicBezTo>
                      <a:pt x="22" y="271"/>
                      <a:pt x="25" y="274"/>
                      <a:pt x="27" y="277"/>
                    </a:cubicBezTo>
                    <a:cubicBezTo>
                      <a:pt x="28" y="280"/>
                      <a:pt x="31" y="283"/>
                      <a:pt x="34" y="286"/>
                    </a:cubicBezTo>
                    <a:cubicBezTo>
                      <a:pt x="36" y="289"/>
                      <a:pt x="39" y="292"/>
                      <a:pt x="40" y="294"/>
                    </a:cubicBezTo>
                    <a:cubicBezTo>
                      <a:pt x="44" y="298"/>
                      <a:pt x="48" y="301"/>
                      <a:pt x="51" y="304"/>
                    </a:cubicBezTo>
                    <a:cubicBezTo>
                      <a:pt x="53" y="307"/>
                      <a:pt x="56" y="309"/>
                      <a:pt x="59" y="311"/>
                    </a:cubicBezTo>
                    <a:cubicBezTo>
                      <a:pt x="62" y="315"/>
                      <a:pt x="67" y="318"/>
                      <a:pt x="71" y="321"/>
                    </a:cubicBezTo>
                    <a:cubicBezTo>
                      <a:pt x="73" y="323"/>
                      <a:pt x="76" y="326"/>
                      <a:pt x="79" y="327"/>
                    </a:cubicBezTo>
                    <a:cubicBezTo>
                      <a:pt x="87" y="332"/>
                      <a:pt x="94" y="338"/>
                      <a:pt x="102" y="343"/>
                    </a:cubicBezTo>
                    <a:cubicBezTo>
                      <a:pt x="170" y="382"/>
                      <a:pt x="260" y="402"/>
                      <a:pt x="348" y="402"/>
                    </a:cubicBezTo>
                    <a:cubicBezTo>
                      <a:pt x="437" y="402"/>
                      <a:pt x="526" y="382"/>
                      <a:pt x="593" y="343"/>
                    </a:cubicBezTo>
                    <a:cubicBezTo>
                      <a:pt x="602" y="338"/>
                      <a:pt x="610" y="332"/>
                      <a:pt x="617" y="327"/>
                    </a:cubicBezTo>
                    <a:cubicBezTo>
                      <a:pt x="619" y="326"/>
                      <a:pt x="620" y="324"/>
                      <a:pt x="622" y="323"/>
                    </a:cubicBezTo>
                    <a:cubicBezTo>
                      <a:pt x="628" y="320"/>
                      <a:pt x="633" y="315"/>
                      <a:pt x="637" y="312"/>
                    </a:cubicBezTo>
                    <a:cubicBezTo>
                      <a:pt x="639" y="309"/>
                      <a:pt x="642" y="307"/>
                      <a:pt x="643" y="306"/>
                    </a:cubicBezTo>
                    <a:cubicBezTo>
                      <a:pt x="647" y="301"/>
                      <a:pt x="651" y="298"/>
                      <a:pt x="654" y="295"/>
                    </a:cubicBezTo>
                    <a:cubicBezTo>
                      <a:pt x="657" y="292"/>
                      <a:pt x="659" y="291"/>
                      <a:pt x="660" y="287"/>
                    </a:cubicBezTo>
                    <a:cubicBezTo>
                      <a:pt x="663" y="284"/>
                      <a:pt x="667" y="281"/>
                      <a:pt x="668" y="277"/>
                    </a:cubicBezTo>
                    <a:cubicBezTo>
                      <a:pt x="671" y="274"/>
                      <a:pt x="673" y="272"/>
                      <a:pt x="674" y="269"/>
                    </a:cubicBezTo>
                    <a:cubicBezTo>
                      <a:pt x="676" y="264"/>
                      <a:pt x="677" y="261"/>
                      <a:pt x="680" y="258"/>
                    </a:cubicBezTo>
                    <a:cubicBezTo>
                      <a:pt x="682" y="255"/>
                      <a:pt x="682" y="252"/>
                      <a:pt x="683" y="249"/>
                    </a:cubicBezTo>
                    <a:cubicBezTo>
                      <a:pt x="685" y="246"/>
                      <a:pt x="687" y="243"/>
                      <a:pt x="688" y="240"/>
                    </a:cubicBezTo>
                    <a:cubicBezTo>
                      <a:pt x="688" y="237"/>
                      <a:pt x="690" y="234"/>
                      <a:pt x="690" y="231"/>
                    </a:cubicBezTo>
                    <a:cubicBezTo>
                      <a:pt x="691" y="228"/>
                      <a:pt x="691" y="224"/>
                      <a:pt x="693" y="220"/>
                    </a:cubicBezTo>
                    <a:cubicBezTo>
                      <a:pt x="693" y="217"/>
                      <a:pt x="693" y="215"/>
                      <a:pt x="693" y="212"/>
                    </a:cubicBezTo>
                    <a:cubicBezTo>
                      <a:pt x="699" y="157"/>
                      <a:pt x="665" y="101"/>
                      <a:pt x="593" y="58"/>
                    </a:cubicBezTo>
                    <a:cubicBezTo>
                      <a:pt x="525" y="20"/>
                      <a:pt x="436" y="1"/>
                      <a:pt x="3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3906;p69">
                <a:extLst>
                  <a:ext uri="{FF2B5EF4-FFF2-40B4-BE49-F238E27FC236}">
                    <a16:creationId xmlns:a16="http://schemas.microsoft.com/office/drawing/2014/main" id="{A199350E-D66F-DCDB-E891-3054B8CC0325}"/>
                  </a:ext>
                </a:extLst>
              </p:cNvPr>
              <p:cNvSpPr/>
              <p:nvPr/>
            </p:nvSpPr>
            <p:spPr>
              <a:xfrm>
                <a:off x="-2440149" y="1006432"/>
                <a:ext cx="26043" cy="14148"/>
              </a:xfrm>
              <a:custGeom>
                <a:avLst/>
                <a:gdLst/>
                <a:ahLst/>
                <a:cxnLst/>
                <a:rect l="l" t="t" r="r" b="b"/>
                <a:pathLst>
                  <a:path w="624" h="339" extrusionOk="0">
                    <a:moveTo>
                      <a:pt x="309" y="1"/>
                    </a:moveTo>
                    <a:cubicBezTo>
                      <a:pt x="230" y="1"/>
                      <a:pt x="151" y="17"/>
                      <a:pt x="91" y="50"/>
                    </a:cubicBezTo>
                    <a:cubicBezTo>
                      <a:pt x="31" y="83"/>
                      <a:pt x="0" y="126"/>
                      <a:pt x="0" y="169"/>
                    </a:cubicBezTo>
                    <a:cubicBezTo>
                      <a:pt x="0" y="172"/>
                      <a:pt x="2" y="175"/>
                      <a:pt x="2" y="178"/>
                    </a:cubicBezTo>
                    <a:cubicBezTo>
                      <a:pt x="2" y="181"/>
                      <a:pt x="2" y="183"/>
                      <a:pt x="2" y="186"/>
                    </a:cubicBezTo>
                    <a:cubicBezTo>
                      <a:pt x="3" y="189"/>
                      <a:pt x="3" y="192"/>
                      <a:pt x="5" y="195"/>
                    </a:cubicBezTo>
                    <a:cubicBezTo>
                      <a:pt x="5" y="197"/>
                      <a:pt x="7" y="200"/>
                      <a:pt x="7" y="203"/>
                    </a:cubicBezTo>
                    <a:cubicBezTo>
                      <a:pt x="8" y="204"/>
                      <a:pt x="8" y="207"/>
                      <a:pt x="11" y="210"/>
                    </a:cubicBezTo>
                    <a:cubicBezTo>
                      <a:pt x="11" y="213"/>
                      <a:pt x="13" y="215"/>
                      <a:pt x="14" y="216"/>
                    </a:cubicBezTo>
                    <a:cubicBezTo>
                      <a:pt x="16" y="220"/>
                      <a:pt x="17" y="223"/>
                      <a:pt x="19" y="226"/>
                    </a:cubicBezTo>
                    <a:cubicBezTo>
                      <a:pt x="22" y="227"/>
                      <a:pt x="22" y="230"/>
                      <a:pt x="23" y="233"/>
                    </a:cubicBezTo>
                    <a:cubicBezTo>
                      <a:pt x="27" y="235"/>
                      <a:pt x="28" y="238"/>
                      <a:pt x="31" y="241"/>
                    </a:cubicBezTo>
                    <a:cubicBezTo>
                      <a:pt x="33" y="244"/>
                      <a:pt x="34" y="246"/>
                      <a:pt x="37" y="247"/>
                    </a:cubicBezTo>
                    <a:cubicBezTo>
                      <a:pt x="39" y="250"/>
                      <a:pt x="43" y="253"/>
                      <a:pt x="47" y="256"/>
                    </a:cubicBezTo>
                    <a:cubicBezTo>
                      <a:pt x="48" y="258"/>
                      <a:pt x="50" y="260"/>
                      <a:pt x="53" y="263"/>
                    </a:cubicBezTo>
                    <a:cubicBezTo>
                      <a:pt x="56" y="266"/>
                      <a:pt x="60" y="267"/>
                      <a:pt x="63" y="270"/>
                    </a:cubicBezTo>
                    <a:cubicBezTo>
                      <a:pt x="67" y="272"/>
                      <a:pt x="68" y="273"/>
                      <a:pt x="71" y="275"/>
                    </a:cubicBezTo>
                    <a:cubicBezTo>
                      <a:pt x="77" y="280"/>
                      <a:pt x="85" y="284"/>
                      <a:pt x="93" y="289"/>
                    </a:cubicBezTo>
                    <a:cubicBezTo>
                      <a:pt x="153" y="322"/>
                      <a:pt x="233" y="338"/>
                      <a:pt x="312" y="338"/>
                    </a:cubicBezTo>
                    <a:cubicBezTo>
                      <a:pt x="391" y="338"/>
                      <a:pt x="470" y="322"/>
                      <a:pt x="530" y="289"/>
                    </a:cubicBezTo>
                    <a:cubicBezTo>
                      <a:pt x="537" y="284"/>
                      <a:pt x="543" y="280"/>
                      <a:pt x="550" y="275"/>
                    </a:cubicBezTo>
                    <a:cubicBezTo>
                      <a:pt x="553" y="275"/>
                      <a:pt x="554" y="273"/>
                      <a:pt x="556" y="272"/>
                    </a:cubicBezTo>
                    <a:cubicBezTo>
                      <a:pt x="560" y="269"/>
                      <a:pt x="565" y="266"/>
                      <a:pt x="568" y="263"/>
                    </a:cubicBezTo>
                    <a:cubicBezTo>
                      <a:pt x="571" y="261"/>
                      <a:pt x="573" y="258"/>
                      <a:pt x="574" y="258"/>
                    </a:cubicBezTo>
                    <a:cubicBezTo>
                      <a:pt x="577" y="255"/>
                      <a:pt x="580" y="250"/>
                      <a:pt x="583" y="247"/>
                    </a:cubicBezTo>
                    <a:cubicBezTo>
                      <a:pt x="586" y="246"/>
                      <a:pt x="586" y="244"/>
                      <a:pt x="590" y="243"/>
                    </a:cubicBezTo>
                    <a:cubicBezTo>
                      <a:pt x="591" y="240"/>
                      <a:pt x="594" y="235"/>
                      <a:pt x="597" y="233"/>
                    </a:cubicBezTo>
                    <a:cubicBezTo>
                      <a:pt x="599" y="230"/>
                      <a:pt x="599" y="229"/>
                      <a:pt x="600" y="226"/>
                    </a:cubicBezTo>
                    <a:cubicBezTo>
                      <a:pt x="603" y="223"/>
                      <a:pt x="605" y="220"/>
                      <a:pt x="606" y="216"/>
                    </a:cubicBezTo>
                    <a:cubicBezTo>
                      <a:pt x="608" y="215"/>
                      <a:pt x="610" y="213"/>
                      <a:pt x="610" y="210"/>
                    </a:cubicBezTo>
                    <a:cubicBezTo>
                      <a:pt x="611" y="207"/>
                      <a:pt x="613" y="204"/>
                      <a:pt x="614" y="201"/>
                    </a:cubicBezTo>
                    <a:cubicBezTo>
                      <a:pt x="614" y="200"/>
                      <a:pt x="614" y="197"/>
                      <a:pt x="616" y="195"/>
                    </a:cubicBezTo>
                    <a:cubicBezTo>
                      <a:pt x="616" y="192"/>
                      <a:pt x="617" y="189"/>
                      <a:pt x="617" y="186"/>
                    </a:cubicBezTo>
                    <a:cubicBezTo>
                      <a:pt x="619" y="183"/>
                      <a:pt x="619" y="181"/>
                      <a:pt x="619" y="178"/>
                    </a:cubicBezTo>
                    <a:cubicBezTo>
                      <a:pt x="623" y="132"/>
                      <a:pt x="593" y="86"/>
                      <a:pt x="528" y="50"/>
                    </a:cubicBezTo>
                    <a:cubicBezTo>
                      <a:pt x="467" y="17"/>
                      <a:pt x="388" y="1"/>
                      <a:pt x="3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3907;p69">
                <a:extLst>
                  <a:ext uri="{FF2B5EF4-FFF2-40B4-BE49-F238E27FC236}">
                    <a16:creationId xmlns:a16="http://schemas.microsoft.com/office/drawing/2014/main" id="{0DBEB70B-C55B-8D11-E29E-F64C1602753B}"/>
                  </a:ext>
                </a:extLst>
              </p:cNvPr>
              <p:cNvSpPr/>
              <p:nvPr/>
            </p:nvSpPr>
            <p:spPr>
              <a:xfrm>
                <a:off x="-2444907" y="1032600"/>
                <a:ext cx="27128" cy="31468"/>
              </a:xfrm>
              <a:custGeom>
                <a:avLst/>
                <a:gdLst/>
                <a:ahLst/>
                <a:cxnLst/>
                <a:rect l="l" t="t" r="r" b="b"/>
                <a:pathLst>
                  <a:path w="650" h="754" extrusionOk="0">
                    <a:moveTo>
                      <a:pt x="650" y="0"/>
                    </a:moveTo>
                    <a:lnTo>
                      <a:pt x="1" y="663"/>
                    </a:lnTo>
                    <a:lnTo>
                      <a:pt x="1" y="754"/>
                    </a:lnTo>
                    <a:lnTo>
                      <a:pt x="650" y="91"/>
                    </a:lnTo>
                    <a:lnTo>
                      <a:pt x="65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3908;p69">
                <a:extLst>
                  <a:ext uri="{FF2B5EF4-FFF2-40B4-BE49-F238E27FC236}">
                    <a16:creationId xmlns:a16="http://schemas.microsoft.com/office/drawing/2014/main" id="{E855F1C9-FCE7-587D-ECCA-4E52EF866578}"/>
                  </a:ext>
                </a:extLst>
              </p:cNvPr>
              <p:cNvSpPr/>
              <p:nvPr/>
            </p:nvSpPr>
            <p:spPr>
              <a:xfrm>
                <a:off x="-2465816" y="1060271"/>
                <a:ext cx="20951" cy="16611"/>
              </a:xfrm>
              <a:custGeom>
                <a:avLst/>
                <a:gdLst/>
                <a:ahLst/>
                <a:cxnLst/>
                <a:rect l="l" t="t" r="r" b="b"/>
                <a:pathLst>
                  <a:path w="502" h="398" extrusionOk="0">
                    <a:moveTo>
                      <a:pt x="502" y="0"/>
                    </a:moveTo>
                    <a:cubicBezTo>
                      <a:pt x="368" y="119"/>
                      <a:pt x="197" y="223"/>
                      <a:pt x="0" y="308"/>
                    </a:cubicBezTo>
                    <a:lnTo>
                      <a:pt x="0" y="397"/>
                    </a:lnTo>
                    <a:cubicBezTo>
                      <a:pt x="197" y="312"/>
                      <a:pt x="366" y="209"/>
                      <a:pt x="502" y="91"/>
                    </a:cubicBez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3909;p69">
                <a:extLst>
                  <a:ext uri="{FF2B5EF4-FFF2-40B4-BE49-F238E27FC236}">
                    <a16:creationId xmlns:a16="http://schemas.microsoft.com/office/drawing/2014/main" id="{7CC3705C-5837-BF8F-F1E4-9B114449A9C3}"/>
                  </a:ext>
                </a:extLst>
              </p:cNvPr>
              <p:cNvSpPr/>
              <p:nvPr/>
            </p:nvSpPr>
            <p:spPr>
              <a:xfrm>
                <a:off x="-2577415" y="1073083"/>
                <a:ext cx="111641" cy="51543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235" extrusionOk="0">
                    <a:moveTo>
                      <a:pt x="2674" y="1"/>
                    </a:moveTo>
                    <a:lnTo>
                      <a:pt x="1" y="1144"/>
                    </a:lnTo>
                    <a:lnTo>
                      <a:pt x="1" y="1234"/>
                    </a:lnTo>
                    <a:lnTo>
                      <a:pt x="2674" y="92"/>
                    </a:lnTo>
                    <a:lnTo>
                      <a:pt x="267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3910;p69">
                <a:extLst>
                  <a:ext uri="{FF2B5EF4-FFF2-40B4-BE49-F238E27FC236}">
                    <a16:creationId xmlns:a16="http://schemas.microsoft.com/office/drawing/2014/main" id="{77131CBF-0315-8D0C-F948-9B160B074DB7}"/>
                  </a:ext>
                </a:extLst>
              </p:cNvPr>
              <p:cNvSpPr/>
              <p:nvPr/>
            </p:nvSpPr>
            <p:spPr>
              <a:xfrm>
                <a:off x="-2592190" y="1112314"/>
                <a:ext cx="14816" cy="1231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95" extrusionOk="0">
                    <a:moveTo>
                      <a:pt x="1" y="1"/>
                    </a:moveTo>
                    <a:lnTo>
                      <a:pt x="1" y="90"/>
                    </a:lnTo>
                    <a:lnTo>
                      <a:pt x="355" y="294"/>
                    </a:lnTo>
                    <a:lnTo>
                      <a:pt x="355" y="2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3911;p69">
                <a:extLst>
                  <a:ext uri="{FF2B5EF4-FFF2-40B4-BE49-F238E27FC236}">
                    <a16:creationId xmlns:a16="http://schemas.microsoft.com/office/drawing/2014/main" id="{3AAFB4D6-1B11-6AD9-A6A0-317E73F7311F}"/>
                  </a:ext>
                </a:extLst>
              </p:cNvPr>
              <p:cNvSpPr/>
              <p:nvPr/>
            </p:nvSpPr>
            <p:spPr>
              <a:xfrm>
                <a:off x="-2592190" y="1018870"/>
                <a:ext cx="174411" cy="101959"/>
              </a:xfrm>
              <a:custGeom>
                <a:avLst/>
                <a:gdLst/>
                <a:ahLst/>
                <a:cxnLst/>
                <a:rect l="l" t="t" r="r" b="b"/>
                <a:pathLst>
                  <a:path w="4179" h="2443" extrusionOk="0">
                    <a:moveTo>
                      <a:pt x="3608" y="0"/>
                    </a:moveTo>
                    <a:lnTo>
                      <a:pt x="2494" y="395"/>
                    </a:lnTo>
                    <a:cubicBezTo>
                      <a:pt x="2291" y="474"/>
                      <a:pt x="2111" y="572"/>
                      <a:pt x="1967" y="688"/>
                    </a:cubicBezTo>
                    <a:lnTo>
                      <a:pt x="1" y="2240"/>
                    </a:lnTo>
                    <a:lnTo>
                      <a:pt x="355" y="2443"/>
                    </a:lnTo>
                    <a:lnTo>
                      <a:pt x="3027" y="1300"/>
                    </a:lnTo>
                    <a:cubicBezTo>
                      <a:pt x="3225" y="1215"/>
                      <a:pt x="3394" y="1111"/>
                      <a:pt x="3530" y="992"/>
                    </a:cubicBezTo>
                    <a:lnTo>
                      <a:pt x="4179" y="329"/>
                    </a:lnTo>
                    <a:lnTo>
                      <a:pt x="4176" y="326"/>
                    </a:lnTo>
                    <a:cubicBezTo>
                      <a:pt x="4111" y="358"/>
                      <a:pt x="4032" y="373"/>
                      <a:pt x="3952" y="373"/>
                    </a:cubicBezTo>
                    <a:cubicBezTo>
                      <a:pt x="3864" y="373"/>
                      <a:pt x="3777" y="354"/>
                      <a:pt x="3710" y="315"/>
                    </a:cubicBezTo>
                    <a:cubicBezTo>
                      <a:pt x="3640" y="275"/>
                      <a:pt x="3608" y="225"/>
                      <a:pt x="3608" y="172"/>
                    </a:cubicBezTo>
                    <a:lnTo>
                      <a:pt x="360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71" name="Google Shape;3912;p69">
              <a:extLst>
                <a:ext uri="{FF2B5EF4-FFF2-40B4-BE49-F238E27FC236}">
                  <a16:creationId xmlns:a16="http://schemas.microsoft.com/office/drawing/2014/main" id="{B31ADA6A-4DF7-3D38-C488-A9E72375E534}"/>
                </a:ext>
              </a:extLst>
            </p:cNvPr>
            <p:cNvSpPr/>
            <p:nvPr/>
          </p:nvSpPr>
          <p:spPr>
            <a:xfrm>
              <a:off x="-2410475" y="1119910"/>
              <a:ext cx="338972" cy="208007"/>
            </a:xfrm>
            <a:custGeom>
              <a:avLst/>
              <a:gdLst/>
              <a:ahLst/>
              <a:cxnLst/>
              <a:rect l="l" t="t" r="r" b="b"/>
              <a:pathLst>
                <a:path w="8122" h="4984" extrusionOk="0">
                  <a:moveTo>
                    <a:pt x="0" y="0"/>
                  </a:moveTo>
                  <a:lnTo>
                    <a:pt x="0" y="263"/>
                  </a:lnTo>
                  <a:lnTo>
                    <a:pt x="8122" y="4984"/>
                  </a:lnTo>
                  <a:lnTo>
                    <a:pt x="8122" y="47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3913;p69">
              <a:extLst>
                <a:ext uri="{FF2B5EF4-FFF2-40B4-BE49-F238E27FC236}">
                  <a16:creationId xmlns:a16="http://schemas.microsoft.com/office/drawing/2014/main" id="{15BCEE07-0066-75B1-1915-BF492F316202}"/>
                </a:ext>
              </a:extLst>
            </p:cNvPr>
            <p:cNvSpPr/>
            <p:nvPr/>
          </p:nvSpPr>
          <p:spPr>
            <a:xfrm>
              <a:off x="-2410475" y="1114359"/>
              <a:ext cx="348529" cy="202582"/>
            </a:xfrm>
            <a:custGeom>
              <a:avLst/>
              <a:gdLst/>
              <a:ahLst/>
              <a:cxnLst/>
              <a:rect l="l" t="t" r="r" b="b"/>
              <a:pathLst>
                <a:path w="8351" h="4854" extrusionOk="0">
                  <a:moveTo>
                    <a:pt x="229" y="1"/>
                  </a:moveTo>
                  <a:lnTo>
                    <a:pt x="0" y="133"/>
                  </a:lnTo>
                  <a:lnTo>
                    <a:pt x="8122" y="4854"/>
                  </a:lnTo>
                  <a:lnTo>
                    <a:pt x="8351" y="4722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3914;p69">
              <a:extLst>
                <a:ext uri="{FF2B5EF4-FFF2-40B4-BE49-F238E27FC236}">
                  <a16:creationId xmlns:a16="http://schemas.microsoft.com/office/drawing/2014/main" id="{05518B3A-588C-6017-5C36-A9FB91A33517}"/>
                </a:ext>
              </a:extLst>
            </p:cNvPr>
            <p:cNvSpPr/>
            <p:nvPr/>
          </p:nvSpPr>
          <p:spPr>
            <a:xfrm>
              <a:off x="-2071545" y="1311391"/>
              <a:ext cx="9599" cy="16527"/>
            </a:xfrm>
            <a:custGeom>
              <a:avLst/>
              <a:gdLst/>
              <a:ahLst/>
              <a:cxnLst/>
              <a:rect l="l" t="t" r="r" b="b"/>
              <a:pathLst>
                <a:path w="230" h="396" extrusionOk="0">
                  <a:moveTo>
                    <a:pt x="230" y="1"/>
                  </a:moveTo>
                  <a:lnTo>
                    <a:pt x="1" y="133"/>
                  </a:lnTo>
                  <a:lnTo>
                    <a:pt x="1" y="396"/>
                  </a:lnTo>
                  <a:lnTo>
                    <a:pt x="230" y="26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rgbClr val="7A8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3915;p69">
              <a:extLst>
                <a:ext uri="{FF2B5EF4-FFF2-40B4-BE49-F238E27FC236}">
                  <a16:creationId xmlns:a16="http://schemas.microsoft.com/office/drawing/2014/main" id="{C9D4F444-9F75-7013-CB00-D68D064A243B}"/>
                </a:ext>
              </a:extLst>
            </p:cNvPr>
            <p:cNvSpPr/>
            <p:nvPr/>
          </p:nvSpPr>
          <p:spPr>
            <a:xfrm>
              <a:off x="-2410642" y="1093784"/>
              <a:ext cx="339097" cy="208007"/>
            </a:xfrm>
            <a:custGeom>
              <a:avLst/>
              <a:gdLst/>
              <a:ahLst/>
              <a:cxnLst/>
              <a:rect l="l" t="t" r="r" b="b"/>
              <a:pathLst>
                <a:path w="8125" h="4984" extrusionOk="0">
                  <a:moveTo>
                    <a:pt x="1" y="0"/>
                  </a:moveTo>
                  <a:lnTo>
                    <a:pt x="3" y="263"/>
                  </a:lnTo>
                  <a:lnTo>
                    <a:pt x="8124" y="4984"/>
                  </a:lnTo>
                  <a:lnTo>
                    <a:pt x="8124" y="47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3916;p69">
              <a:extLst>
                <a:ext uri="{FF2B5EF4-FFF2-40B4-BE49-F238E27FC236}">
                  <a16:creationId xmlns:a16="http://schemas.microsoft.com/office/drawing/2014/main" id="{5E6F967A-23A1-1ACB-FAED-B1701A6B6B4F}"/>
                </a:ext>
              </a:extLst>
            </p:cNvPr>
            <p:cNvSpPr/>
            <p:nvPr/>
          </p:nvSpPr>
          <p:spPr>
            <a:xfrm>
              <a:off x="-2410642" y="1088233"/>
              <a:ext cx="348571" cy="202582"/>
            </a:xfrm>
            <a:custGeom>
              <a:avLst/>
              <a:gdLst/>
              <a:ahLst/>
              <a:cxnLst/>
              <a:rect l="l" t="t" r="r" b="b"/>
              <a:pathLst>
                <a:path w="8352" h="4854" extrusionOk="0">
                  <a:moveTo>
                    <a:pt x="232" y="1"/>
                  </a:moveTo>
                  <a:lnTo>
                    <a:pt x="1" y="133"/>
                  </a:lnTo>
                  <a:lnTo>
                    <a:pt x="8124" y="4854"/>
                  </a:lnTo>
                  <a:lnTo>
                    <a:pt x="8352" y="4720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3917;p69">
              <a:extLst>
                <a:ext uri="{FF2B5EF4-FFF2-40B4-BE49-F238E27FC236}">
                  <a16:creationId xmlns:a16="http://schemas.microsoft.com/office/drawing/2014/main" id="{636485C4-381A-55B3-AD73-67425AFE95CF}"/>
                </a:ext>
              </a:extLst>
            </p:cNvPr>
            <p:cNvSpPr/>
            <p:nvPr/>
          </p:nvSpPr>
          <p:spPr>
            <a:xfrm>
              <a:off x="-2071586" y="1285223"/>
              <a:ext cx="9599" cy="16569"/>
            </a:xfrm>
            <a:custGeom>
              <a:avLst/>
              <a:gdLst/>
              <a:ahLst/>
              <a:cxnLst/>
              <a:rect l="l" t="t" r="r" b="b"/>
              <a:pathLst>
                <a:path w="230" h="397" extrusionOk="0">
                  <a:moveTo>
                    <a:pt x="228" y="0"/>
                  </a:moveTo>
                  <a:lnTo>
                    <a:pt x="0" y="134"/>
                  </a:lnTo>
                  <a:lnTo>
                    <a:pt x="0" y="397"/>
                  </a:lnTo>
                  <a:lnTo>
                    <a:pt x="229" y="265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7A86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3918;p69">
              <a:extLst>
                <a:ext uri="{FF2B5EF4-FFF2-40B4-BE49-F238E27FC236}">
                  <a16:creationId xmlns:a16="http://schemas.microsoft.com/office/drawing/2014/main" id="{64A8414C-9C3D-8142-C90F-14348F115252}"/>
                </a:ext>
              </a:extLst>
            </p:cNvPr>
            <p:cNvSpPr/>
            <p:nvPr/>
          </p:nvSpPr>
          <p:spPr>
            <a:xfrm>
              <a:off x="-2178887" y="1227587"/>
              <a:ext cx="428785" cy="239392"/>
            </a:xfrm>
            <a:custGeom>
              <a:avLst/>
              <a:gdLst/>
              <a:ahLst/>
              <a:cxnLst/>
              <a:rect l="l" t="t" r="r" b="b"/>
              <a:pathLst>
                <a:path w="10274" h="5736" extrusionOk="0">
                  <a:moveTo>
                    <a:pt x="5049" y="0"/>
                  </a:moveTo>
                  <a:cubicBezTo>
                    <a:pt x="4980" y="0"/>
                    <a:pt x="4919" y="1"/>
                    <a:pt x="4868" y="3"/>
                  </a:cubicBezTo>
                  <a:cubicBezTo>
                    <a:pt x="4497" y="15"/>
                    <a:pt x="4223" y="54"/>
                    <a:pt x="4222" y="54"/>
                  </a:cubicBezTo>
                  <a:cubicBezTo>
                    <a:pt x="3819" y="114"/>
                    <a:pt x="3794" y="117"/>
                    <a:pt x="3571" y="167"/>
                  </a:cubicBezTo>
                  <a:cubicBezTo>
                    <a:pt x="3305" y="229"/>
                    <a:pt x="3276" y="238"/>
                    <a:pt x="2916" y="352"/>
                  </a:cubicBezTo>
                  <a:cubicBezTo>
                    <a:pt x="2802" y="387"/>
                    <a:pt x="2653" y="444"/>
                    <a:pt x="2544" y="492"/>
                  </a:cubicBezTo>
                  <a:cubicBezTo>
                    <a:pt x="2373" y="569"/>
                    <a:pt x="2148" y="677"/>
                    <a:pt x="1984" y="764"/>
                  </a:cubicBezTo>
                  <a:cubicBezTo>
                    <a:pt x="1827" y="849"/>
                    <a:pt x="1481" y="1067"/>
                    <a:pt x="1224" y="1296"/>
                  </a:cubicBezTo>
                  <a:cubicBezTo>
                    <a:pt x="1141" y="1370"/>
                    <a:pt x="1032" y="1470"/>
                    <a:pt x="958" y="1553"/>
                  </a:cubicBezTo>
                  <a:cubicBezTo>
                    <a:pt x="768" y="1769"/>
                    <a:pt x="764" y="1773"/>
                    <a:pt x="628" y="1972"/>
                  </a:cubicBezTo>
                  <a:cubicBezTo>
                    <a:pt x="1" y="2945"/>
                    <a:pt x="350" y="4087"/>
                    <a:pt x="1685" y="4885"/>
                  </a:cubicBezTo>
                  <a:cubicBezTo>
                    <a:pt x="2631" y="5451"/>
                    <a:pt x="3889" y="5735"/>
                    <a:pt x="5146" y="5735"/>
                  </a:cubicBezTo>
                  <a:cubicBezTo>
                    <a:pt x="6347" y="5735"/>
                    <a:pt x="7548" y="5476"/>
                    <a:pt x="8476" y="4954"/>
                  </a:cubicBezTo>
                  <a:cubicBezTo>
                    <a:pt x="9882" y="4165"/>
                    <a:pt x="10273" y="2999"/>
                    <a:pt x="9636" y="1996"/>
                  </a:cubicBezTo>
                  <a:cubicBezTo>
                    <a:pt x="9216" y="1349"/>
                    <a:pt x="8610" y="978"/>
                    <a:pt x="8381" y="838"/>
                  </a:cubicBezTo>
                  <a:cubicBezTo>
                    <a:pt x="7990" y="598"/>
                    <a:pt x="7577" y="444"/>
                    <a:pt x="7420" y="386"/>
                  </a:cubicBezTo>
                  <a:cubicBezTo>
                    <a:pt x="7154" y="287"/>
                    <a:pt x="6777" y="184"/>
                    <a:pt x="6471" y="127"/>
                  </a:cubicBezTo>
                  <a:cubicBezTo>
                    <a:pt x="5941" y="27"/>
                    <a:pt x="5580" y="12"/>
                    <a:pt x="5512" y="9"/>
                  </a:cubicBezTo>
                  <a:cubicBezTo>
                    <a:pt x="5328" y="3"/>
                    <a:pt x="5174" y="0"/>
                    <a:pt x="504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3919;p69">
              <a:extLst>
                <a:ext uri="{FF2B5EF4-FFF2-40B4-BE49-F238E27FC236}">
                  <a16:creationId xmlns:a16="http://schemas.microsoft.com/office/drawing/2014/main" id="{742442EB-3934-E341-4215-E8E7A05E28C9}"/>
                </a:ext>
              </a:extLst>
            </p:cNvPr>
            <p:cNvSpPr/>
            <p:nvPr/>
          </p:nvSpPr>
          <p:spPr>
            <a:xfrm>
              <a:off x="-2178887" y="1196369"/>
              <a:ext cx="428785" cy="239350"/>
            </a:xfrm>
            <a:custGeom>
              <a:avLst/>
              <a:gdLst/>
              <a:ahLst/>
              <a:cxnLst/>
              <a:rect l="l" t="t" r="r" b="b"/>
              <a:pathLst>
                <a:path w="10274" h="5735" extrusionOk="0">
                  <a:moveTo>
                    <a:pt x="5047" y="0"/>
                  </a:moveTo>
                  <a:cubicBezTo>
                    <a:pt x="4978" y="0"/>
                    <a:pt x="4918" y="1"/>
                    <a:pt x="4868" y="3"/>
                  </a:cubicBezTo>
                  <a:cubicBezTo>
                    <a:pt x="4497" y="16"/>
                    <a:pt x="4223" y="54"/>
                    <a:pt x="4222" y="54"/>
                  </a:cubicBezTo>
                  <a:cubicBezTo>
                    <a:pt x="3819" y="114"/>
                    <a:pt x="3794" y="117"/>
                    <a:pt x="3571" y="168"/>
                  </a:cubicBezTo>
                  <a:cubicBezTo>
                    <a:pt x="3305" y="228"/>
                    <a:pt x="3276" y="237"/>
                    <a:pt x="2916" y="352"/>
                  </a:cubicBezTo>
                  <a:cubicBezTo>
                    <a:pt x="2802" y="388"/>
                    <a:pt x="2653" y="445"/>
                    <a:pt x="2544" y="492"/>
                  </a:cubicBezTo>
                  <a:cubicBezTo>
                    <a:pt x="2373" y="569"/>
                    <a:pt x="2148" y="677"/>
                    <a:pt x="1984" y="765"/>
                  </a:cubicBezTo>
                  <a:cubicBezTo>
                    <a:pt x="1827" y="849"/>
                    <a:pt x="1481" y="1068"/>
                    <a:pt x="1224" y="1297"/>
                  </a:cubicBezTo>
                  <a:cubicBezTo>
                    <a:pt x="1141" y="1369"/>
                    <a:pt x="1032" y="1469"/>
                    <a:pt x="958" y="1552"/>
                  </a:cubicBezTo>
                  <a:cubicBezTo>
                    <a:pt x="768" y="1769"/>
                    <a:pt x="764" y="1772"/>
                    <a:pt x="628" y="1972"/>
                  </a:cubicBezTo>
                  <a:cubicBezTo>
                    <a:pt x="1" y="2946"/>
                    <a:pt x="350" y="4087"/>
                    <a:pt x="1685" y="4885"/>
                  </a:cubicBezTo>
                  <a:cubicBezTo>
                    <a:pt x="2631" y="5451"/>
                    <a:pt x="3888" y="5735"/>
                    <a:pt x="5145" y="5735"/>
                  </a:cubicBezTo>
                  <a:cubicBezTo>
                    <a:pt x="6346" y="5735"/>
                    <a:pt x="7547" y="5476"/>
                    <a:pt x="8476" y="4955"/>
                  </a:cubicBezTo>
                  <a:cubicBezTo>
                    <a:pt x="9882" y="4166"/>
                    <a:pt x="10273" y="3000"/>
                    <a:pt x="9636" y="1997"/>
                  </a:cubicBezTo>
                  <a:cubicBezTo>
                    <a:pt x="9216" y="1349"/>
                    <a:pt x="8610" y="978"/>
                    <a:pt x="8381" y="837"/>
                  </a:cubicBezTo>
                  <a:cubicBezTo>
                    <a:pt x="7990" y="599"/>
                    <a:pt x="7577" y="445"/>
                    <a:pt x="7420" y="386"/>
                  </a:cubicBezTo>
                  <a:cubicBezTo>
                    <a:pt x="7154" y="288"/>
                    <a:pt x="6777" y="185"/>
                    <a:pt x="6471" y="126"/>
                  </a:cubicBezTo>
                  <a:cubicBezTo>
                    <a:pt x="5941" y="28"/>
                    <a:pt x="5580" y="11"/>
                    <a:pt x="5512" y="9"/>
                  </a:cubicBezTo>
                  <a:cubicBezTo>
                    <a:pt x="5327" y="3"/>
                    <a:pt x="5172" y="0"/>
                    <a:pt x="504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3920;p69">
              <a:extLst>
                <a:ext uri="{FF2B5EF4-FFF2-40B4-BE49-F238E27FC236}">
                  <a16:creationId xmlns:a16="http://schemas.microsoft.com/office/drawing/2014/main" id="{888D45B4-4481-EBFD-C4DB-054BCC4A79EC}"/>
                </a:ext>
              </a:extLst>
            </p:cNvPr>
            <p:cNvSpPr/>
            <p:nvPr/>
          </p:nvSpPr>
          <p:spPr>
            <a:xfrm>
              <a:off x="-2179305" y="1205884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9" y="0"/>
                  </a:moveTo>
                  <a:cubicBezTo>
                    <a:pt x="4990" y="0"/>
                    <a:pt x="4929" y="1"/>
                    <a:pt x="4878" y="3"/>
                  </a:cubicBezTo>
                  <a:cubicBezTo>
                    <a:pt x="4507" y="17"/>
                    <a:pt x="4233" y="54"/>
                    <a:pt x="4232" y="55"/>
                  </a:cubicBezTo>
                  <a:cubicBezTo>
                    <a:pt x="3829" y="117"/>
                    <a:pt x="3804" y="118"/>
                    <a:pt x="3581" y="167"/>
                  </a:cubicBezTo>
                  <a:cubicBezTo>
                    <a:pt x="3315" y="229"/>
                    <a:pt x="3286" y="238"/>
                    <a:pt x="2926" y="352"/>
                  </a:cubicBezTo>
                  <a:cubicBezTo>
                    <a:pt x="2812" y="389"/>
                    <a:pt x="2663" y="444"/>
                    <a:pt x="2554" y="494"/>
                  </a:cubicBezTo>
                  <a:cubicBezTo>
                    <a:pt x="2383" y="569"/>
                    <a:pt x="2158" y="678"/>
                    <a:pt x="1994" y="766"/>
                  </a:cubicBezTo>
                  <a:cubicBezTo>
                    <a:pt x="1837" y="850"/>
                    <a:pt x="1491" y="1069"/>
                    <a:pt x="1234" y="1297"/>
                  </a:cubicBezTo>
                  <a:cubicBezTo>
                    <a:pt x="1151" y="1370"/>
                    <a:pt x="1042" y="1470"/>
                    <a:pt x="968" y="1553"/>
                  </a:cubicBezTo>
                  <a:cubicBezTo>
                    <a:pt x="778" y="1769"/>
                    <a:pt x="772" y="1772"/>
                    <a:pt x="638" y="1972"/>
                  </a:cubicBezTo>
                  <a:cubicBezTo>
                    <a:pt x="0" y="2938"/>
                    <a:pt x="360" y="4087"/>
                    <a:pt x="1695" y="4887"/>
                  </a:cubicBezTo>
                  <a:cubicBezTo>
                    <a:pt x="2641" y="5451"/>
                    <a:pt x="3898" y="5735"/>
                    <a:pt x="5155" y="5735"/>
                  </a:cubicBezTo>
                  <a:cubicBezTo>
                    <a:pt x="6356" y="5735"/>
                    <a:pt x="7557" y="5476"/>
                    <a:pt x="8486" y="4954"/>
                  </a:cubicBezTo>
                  <a:cubicBezTo>
                    <a:pt x="9892" y="4167"/>
                    <a:pt x="10286" y="2996"/>
                    <a:pt x="9646" y="1998"/>
                  </a:cubicBezTo>
                  <a:cubicBezTo>
                    <a:pt x="9229" y="1347"/>
                    <a:pt x="8620" y="978"/>
                    <a:pt x="8391" y="838"/>
                  </a:cubicBezTo>
                  <a:cubicBezTo>
                    <a:pt x="8000" y="600"/>
                    <a:pt x="7587" y="444"/>
                    <a:pt x="7430" y="387"/>
                  </a:cubicBezTo>
                  <a:cubicBezTo>
                    <a:pt x="7164" y="287"/>
                    <a:pt x="6787" y="186"/>
                    <a:pt x="6481" y="127"/>
                  </a:cubicBezTo>
                  <a:cubicBezTo>
                    <a:pt x="5951" y="28"/>
                    <a:pt x="5590" y="12"/>
                    <a:pt x="5522" y="9"/>
                  </a:cubicBezTo>
                  <a:cubicBezTo>
                    <a:pt x="5338" y="3"/>
                    <a:pt x="5184" y="0"/>
                    <a:pt x="505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3921;p69">
              <a:extLst>
                <a:ext uri="{FF2B5EF4-FFF2-40B4-BE49-F238E27FC236}">
                  <a16:creationId xmlns:a16="http://schemas.microsoft.com/office/drawing/2014/main" id="{6968F0F3-BA08-4F5B-B0E4-44506BEF5855}"/>
                </a:ext>
              </a:extLst>
            </p:cNvPr>
            <p:cNvSpPr/>
            <p:nvPr/>
          </p:nvSpPr>
          <p:spPr>
            <a:xfrm>
              <a:off x="-2179305" y="1215400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7" y="1"/>
                  </a:moveTo>
                  <a:cubicBezTo>
                    <a:pt x="4988" y="1"/>
                    <a:pt x="4928" y="2"/>
                    <a:pt x="4878" y="4"/>
                  </a:cubicBezTo>
                  <a:cubicBezTo>
                    <a:pt x="4507" y="16"/>
                    <a:pt x="4233" y="55"/>
                    <a:pt x="4232" y="55"/>
                  </a:cubicBezTo>
                  <a:cubicBezTo>
                    <a:pt x="3829" y="119"/>
                    <a:pt x="3804" y="118"/>
                    <a:pt x="3581" y="169"/>
                  </a:cubicBezTo>
                  <a:cubicBezTo>
                    <a:pt x="3315" y="229"/>
                    <a:pt x="3286" y="238"/>
                    <a:pt x="2926" y="353"/>
                  </a:cubicBezTo>
                  <a:cubicBezTo>
                    <a:pt x="2812" y="389"/>
                    <a:pt x="2663" y="446"/>
                    <a:pt x="2554" y="493"/>
                  </a:cubicBezTo>
                  <a:cubicBezTo>
                    <a:pt x="2383" y="569"/>
                    <a:pt x="2158" y="678"/>
                    <a:pt x="1994" y="765"/>
                  </a:cubicBezTo>
                  <a:cubicBezTo>
                    <a:pt x="1837" y="850"/>
                    <a:pt x="1491" y="1069"/>
                    <a:pt x="1234" y="1298"/>
                  </a:cubicBezTo>
                  <a:cubicBezTo>
                    <a:pt x="1151" y="1370"/>
                    <a:pt x="1042" y="1470"/>
                    <a:pt x="968" y="1553"/>
                  </a:cubicBezTo>
                  <a:cubicBezTo>
                    <a:pt x="778" y="1770"/>
                    <a:pt x="772" y="1771"/>
                    <a:pt x="638" y="1971"/>
                  </a:cubicBezTo>
                  <a:cubicBezTo>
                    <a:pt x="0" y="2937"/>
                    <a:pt x="360" y="4088"/>
                    <a:pt x="1695" y="4886"/>
                  </a:cubicBezTo>
                  <a:cubicBezTo>
                    <a:pt x="2641" y="5451"/>
                    <a:pt x="3899" y="5735"/>
                    <a:pt x="5156" y="5735"/>
                  </a:cubicBezTo>
                  <a:cubicBezTo>
                    <a:pt x="6357" y="5735"/>
                    <a:pt x="7558" y="5476"/>
                    <a:pt x="8486" y="4956"/>
                  </a:cubicBezTo>
                  <a:cubicBezTo>
                    <a:pt x="9892" y="4166"/>
                    <a:pt x="10286" y="2997"/>
                    <a:pt x="9646" y="1998"/>
                  </a:cubicBezTo>
                  <a:cubicBezTo>
                    <a:pt x="9229" y="1347"/>
                    <a:pt x="8620" y="978"/>
                    <a:pt x="8391" y="838"/>
                  </a:cubicBezTo>
                  <a:cubicBezTo>
                    <a:pt x="8000" y="599"/>
                    <a:pt x="7587" y="446"/>
                    <a:pt x="7430" y="387"/>
                  </a:cubicBezTo>
                  <a:cubicBezTo>
                    <a:pt x="7164" y="289"/>
                    <a:pt x="6787" y="186"/>
                    <a:pt x="6481" y="127"/>
                  </a:cubicBezTo>
                  <a:cubicBezTo>
                    <a:pt x="5951" y="29"/>
                    <a:pt x="5590" y="12"/>
                    <a:pt x="5522" y="10"/>
                  </a:cubicBezTo>
                  <a:cubicBezTo>
                    <a:pt x="5337" y="4"/>
                    <a:pt x="5182" y="1"/>
                    <a:pt x="505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3922;p69">
              <a:extLst>
                <a:ext uri="{FF2B5EF4-FFF2-40B4-BE49-F238E27FC236}">
                  <a16:creationId xmlns:a16="http://schemas.microsoft.com/office/drawing/2014/main" id="{C0DBC7A2-6776-5701-65C5-98E88E3BB1A9}"/>
                </a:ext>
              </a:extLst>
            </p:cNvPr>
            <p:cNvSpPr/>
            <p:nvPr/>
          </p:nvSpPr>
          <p:spPr>
            <a:xfrm>
              <a:off x="-2179305" y="1224957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9" y="0"/>
                  </a:moveTo>
                  <a:cubicBezTo>
                    <a:pt x="4990" y="0"/>
                    <a:pt x="4929" y="1"/>
                    <a:pt x="4878" y="3"/>
                  </a:cubicBezTo>
                  <a:cubicBezTo>
                    <a:pt x="4507" y="17"/>
                    <a:pt x="4233" y="53"/>
                    <a:pt x="4232" y="53"/>
                  </a:cubicBezTo>
                  <a:cubicBezTo>
                    <a:pt x="3830" y="123"/>
                    <a:pt x="3804" y="117"/>
                    <a:pt x="3581" y="167"/>
                  </a:cubicBezTo>
                  <a:cubicBezTo>
                    <a:pt x="3315" y="229"/>
                    <a:pt x="3286" y="238"/>
                    <a:pt x="2926" y="352"/>
                  </a:cubicBezTo>
                  <a:cubicBezTo>
                    <a:pt x="2812" y="387"/>
                    <a:pt x="2663" y="444"/>
                    <a:pt x="2554" y="493"/>
                  </a:cubicBezTo>
                  <a:cubicBezTo>
                    <a:pt x="2383" y="569"/>
                    <a:pt x="2158" y="676"/>
                    <a:pt x="1994" y="766"/>
                  </a:cubicBezTo>
                  <a:cubicBezTo>
                    <a:pt x="1837" y="849"/>
                    <a:pt x="1491" y="1067"/>
                    <a:pt x="1234" y="1296"/>
                  </a:cubicBezTo>
                  <a:cubicBezTo>
                    <a:pt x="1151" y="1370"/>
                    <a:pt x="1042" y="1470"/>
                    <a:pt x="968" y="1553"/>
                  </a:cubicBezTo>
                  <a:cubicBezTo>
                    <a:pt x="778" y="1769"/>
                    <a:pt x="772" y="1772"/>
                    <a:pt x="638" y="1972"/>
                  </a:cubicBezTo>
                  <a:cubicBezTo>
                    <a:pt x="0" y="2938"/>
                    <a:pt x="360" y="4087"/>
                    <a:pt x="1695" y="4885"/>
                  </a:cubicBezTo>
                  <a:cubicBezTo>
                    <a:pt x="2641" y="5451"/>
                    <a:pt x="3899" y="5735"/>
                    <a:pt x="5156" y="5735"/>
                  </a:cubicBezTo>
                  <a:cubicBezTo>
                    <a:pt x="6357" y="5735"/>
                    <a:pt x="7558" y="5476"/>
                    <a:pt x="8486" y="4954"/>
                  </a:cubicBezTo>
                  <a:cubicBezTo>
                    <a:pt x="9892" y="4165"/>
                    <a:pt x="10286" y="2996"/>
                    <a:pt x="9646" y="1998"/>
                  </a:cubicBezTo>
                  <a:cubicBezTo>
                    <a:pt x="9229" y="1347"/>
                    <a:pt x="8620" y="978"/>
                    <a:pt x="8391" y="838"/>
                  </a:cubicBezTo>
                  <a:cubicBezTo>
                    <a:pt x="8000" y="598"/>
                    <a:pt x="7587" y="444"/>
                    <a:pt x="7430" y="386"/>
                  </a:cubicBezTo>
                  <a:cubicBezTo>
                    <a:pt x="7164" y="287"/>
                    <a:pt x="6787" y="184"/>
                    <a:pt x="6481" y="127"/>
                  </a:cubicBezTo>
                  <a:cubicBezTo>
                    <a:pt x="5951" y="27"/>
                    <a:pt x="5590" y="12"/>
                    <a:pt x="5522" y="9"/>
                  </a:cubicBezTo>
                  <a:cubicBezTo>
                    <a:pt x="5338" y="3"/>
                    <a:pt x="5184" y="0"/>
                    <a:pt x="505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3923;p69">
              <a:extLst>
                <a:ext uri="{FF2B5EF4-FFF2-40B4-BE49-F238E27FC236}">
                  <a16:creationId xmlns:a16="http://schemas.microsoft.com/office/drawing/2014/main" id="{939B6886-2865-D689-788C-20A669EE5D97}"/>
                </a:ext>
              </a:extLst>
            </p:cNvPr>
            <p:cNvSpPr/>
            <p:nvPr/>
          </p:nvSpPr>
          <p:spPr>
            <a:xfrm>
              <a:off x="-2179305" y="1234431"/>
              <a:ext cx="429328" cy="239434"/>
            </a:xfrm>
            <a:custGeom>
              <a:avLst/>
              <a:gdLst/>
              <a:ahLst/>
              <a:cxnLst/>
              <a:rect l="l" t="t" r="r" b="b"/>
              <a:pathLst>
                <a:path w="10287" h="5737" extrusionOk="0">
                  <a:moveTo>
                    <a:pt x="5051" y="1"/>
                  </a:moveTo>
                  <a:cubicBezTo>
                    <a:pt x="4985" y="1"/>
                    <a:pt x="4927" y="2"/>
                    <a:pt x="4878" y="3"/>
                  </a:cubicBezTo>
                  <a:cubicBezTo>
                    <a:pt x="4507" y="17"/>
                    <a:pt x="4233" y="56"/>
                    <a:pt x="4232" y="56"/>
                  </a:cubicBezTo>
                  <a:cubicBezTo>
                    <a:pt x="3830" y="126"/>
                    <a:pt x="3804" y="119"/>
                    <a:pt x="3581" y="168"/>
                  </a:cubicBezTo>
                  <a:cubicBezTo>
                    <a:pt x="3315" y="230"/>
                    <a:pt x="3286" y="239"/>
                    <a:pt x="2926" y="353"/>
                  </a:cubicBezTo>
                  <a:cubicBezTo>
                    <a:pt x="2812" y="389"/>
                    <a:pt x="2663" y="445"/>
                    <a:pt x="2554" y="494"/>
                  </a:cubicBezTo>
                  <a:cubicBezTo>
                    <a:pt x="2383" y="569"/>
                    <a:pt x="2158" y="679"/>
                    <a:pt x="1994" y="766"/>
                  </a:cubicBezTo>
                  <a:cubicBezTo>
                    <a:pt x="1837" y="851"/>
                    <a:pt x="1491" y="1069"/>
                    <a:pt x="1234" y="1299"/>
                  </a:cubicBezTo>
                  <a:cubicBezTo>
                    <a:pt x="1151" y="1371"/>
                    <a:pt x="1042" y="1471"/>
                    <a:pt x="968" y="1554"/>
                  </a:cubicBezTo>
                  <a:cubicBezTo>
                    <a:pt x="778" y="1771"/>
                    <a:pt x="772" y="1772"/>
                    <a:pt x="638" y="1972"/>
                  </a:cubicBezTo>
                  <a:cubicBezTo>
                    <a:pt x="0" y="2938"/>
                    <a:pt x="360" y="4089"/>
                    <a:pt x="1695" y="4887"/>
                  </a:cubicBezTo>
                  <a:cubicBezTo>
                    <a:pt x="2641" y="5452"/>
                    <a:pt x="3899" y="5736"/>
                    <a:pt x="5156" y="5736"/>
                  </a:cubicBezTo>
                  <a:cubicBezTo>
                    <a:pt x="6357" y="5736"/>
                    <a:pt x="7558" y="5477"/>
                    <a:pt x="8486" y="4956"/>
                  </a:cubicBezTo>
                  <a:cubicBezTo>
                    <a:pt x="9892" y="4167"/>
                    <a:pt x="10286" y="2998"/>
                    <a:pt x="9646" y="1998"/>
                  </a:cubicBezTo>
                  <a:cubicBezTo>
                    <a:pt x="9229" y="1348"/>
                    <a:pt x="8620" y="979"/>
                    <a:pt x="8391" y="839"/>
                  </a:cubicBezTo>
                  <a:cubicBezTo>
                    <a:pt x="8000" y="600"/>
                    <a:pt x="7587" y="445"/>
                    <a:pt x="7430" y="388"/>
                  </a:cubicBezTo>
                  <a:cubicBezTo>
                    <a:pt x="7164" y="288"/>
                    <a:pt x="6787" y="186"/>
                    <a:pt x="6481" y="128"/>
                  </a:cubicBezTo>
                  <a:cubicBezTo>
                    <a:pt x="5951" y="28"/>
                    <a:pt x="5590" y="13"/>
                    <a:pt x="5522" y="11"/>
                  </a:cubicBezTo>
                  <a:cubicBezTo>
                    <a:pt x="5334" y="4"/>
                    <a:pt x="5177" y="1"/>
                    <a:pt x="5051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3924;p69">
              <a:extLst>
                <a:ext uri="{FF2B5EF4-FFF2-40B4-BE49-F238E27FC236}">
                  <a16:creationId xmlns:a16="http://schemas.microsoft.com/office/drawing/2014/main" id="{9BC7F7D4-0237-8A5D-1D44-81FB545F6DC6}"/>
                </a:ext>
              </a:extLst>
            </p:cNvPr>
            <p:cNvSpPr/>
            <p:nvPr/>
          </p:nvSpPr>
          <p:spPr>
            <a:xfrm>
              <a:off x="-2179305" y="1243988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7" y="0"/>
                  </a:moveTo>
                  <a:cubicBezTo>
                    <a:pt x="4988" y="0"/>
                    <a:pt x="4928" y="1"/>
                    <a:pt x="4878" y="4"/>
                  </a:cubicBezTo>
                  <a:cubicBezTo>
                    <a:pt x="4507" y="16"/>
                    <a:pt x="4233" y="54"/>
                    <a:pt x="4232" y="54"/>
                  </a:cubicBezTo>
                  <a:cubicBezTo>
                    <a:pt x="3830" y="130"/>
                    <a:pt x="3804" y="117"/>
                    <a:pt x="3581" y="168"/>
                  </a:cubicBezTo>
                  <a:cubicBezTo>
                    <a:pt x="3315" y="228"/>
                    <a:pt x="3286" y="237"/>
                    <a:pt x="2926" y="353"/>
                  </a:cubicBezTo>
                  <a:cubicBezTo>
                    <a:pt x="2812" y="388"/>
                    <a:pt x="2663" y="445"/>
                    <a:pt x="2554" y="494"/>
                  </a:cubicBezTo>
                  <a:cubicBezTo>
                    <a:pt x="2383" y="570"/>
                    <a:pt x="2158" y="677"/>
                    <a:pt x="1994" y="765"/>
                  </a:cubicBezTo>
                  <a:cubicBezTo>
                    <a:pt x="1837" y="850"/>
                    <a:pt x="1491" y="1068"/>
                    <a:pt x="1234" y="1297"/>
                  </a:cubicBezTo>
                  <a:cubicBezTo>
                    <a:pt x="1151" y="1371"/>
                    <a:pt x="1042" y="1471"/>
                    <a:pt x="968" y="1554"/>
                  </a:cubicBezTo>
                  <a:cubicBezTo>
                    <a:pt x="778" y="1769"/>
                    <a:pt x="772" y="1773"/>
                    <a:pt x="638" y="1972"/>
                  </a:cubicBezTo>
                  <a:cubicBezTo>
                    <a:pt x="0" y="2938"/>
                    <a:pt x="360" y="4088"/>
                    <a:pt x="1695" y="4886"/>
                  </a:cubicBezTo>
                  <a:cubicBezTo>
                    <a:pt x="2641" y="5452"/>
                    <a:pt x="3899" y="5736"/>
                    <a:pt x="5156" y="5736"/>
                  </a:cubicBezTo>
                  <a:cubicBezTo>
                    <a:pt x="6357" y="5736"/>
                    <a:pt x="7558" y="5477"/>
                    <a:pt x="8486" y="4955"/>
                  </a:cubicBezTo>
                  <a:cubicBezTo>
                    <a:pt x="9892" y="4166"/>
                    <a:pt x="10286" y="2997"/>
                    <a:pt x="9646" y="1999"/>
                  </a:cubicBezTo>
                  <a:lnTo>
                    <a:pt x="9646" y="1997"/>
                  </a:lnTo>
                  <a:cubicBezTo>
                    <a:pt x="9229" y="1348"/>
                    <a:pt x="8620" y="977"/>
                    <a:pt x="8391" y="837"/>
                  </a:cubicBezTo>
                  <a:cubicBezTo>
                    <a:pt x="8000" y="599"/>
                    <a:pt x="7587" y="445"/>
                    <a:pt x="7430" y="387"/>
                  </a:cubicBezTo>
                  <a:cubicBezTo>
                    <a:pt x="7164" y="288"/>
                    <a:pt x="6787" y="185"/>
                    <a:pt x="6481" y="127"/>
                  </a:cubicBezTo>
                  <a:cubicBezTo>
                    <a:pt x="5951" y="28"/>
                    <a:pt x="5590" y="11"/>
                    <a:pt x="5522" y="10"/>
                  </a:cubicBezTo>
                  <a:cubicBezTo>
                    <a:pt x="5337" y="4"/>
                    <a:pt x="5182" y="0"/>
                    <a:pt x="505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3925;p69">
              <a:extLst>
                <a:ext uri="{FF2B5EF4-FFF2-40B4-BE49-F238E27FC236}">
                  <a16:creationId xmlns:a16="http://schemas.microsoft.com/office/drawing/2014/main" id="{2A5424EB-BAC3-6ED7-098C-809235FE2412}"/>
                </a:ext>
              </a:extLst>
            </p:cNvPr>
            <p:cNvSpPr/>
            <p:nvPr/>
          </p:nvSpPr>
          <p:spPr>
            <a:xfrm>
              <a:off x="-2179305" y="1253504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9" y="1"/>
                  </a:moveTo>
                  <a:cubicBezTo>
                    <a:pt x="4990" y="1"/>
                    <a:pt x="4929" y="2"/>
                    <a:pt x="4878" y="3"/>
                  </a:cubicBezTo>
                  <a:cubicBezTo>
                    <a:pt x="4507" y="16"/>
                    <a:pt x="4233" y="54"/>
                    <a:pt x="4232" y="54"/>
                  </a:cubicBezTo>
                  <a:cubicBezTo>
                    <a:pt x="3832" y="132"/>
                    <a:pt x="3804" y="117"/>
                    <a:pt x="3581" y="168"/>
                  </a:cubicBezTo>
                  <a:cubicBezTo>
                    <a:pt x="3315" y="228"/>
                    <a:pt x="3286" y="237"/>
                    <a:pt x="2926" y="352"/>
                  </a:cubicBezTo>
                  <a:cubicBezTo>
                    <a:pt x="2812" y="388"/>
                    <a:pt x="2663" y="445"/>
                    <a:pt x="2554" y="494"/>
                  </a:cubicBezTo>
                  <a:cubicBezTo>
                    <a:pt x="2383" y="569"/>
                    <a:pt x="2158" y="677"/>
                    <a:pt x="1994" y="766"/>
                  </a:cubicBezTo>
                  <a:cubicBezTo>
                    <a:pt x="1837" y="849"/>
                    <a:pt x="1491" y="1068"/>
                    <a:pt x="1234" y="1297"/>
                  </a:cubicBezTo>
                  <a:cubicBezTo>
                    <a:pt x="1151" y="1371"/>
                    <a:pt x="1042" y="1471"/>
                    <a:pt x="968" y="1554"/>
                  </a:cubicBezTo>
                  <a:cubicBezTo>
                    <a:pt x="778" y="1769"/>
                    <a:pt x="772" y="1772"/>
                    <a:pt x="638" y="1972"/>
                  </a:cubicBezTo>
                  <a:cubicBezTo>
                    <a:pt x="0" y="2938"/>
                    <a:pt x="360" y="4087"/>
                    <a:pt x="1695" y="4887"/>
                  </a:cubicBezTo>
                  <a:cubicBezTo>
                    <a:pt x="2641" y="5452"/>
                    <a:pt x="3898" y="5736"/>
                    <a:pt x="5155" y="5736"/>
                  </a:cubicBezTo>
                  <a:cubicBezTo>
                    <a:pt x="6356" y="5736"/>
                    <a:pt x="7557" y="5476"/>
                    <a:pt x="8486" y="4955"/>
                  </a:cubicBezTo>
                  <a:cubicBezTo>
                    <a:pt x="9892" y="4166"/>
                    <a:pt x="10286" y="2997"/>
                    <a:pt x="9646" y="1998"/>
                  </a:cubicBezTo>
                  <a:cubicBezTo>
                    <a:pt x="9229" y="1348"/>
                    <a:pt x="8620" y="978"/>
                    <a:pt x="8391" y="838"/>
                  </a:cubicBezTo>
                  <a:cubicBezTo>
                    <a:pt x="8000" y="599"/>
                    <a:pt x="7587" y="445"/>
                    <a:pt x="7430" y="386"/>
                  </a:cubicBezTo>
                  <a:cubicBezTo>
                    <a:pt x="7164" y="288"/>
                    <a:pt x="6787" y="185"/>
                    <a:pt x="6481" y="128"/>
                  </a:cubicBezTo>
                  <a:cubicBezTo>
                    <a:pt x="5951" y="28"/>
                    <a:pt x="5590" y="12"/>
                    <a:pt x="5522" y="9"/>
                  </a:cubicBezTo>
                  <a:cubicBezTo>
                    <a:pt x="5338" y="3"/>
                    <a:pt x="5184" y="1"/>
                    <a:pt x="5059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3926;p69">
              <a:extLst>
                <a:ext uri="{FF2B5EF4-FFF2-40B4-BE49-F238E27FC236}">
                  <a16:creationId xmlns:a16="http://schemas.microsoft.com/office/drawing/2014/main" id="{1907F67B-6C7E-9B3B-76E1-19AD35282EBF}"/>
                </a:ext>
              </a:extLst>
            </p:cNvPr>
            <p:cNvSpPr/>
            <p:nvPr/>
          </p:nvSpPr>
          <p:spPr>
            <a:xfrm>
              <a:off x="-2179305" y="1263020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9" y="0"/>
                  </a:moveTo>
                  <a:cubicBezTo>
                    <a:pt x="4990" y="0"/>
                    <a:pt x="4929" y="1"/>
                    <a:pt x="4878" y="3"/>
                  </a:cubicBezTo>
                  <a:cubicBezTo>
                    <a:pt x="4507" y="17"/>
                    <a:pt x="4233" y="55"/>
                    <a:pt x="4232" y="55"/>
                  </a:cubicBezTo>
                  <a:cubicBezTo>
                    <a:pt x="3832" y="137"/>
                    <a:pt x="3804" y="117"/>
                    <a:pt x="3581" y="167"/>
                  </a:cubicBezTo>
                  <a:cubicBezTo>
                    <a:pt x="3315" y="229"/>
                    <a:pt x="3286" y="238"/>
                    <a:pt x="2926" y="352"/>
                  </a:cubicBezTo>
                  <a:cubicBezTo>
                    <a:pt x="2812" y="389"/>
                    <a:pt x="2663" y="444"/>
                    <a:pt x="2554" y="494"/>
                  </a:cubicBezTo>
                  <a:cubicBezTo>
                    <a:pt x="2383" y="569"/>
                    <a:pt x="2158" y="678"/>
                    <a:pt x="1994" y="766"/>
                  </a:cubicBezTo>
                  <a:cubicBezTo>
                    <a:pt x="1837" y="850"/>
                    <a:pt x="1491" y="1069"/>
                    <a:pt x="1234" y="1298"/>
                  </a:cubicBezTo>
                  <a:cubicBezTo>
                    <a:pt x="1151" y="1370"/>
                    <a:pt x="1042" y="1470"/>
                    <a:pt x="968" y="1553"/>
                  </a:cubicBezTo>
                  <a:cubicBezTo>
                    <a:pt x="778" y="1769"/>
                    <a:pt x="772" y="1772"/>
                    <a:pt x="638" y="1972"/>
                  </a:cubicBezTo>
                  <a:cubicBezTo>
                    <a:pt x="0" y="2938"/>
                    <a:pt x="360" y="4088"/>
                    <a:pt x="1695" y="4887"/>
                  </a:cubicBezTo>
                  <a:cubicBezTo>
                    <a:pt x="2641" y="5451"/>
                    <a:pt x="3898" y="5735"/>
                    <a:pt x="5155" y="5735"/>
                  </a:cubicBezTo>
                  <a:cubicBezTo>
                    <a:pt x="6356" y="5735"/>
                    <a:pt x="7557" y="5476"/>
                    <a:pt x="8486" y="4954"/>
                  </a:cubicBezTo>
                  <a:cubicBezTo>
                    <a:pt x="9892" y="4167"/>
                    <a:pt x="10286" y="2998"/>
                    <a:pt x="9646" y="1998"/>
                  </a:cubicBezTo>
                  <a:cubicBezTo>
                    <a:pt x="9229" y="1347"/>
                    <a:pt x="8620" y="978"/>
                    <a:pt x="8391" y="838"/>
                  </a:cubicBezTo>
                  <a:cubicBezTo>
                    <a:pt x="8000" y="600"/>
                    <a:pt x="7587" y="444"/>
                    <a:pt x="7430" y="387"/>
                  </a:cubicBezTo>
                  <a:cubicBezTo>
                    <a:pt x="7164" y="287"/>
                    <a:pt x="6787" y="186"/>
                    <a:pt x="6481" y="127"/>
                  </a:cubicBezTo>
                  <a:cubicBezTo>
                    <a:pt x="5951" y="28"/>
                    <a:pt x="5590" y="12"/>
                    <a:pt x="5522" y="9"/>
                  </a:cubicBezTo>
                  <a:cubicBezTo>
                    <a:pt x="5338" y="3"/>
                    <a:pt x="5184" y="0"/>
                    <a:pt x="505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3927;p69">
              <a:extLst>
                <a:ext uri="{FF2B5EF4-FFF2-40B4-BE49-F238E27FC236}">
                  <a16:creationId xmlns:a16="http://schemas.microsoft.com/office/drawing/2014/main" id="{3EE3D08E-E88E-7070-A90F-BC63F91110FD}"/>
                </a:ext>
              </a:extLst>
            </p:cNvPr>
            <p:cNvSpPr/>
            <p:nvPr/>
          </p:nvSpPr>
          <p:spPr>
            <a:xfrm>
              <a:off x="-2179305" y="1272535"/>
              <a:ext cx="429328" cy="239434"/>
            </a:xfrm>
            <a:custGeom>
              <a:avLst/>
              <a:gdLst/>
              <a:ahLst/>
              <a:cxnLst/>
              <a:rect l="l" t="t" r="r" b="b"/>
              <a:pathLst>
                <a:path w="10287" h="5737" extrusionOk="0">
                  <a:moveTo>
                    <a:pt x="5057" y="1"/>
                  </a:moveTo>
                  <a:cubicBezTo>
                    <a:pt x="4988" y="1"/>
                    <a:pt x="4928" y="2"/>
                    <a:pt x="4878" y="4"/>
                  </a:cubicBezTo>
                  <a:cubicBezTo>
                    <a:pt x="4507" y="16"/>
                    <a:pt x="4233" y="55"/>
                    <a:pt x="4232" y="55"/>
                  </a:cubicBezTo>
                  <a:cubicBezTo>
                    <a:pt x="3833" y="139"/>
                    <a:pt x="3804" y="118"/>
                    <a:pt x="3581" y="169"/>
                  </a:cubicBezTo>
                  <a:cubicBezTo>
                    <a:pt x="3315" y="229"/>
                    <a:pt x="3286" y="238"/>
                    <a:pt x="2926" y="353"/>
                  </a:cubicBezTo>
                  <a:cubicBezTo>
                    <a:pt x="2812" y="389"/>
                    <a:pt x="2663" y="446"/>
                    <a:pt x="2554" y="493"/>
                  </a:cubicBezTo>
                  <a:cubicBezTo>
                    <a:pt x="2383" y="570"/>
                    <a:pt x="2158" y="678"/>
                    <a:pt x="1994" y="765"/>
                  </a:cubicBezTo>
                  <a:cubicBezTo>
                    <a:pt x="1837" y="850"/>
                    <a:pt x="1491" y="1069"/>
                    <a:pt x="1234" y="1298"/>
                  </a:cubicBezTo>
                  <a:cubicBezTo>
                    <a:pt x="1151" y="1372"/>
                    <a:pt x="1042" y="1472"/>
                    <a:pt x="968" y="1555"/>
                  </a:cubicBezTo>
                  <a:cubicBezTo>
                    <a:pt x="778" y="1770"/>
                    <a:pt x="772" y="1773"/>
                    <a:pt x="638" y="1973"/>
                  </a:cubicBezTo>
                  <a:cubicBezTo>
                    <a:pt x="0" y="2939"/>
                    <a:pt x="360" y="4088"/>
                    <a:pt x="1695" y="4886"/>
                  </a:cubicBezTo>
                  <a:cubicBezTo>
                    <a:pt x="2641" y="5452"/>
                    <a:pt x="3899" y="5736"/>
                    <a:pt x="5156" y="5736"/>
                  </a:cubicBezTo>
                  <a:cubicBezTo>
                    <a:pt x="6357" y="5736"/>
                    <a:pt x="7558" y="5477"/>
                    <a:pt x="8486" y="4956"/>
                  </a:cubicBezTo>
                  <a:cubicBezTo>
                    <a:pt x="9892" y="4166"/>
                    <a:pt x="10286" y="2997"/>
                    <a:pt x="9646" y="1999"/>
                  </a:cubicBezTo>
                  <a:lnTo>
                    <a:pt x="9646" y="1998"/>
                  </a:lnTo>
                  <a:cubicBezTo>
                    <a:pt x="9229" y="1348"/>
                    <a:pt x="8620" y="978"/>
                    <a:pt x="8391" y="838"/>
                  </a:cubicBezTo>
                  <a:cubicBezTo>
                    <a:pt x="8000" y="599"/>
                    <a:pt x="7587" y="446"/>
                    <a:pt x="7430" y="387"/>
                  </a:cubicBezTo>
                  <a:cubicBezTo>
                    <a:pt x="7164" y="289"/>
                    <a:pt x="6787" y="186"/>
                    <a:pt x="6481" y="127"/>
                  </a:cubicBezTo>
                  <a:cubicBezTo>
                    <a:pt x="5951" y="29"/>
                    <a:pt x="5590" y="12"/>
                    <a:pt x="5522" y="10"/>
                  </a:cubicBezTo>
                  <a:cubicBezTo>
                    <a:pt x="5337" y="4"/>
                    <a:pt x="5182" y="1"/>
                    <a:pt x="5057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3928;p69">
              <a:extLst>
                <a:ext uri="{FF2B5EF4-FFF2-40B4-BE49-F238E27FC236}">
                  <a16:creationId xmlns:a16="http://schemas.microsoft.com/office/drawing/2014/main" id="{9E81E7AB-475B-F696-FEA2-970AAB372542}"/>
                </a:ext>
              </a:extLst>
            </p:cNvPr>
            <p:cNvSpPr/>
            <p:nvPr/>
          </p:nvSpPr>
          <p:spPr>
            <a:xfrm>
              <a:off x="-2179305" y="1282093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9" y="0"/>
                  </a:moveTo>
                  <a:cubicBezTo>
                    <a:pt x="4990" y="0"/>
                    <a:pt x="4929" y="1"/>
                    <a:pt x="4878" y="3"/>
                  </a:cubicBezTo>
                  <a:cubicBezTo>
                    <a:pt x="4507" y="17"/>
                    <a:pt x="4233" y="53"/>
                    <a:pt x="4232" y="55"/>
                  </a:cubicBezTo>
                  <a:cubicBezTo>
                    <a:pt x="3833" y="143"/>
                    <a:pt x="3804" y="117"/>
                    <a:pt x="3581" y="167"/>
                  </a:cubicBezTo>
                  <a:cubicBezTo>
                    <a:pt x="3315" y="229"/>
                    <a:pt x="3286" y="238"/>
                    <a:pt x="2926" y="352"/>
                  </a:cubicBezTo>
                  <a:cubicBezTo>
                    <a:pt x="2812" y="389"/>
                    <a:pt x="2663" y="444"/>
                    <a:pt x="2554" y="493"/>
                  </a:cubicBezTo>
                  <a:cubicBezTo>
                    <a:pt x="2383" y="569"/>
                    <a:pt x="2158" y="678"/>
                    <a:pt x="1994" y="766"/>
                  </a:cubicBezTo>
                  <a:cubicBezTo>
                    <a:pt x="1837" y="850"/>
                    <a:pt x="1491" y="1069"/>
                    <a:pt x="1234" y="1298"/>
                  </a:cubicBezTo>
                  <a:cubicBezTo>
                    <a:pt x="1151" y="1370"/>
                    <a:pt x="1042" y="1470"/>
                    <a:pt x="968" y="1553"/>
                  </a:cubicBezTo>
                  <a:cubicBezTo>
                    <a:pt x="778" y="1769"/>
                    <a:pt x="772" y="1772"/>
                    <a:pt x="638" y="1972"/>
                  </a:cubicBezTo>
                  <a:cubicBezTo>
                    <a:pt x="0" y="2938"/>
                    <a:pt x="360" y="4087"/>
                    <a:pt x="1695" y="4887"/>
                  </a:cubicBezTo>
                  <a:cubicBezTo>
                    <a:pt x="2641" y="5451"/>
                    <a:pt x="3898" y="5735"/>
                    <a:pt x="5155" y="5735"/>
                  </a:cubicBezTo>
                  <a:cubicBezTo>
                    <a:pt x="6356" y="5735"/>
                    <a:pt x="7557" y="5476"/>
                    <a:pt x="8486" y="4954"/>
                  </a:cubicBezTo>
                  <a:cubicBezTo>
                    <a:pt x="9892" y="4167"/>
                    <a:pt x="10286" y="2998"/>
                    <a:pt x="9646" y="1998"/>
                  </a:cubicBezTo>
                  <a:cubicBezTo>
                    <a:pt x="9229" y="1347"/>
                    <a:pt x="8620" y="978"/>
                    <a:pt x="8391" y="838"/>
                  </a:cubicBezTo>
                  <a:cubicBezTo>
                    <a:pt x="8000" y="598"/>
                    <a:pt x="7587" y="444"/>
                    <a:pt x="7430" y="387"/>
                  </a:cubicBezTo>
                  <a:cubicBezTo>
                    <a:pt x="7164" y="287"/>
                    <a:pt x="6787" y="184"/>
                    <a:pt x="6481" y="127"/>
                  </a:cubicBezTo>
                  <a:cubicBezTo>
                    <a:pt x="5951" y="27"/>
                    <a:pt x="5590" y="12"/>
                    <a:pt x="5522" y="9"/>
                  </a:cubicBezTo>
                  <a:cubicBezTo>
                    <a:pt x="5338" y="3"/>
                    <a:pt x="5184" y="0"/>
                    <a:pt x="505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3929;p69">
              <a:extLst>
                <a:ext uri="{FF2B5EF4-FFF2-40B4-BE49-F238E27FC236}">
                  <a16:creationId xmlns:a16="http://schemas.microsoft.com/office/drawing/2014/main" id="{F1551B87-316E-05DA-B085-3EF9BA97A420}"/>
                </a:ext>
              </a:extLst>
            </p:cNvPr>
            <p:cNvSpPr/>
            <p:nvPr/>
          </p:nvSpPr>
          <p:spPr>
            <a:xfrm>
              <a:off x="-2179305" y="1291608"/>
              <a:ext cx="429328" cy="239434"/>
            </a:xfrm>
            <a:custGeom>
              <a:avLst/>
              <a:gdLst/>
              <a:ahLst/>
              <a:cxnLst/>
              <a:rect l="l" t="t" r="r" b="b"/>
              <a:pathLst>
                <a:path w="10287" h="5737" extrusionOk="0">
                  <a:moveTo>
                    <a:pt x="5031" y="0"/>
                  </a:moveTo>
                  <a:cubicBezTo>
                    <a:pt x="4973" y="0"/>
                    <a:pt x="4922" y="1"/>
                    <a:pt x="4878" y="2"/>
                  </a:cubicBezTo>
                  <a:cubicBezTo>
                    <a:pt x="4507" y="16"/>
                    <a:pt x="4233" y="55"/>
                    <a:pt x="4232" y="55"/>
                  </a:cubicBezTo>
                  <a:cubicBezTo>
                    <a:pt x="3835" y="145"/>
                    <a:pt x="3804" y="118"/>
                    <a:pt x="3581" y="167"/>
                  </a:cubicBezTo>
                  <a:cubicBezTo>
                    <a:pt x="3315" y="229"/>
                    <a:pt x="3286" y="238"/>
                    <a:pt x="2926" y="352"/>
                  </a:cubicBezTo>
                  <a:cubicBezTo>
                    <a:pt x="2812" y="388"/>
                    <a:pt x="2663" y="445"/>
                    <a:pt x="2554" y="493"/>
                  </a:cubicBezTo>
                  <a:cubicBezTo>
                    <a:pt x="2383" y="568"/>
                    <a:pt x="2158" y="678"/>
                    <a:pt x="1994" y="765"/>
                  </a:cubicBezTo>
                  <a:cubicBezTo>
                    <a:pt x="1837" y="850"/>
                    <a:pt x="1491" y="1068"/>
                    <a:pt x="1234" y="1298"/>
                  </a:cubicBezTo>
                  <a:cubicBezTo>
                    <a:pt x="1151" y="1371"/>
                    <a:pt x="1042" y="1470"/>
                    <a:pt x="968" y="1554"/>
                  </a:cubicBezTo>
                  <a:cubicBezTo>
                    <a:pt x="778" y="1770"/>
                    <a:pt x="772" y="1771"/>
                    <a:pt x="638" y="1973"/>
                  </a:cubicBezTo>
                  <a:cubicBezTo>
                    <a:pt x="0" y="2939"/>
                    <a:pt x="360" y="4088"/>
                    <a:pt x="1695" y="4886"/>
                  </a:cubicBezTo>
                  <a:cubicBezTo>
                    <a:pt x="2641" y="5452"/>
                    <a:pt x="3899" y="5736"/>
                    <a:pt x="5156" y="5736"/>
                  </a:cubicBezTo>
                  <a:cubicBezTo>
                    <a:pt x="6357" y="5736"/>
                    <a:pt x="7558" y="5477"/>
                    <a:pt x="8486" y="4955"/>
                  </a:cubicBezTo>
                  <a:cubicBezTo>
                    <a:pt x="9892" y="4166"/>
                    <a:pt x="10286" y="2997"/>
                    <a:pt x="9646" y="1997"/>
                  </a:cubicBezTo>
                  <a:cubicBezTo>
                    <a:pt x="9229" y="1347"/>
                    <a:pt x="8620" y="978"/>
                    <a:pt x="8391" y="838"/>
                  </a:cubicBezTo>
                  <a:cubicBezTo>
                    <a:pt x="8000" y="599"/>
                    <a:pt x="7587" y="445"/>
                    <a:pt x="7430" y="387"/>
                  </a:cubicBezTo>
                  <a:cubicBezTo>
                    <a:pt x="7164" y="287"/>
                    <a:pt x="6787" y="185"/>
                    <a:pt x="6481" y="127"/>
                  </a:cubicBezTo>
                  <a:cubicBezTo>
                    <a:pt x="5951" y="27"/>
                    <a:pt x="5590" y="12"/>
                    <a:pt x="5522" y="10"/>
                  </a:cubicBezTo>
                  <a:cubicBezTo>
                    <a:pt x="5324" y="4"/>
                    <a:pt x="5160" y="0"/>
                    <a:pt x="5031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3930;p69">
              <a:extLst>
                <a:ext uri="{FF2B5EF4-FFF2-40B4-BE49-F238E27FC236}">
                  <a16:creationId xmlns:a16="http://schemas.microsoft.com/office/drawing/2014/main" id="{17A5DC5B-9C05-C3E2-4AD8-7E6641AEC300}"/>
                </a:ext>
              </a:extLst>
            </p:cNvPr>
            <p:cNvSpPr/>
            <p:nvPr/>
          </p:nvSpPr>
          <p:spPr>
            <a:xfrm>
              <a:off x="-2179305" y="1301166"/>
              <a:ext cx="429328" cy="239350"/>
            </a:xfrm>
            <a:custGeom>
              <a:avLst/>
              <a:gdLst/>
              <a:ahLst/>
              <a:cxnLst/>
              <a:rect l="l" t="t" r="r" b="b"/>
              <a:pathLst>
                <a:path w="10287" h="5735" extrusionOk="0">
                  <a:moveTo>
                    <a:pt x="5059" y="0"/>
                  </a:moveTo>
                  <a:cubicBezTo>
                    <a:pt x="4990" y="0"/>
                    <a:pt x="4929" y="1"/>
                    <a:pt x="4878" y="3"/>
                  </a:cubicBezTo>
                  <a:cubicBezTo>
                    <a:pt x="4507" y="15"/>
                    <a:pt x="4233" y="53"/>
                    <a:pt x="4232" y="53"/>
                  </a:cubicBezTo>
                  <a:cubicBezTo>
                    <a:pt x="3835" y="149"/>
                    <a:pt x="3804" y="116"/>
                    <a:pt x="3581" y="167"/>
                  </a:cubicBezTo>
                  <a:cubicBezTo>
                    <a:pt x="3315" y="227"/>
                    <a:pt x="3286" y="236"/>
                    <a:pt x="2926" y="352"/>
                  </a:cubicBezTo>
                  <a:cubicBezTo>
                    <a:pt x="2812" y="387"/>
                    <a:pt x="2663" y="444"/>
                    <a:pt x="2554" y="492"/>
                  </a:cubicBezTo>
                  <a:cubicBezTo>
                    <a:pt x="2383" y="569"/>
                    <a:pt x="2158" y="676"/>
                    <a:pt x="1994" y="764"/>
                  </a:cubicBezTo>
                  <a:cubicBezTo>
                    <a:pt x="1837" y="849"/>
                    <a:pt x="1491" y="1067"/>
                    <a:pt x="1234" y="1296"/>
                  </a:cubicBezTo>
                  <a:cubicBezTo>
                    <a:pt x="1151" y="1370"/>
                    <a:pt x="1042" y="1470"/>
                    <a:pt x="968" y="1553"/>
                  </a:cubicBezTo>
                  <a:cubicBezTo>
                    <a:pt x="778" y="1768"/>
                    <a:pt x="772" y="1770"/>
                    <a:pt x="638" y="1971"/>
                  </a:cubicBezTo>
                  <a:cubicBezTo>
                    <a:pt x="0" y="2937"/>
                    <a:pt x="360" y="4087"/>
                    <a:pt x="1695" y="4885"/>
                  </a:cubicBezTo>
                  <a:cubicBezTo>
                    <a:pt x="2641" y="5451"/>
                    <a:pt x="3899" y="5735"/>
                    <a:pt x="5156" y="5735"/>
                  </a:cubicBezTo>
                  <a:cubicBezTo>
                    <a:pt x="6357" y="5735"/>
                    <a:pt x="7558" y="5476"/>
                    <a:pt x="8486" y="4954"/>
                  </a:cubicBezTo>
                  <a:cubicBezTo>
                    <a:pt x="9892" y="4165"/>
                    <a:pt x="10286" y="2996"/>
                    <a:pt x="9646" y="1998"/>
                  </a:cubicBezTo>
                  <a:cubicBezTo>
                    <a:pt x="9229" y="1347"/>
                    <a:pt x="8620" y="978"/>
                    <a:pt x="8391" y="836"/>
                  </a:cubicBezTo>
                  <a:cubicBezTo>
                    <a:pt x="8000" y="598"/>
                    <a:pt x="7587" y="444"/>
                    <a:pt x="7430" y="386"/>
                  </a:cubicBezTo>
                  <a:cubicBezTo>
                    <a:pt x="7164" y="287"/>
                    <a:pt x="6787" y="184"/>
                    <a:pt x="6481" y="126"/>
                  </a:cubicBezTo>
                  <a:cubicBezTo>
                    <a:pt x="5951" y="27"/>
                    <a:pt x="5590" y="10"/>
                    <a:pt x="5522" y="9"/>
                  </a:cubicBezTo>
                  <a:cubicBezTo>
                    <a:pt x="5338" y="3"/>
                    <a:pt x="5184" y="0"/>
                    <a:pt x="505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3931;p69">
              <a:extLst>
                <a:ext uri="{FF2B5EF4-FFF2-40B4-BE49-F238E27FC236}">
                  <a16:creationId xmlns:a16="http://schemas.microsoft.com/office/drawing/2014/main" id="{792CB690-A86F-F94B-E3CA-594D4BC193B6}"/>
                </a:ext>
              </a:extLst>
            </p:cNvPr>
            <p:cNvSpPr/>
            <p:nvPr/>
          </p:nvSpPr>
          <p:spPr>
            <a:xfrm>
              <a:off x="-2179305" y="1310639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9" y="1"/>
                  </a:moveTo>
                  <a:cubicBezTo>
                    <a:pt x="4990" y="1"/>
                    <a:pt x="4929" y="2"/>
                    <a:pt x="4878" y="3"/>
                  </a:cubicBezTo>
                  <a:cubicBezTo>
                    <a:pt x="4507" y="17"/>
                    <a:pt x="4233" y="54"/>
                    <a:pt x="4232" y="56"/>
                  </a:cubicBezTo>
                  <a:cubicBezTo>
                    <a:pt x="3836" y="152"/>
                    <a:pt x="3804" y="117"/>
                    <a:pt x="3581" y="168"/>
                  </a:cubicBezTo>
                  <a:cubicBezTo>
                    <a:pt x="3315" y="229"/>
                    <a:pt x="3286" y="239"/>
                    <a:pt x="2926" y="352"/>
                  </a:cubicBezTo>
                  <a:cubicBezTo>
                    <a:pt x="2812" y="388"/>
                    <a:pt x="2663" y="445"/>
                    <a:pt x="2554" y="494"/>
                  </a:cubicBezTo>
                  <a:cubicBezTo>
                    <a:pt x="2383" y="569"/>
                    <a:pt x="2158" y="677"/>
                    <a:pt x="1994" y="765"/>
                  </a:cubicBezTo>
                  <a:cubicBezTo>
                    <a:pt x="1837" y="849"/>
                    <a:pt x="1491" y="1069"/>
                    <a:pt x="1234" y="1297"/>
                  </a:cubicBezTo>
                  <a:cubicBezTo>
                    <a:pt x="1151" y="1371"/>
                    <a:pt x="1042" y="1471"/>
                    <a:pt x="968" y="1554"/>
                  </a:cubicBezTo>
                  <a:cubicBezTo>
                    <a:pt x="778" y="1769"/>
                    <a:pt x="772" y="1772"/>
                    <a:pt x="638" y="1972"/>
                  </a:cubicBezTo>
                  <a:cubicBezTo>
                    <a:pt x="0" y="2938"/>
                    <a:pt x="360" y="4087"/>
                    <a:pt x="1695" y="4887"/>
                  </a:cubicBezTo>
                  <a:cubicBezTo>
                    <a:pt x="2641" y="5452"/>
                    <a:pt x="3898" y="5736"/>
                    <a:pt x="5155" y="5736"/>
                  </a:cubicBezTo>
                  <a:cubicBezTo>
                    <a:pt x="6356" y="5736"/>
                    <a:pt x="7557" y="5476"/>
                    <a:pt x="8486" y="4955"/>
                  </a:cubicBezTo>
                  <a:cubicBezTo>
                    <a:pt x="9892" y="4167"/>
                    <a:pt x="10286" y="2998"/>
                    <a:pt x="9646" y="1998"/>
                  </a:cubicBezTo>
                  <a:cubicBezTo>
                    <a:pt x="9229" y="1348"/>
                    <a:pt x="8620" y="978"/>
                    <a:pt x="8391" y="838"/>
                  </a:cubicBezTo>
                  <a:cubicBezTo>
                    <a:pt x="8000" y="600"/>
                    <a:pt x="7587" y="445"/>
                    <a:pt x="7430" y="388"/>
                  </a:cubicBezTo>
                  <a:cubicBezTo>
                    <a:pt x="7164" y="288"/>
                    <a:pt x="6787" y="185"/>
                    <a:pt x="6481" y="128"/>
                  </a:cubicBezTo>
                  <a:cubicBezTo>
                    <a:pt x="5951" y="28"/>
                    <a:pt x="5590" y="12"/>
                    <a:pt x="5522" y="9"/>
                  </a:cubicBezTo>
                  <a:cubicBezTo>
                    <a:pt x="5338" y="3"/>
                    <a:pt x="5184" y="1"/>
                    <a:pt x="5059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3932;p69">
              <a:extLst>
                <a:ext uri="{FF2B5EF4-FFF2-40B4-BE49-F238E27FC236}">
                  <a16:creationId xmlns:a16="http://schemas.microsoft.com/office/drawing/2014/main" id="{61796F47-D0F1-DC6F-AB41-97EFC57293BE}"/>
                </a:ext>
              </a:extLst>
            </p:cNvPr>
            <p:cNvSpPr/>
            <p:nvPr/>
          </p:nvSpPr>
          <p:spPr>
            <a:xfrm>
              <a:off x="-2179305" y="1320197"/>
              <a:ext cx="429328" cy="239392"/>
            </a:xfrm>
            <a:custGeom>
              <a:avLst/>
              <a:gdLst/>
              <a:ahLst/>
              <a:cxnLst/>
              <a:rect l="l" t="t" r="r" b="b"/>
              <a:pathLst>
                <a:path w="10287" h="5736" extrusionOk="0">
                  <a:moveTo>
                    <a:pt x="5057" y="0"/>
                  </a:moveTo>
                  <a:cubicBezTo>
                    <a:pt x="4988" y="0"/>
                    <a:pt x="4928" y="1"/>
                    <a:pt x="4878" y="3"/>
                  </a:cubicBezTo>
                  <a:cubicBezTo>
                    <a:pt x="4507" y="16"/>
                    <a:pt x="4233" y="54"/>
                    <a:pt x="4232" y="54"/>
                  </a:cubicBezTo>
                  <a:cubicBezTo>
                    <a:pt x="3836" y="156"/>
                    <a:pt x="3804" y="117"/>
                    <a:pt x="3581" y="168"/>
                  </a:cubicBezTo>
                  <a:cubicBezTo>
                    <a:pt x="3315" y="228"/>
                    <a:pt x="3286" y="237"/>
                    <a:pt x="2926" y="351"/>
                  </a:cubicBezTo>
                  <a:cubicBezTo>
                    <a:pt x="2812" y="388"/>
                    <a:pt x="2663" y="445"/>
                    <a:pt x="2554" y="493"/>
                  </a:cubicBezTo>
                  <a:cubicBezTo>
                    <a:pt x="2383" y="569"/>
                    <a:pt x="2158" y="677"/>
                    <a:pt x="1994" y="765"/>
                  </a:cubicBezTo>
                  <a:cubicBezTo>
                    <a:pt x="1837" y="849"/>
                    <a:pt x="1491" y="1068"/>
                    <a:pt x="1234" y="1297"/>
                  </a:cubicBezTo>
                  <a:cubicBezTo>
                    <a:pt x="1151" y="1369"/>
                    <a:pt x="1042" y="1469"/>
                    <a:pt x="968" y="1552"/>
                  </a:cubicBezTo>
                  <a:cubicBezTo>
                    <a:pt x="778" y="1769"/>
                    <a:pt x="772" y="1771"/>
                    <a:pt x="638" y="1971"/>
                  </a:cubicBezTo>
                  <a:cubicBezTo>
                    <a:pt x="0" y="2938"/>
                    <a:pt x="360" y="4087"/>
                    <a:pt x="1695" y="4886"/>
                  </a:cubicBezTo>
                  <a:cubicBezTo>
                    <a:pt x="2641" y="5451"/>
                    <a:pt x="3899" y="5736"/>
                    <a:pt x="5156" y="5736"/>
                  </a:cubicBezTo>
                  <a:cubicBezTo>
                    <a:pt x="6357" y="5736"/>
                    <a:pt x="7558" y="5476"/>
                    <a:pt x="8486" y="4955"/>
                  </a:cubicBezTo>
                  <a:cubicBezTo>
                    <a:pt x="9892" y="4166"/>
                    <a:pt x="10286" y="2997"/>
                    <a:pt x="9646" y="1997"/>
                  </a:cubicBezTo>
                  <a:cubicBezTo>
                    <a:pt x="9229" y="1348"/>
                    <a:pt x="8620" y="977"/>
                    <a:pt x="8391" y="837"/>
                  </a:cubicBezTo>
                  <a:cubicBezTo>
                    <a:pt x="8000" y="599"/>
                    <a:pt x="7587" y="445"/>
                    <a:pt x="7430" y="386"/>
                  </a:cubicBezTo>
                  <a:cubicBezTo>
                    <a:pt x="7164" y="288"/>
                    <a:pt x="6787" y="185"/>
                    <a:pt x="6481" y="126"/>
                  </a:cubicBezTo>
                  <a:cubicBezTo>
                    <a:pt x="5951" y="28"/>
                    <a:pt x="5590" y="11"/>
                    <a:pt x="5522" y="10"/>
                  </a:cubicBezTo>
                  <a:cubicBezTo>
                    <a:pt x="5337" y="4"/>
                    <a:pt x="5182" y="0"/>
                    <a:pt x="505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3933;p69">
              <a:extLst>
                <a:ext uri="{FF2B5EF4-FFF2-40B4-BE49-F238E27FC236}">
                  <a16:creationId xmlns:a16="http://schemas.microsoft.com/office/drawing/2014/main" id="{F0C370BD-6866-3386-2033-6F25B8E39082}"/>
                </a:ext>
              </a:extLst>
            </p:cNvPr>
            <p:cNvSpPr/>
            <p:nvPr/>
          </p:nvSpPr>
          <p:spPr>
            <a:xfrm>
              <a:off x="-2179305" y="1329629"/>
              <a:ext cx="429328" cy="239475"/>
            </a:xfrm>
            <a:custGeom>
              <a:avLst/>
              <a:gdLst/>
              <a:ahLst/>
              <a:cxnLst/>
              <a:rect l="l" t="t" r="r" b="b"/>
              <a:pathLst>
                <a:path w="10287" h="5738" extrusionOk="0">
                  <a:moveTo>
                    <a:pt x="5074" y="0"/>
                  </a:moveTo>
                  <a:cubicBezTo>
                    <a:pt x="5015" y="0"/>
                    <a:pt x="4964" y="2"/>
                    <a:pt x="4878" y="5"/>
                  </a:cubicBezTo>
                  <a:cubicBezTo>
                    <a:pt x="4507" y="17"/>
                    <a:pt x="4233" y="56"/>
                    <a:pt x="4232" y="57"/>
                  </a:cubicBezTo>
                  <a:cubicBezTo>
                    <a:pt x="3838" y="160"/>
                    <a:pt x="3804" y="119"/>
                    <a:pt x="3581" y="170"/>
                  </a:cubicBezTo>
                  <a:cubicBezTo>
                    <a:pt x="3315" y="231"/>
                    <a:pt x="3286" y="240"/>
                    <a:pt x="2926" y="354"/>
                  </a:cubicBezTo>
                  <a:cubicBezTo>
                    <a:pt x="2812" y="391"/>
                    <a:pt x="2663" y="447"/>
                    <a:pt x="2554" y="496"/>
                  </a:cubicBezTo>
                  <a:cubicBezTo>
                    <a:pt x="2383" y="571"/>
                    <a:pt x="2158" y="679"/>
                    <a:pt x="1994" y="768"/>
                  </a:cubicBezTo>
                  <a:cubicBezTo>
                    <a:pt x="1837" y="853"/>
                    <a:pt x="1491" y="1071"/>
                    <a:pt x="1234" y="1299"/>
                  </a:cubicBezTo>
                  <a:cubicBezTo>
                    <a:pt x="1151" y="1373"/>
                    <a:pt x="1042" y="1473"/>
                    <a:pt x="968" y="1556"/>
                  </a:cubicBezTo>
                  <a:cubicBezTo>
                    <a:pt x="778" y="1771"/>
                    <a:pt x="772" y="1774"/>
                    <a:pt x="638" y="1974"/>
                  </a:cubicBezTo>
                  <a:cubicBezTo>
                    <a:pt x="0" y="2940"/>
                    <a:pt x="360" y="4089"/>
                    <a:pt x="1695" y="4889"/>
                  </a:cubicBezTo>
                  <a:cubicBezTo>
                    <a:pt x="2641" y="5454"/>
                    <a:pt x="3898" y="5738"/>
                    <a:pt x="5155" y="5738"/>
                  </a:cubicBezTo>
                  <a:cubicBezTo>
                    <a:pt x="6356" y="5738"/>
                    <a:pt x="7557" y="5478"/>
                    <a:pt x="8486" y="4957"/>
                  </a:cubicBezTo>
                  <a:cubicBezTo>
                    <a:pt x="9892" y="4169"/>
                    <a:pt x="10286" y="3000"/>
                    <a:pt x="9646" y="2000"/>
                  </a:cubicBezTo>
                  <a:cubicBezTo>
                    <a:pt x="9229" y="1349"/>
                    <a:pt x="8620" y="980"/>
                    <a:pt x="8391" y="840"/>
                  </a:cubicBezTo>
                  <a:cubicBezTo>
                    <a:pt x="8000" y="600"/>
                    <a:pt x="7587" y="447"/>
                    <a:pt x="7430" y="388"/>
                  </a:cubicBezTo>
                  <a:cubicBezTo>
                    <a:pt x="7164" y="290"/>
                    <a:pt x="6787" y="187"/>
                    <a:pt x="6481" y="130"/>
                  </a:cubicBezTo>
                  <a:cubicBezTo>
                    <a:pt x="5951" y="30"/>
                    <a:pt x="5590" y="14"/>
                    <a:pt x="5522" y="11"/>
                  </a:cubicBezTo>
                  <a:cubicBezTo>
                    <a:pt x="5265" y="4"/>
                    <a:pt x="5162" y="0"/>
                    <a:pt x="5074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3934;p69">
              <a:extLst>
                <a:ext uri="{FF2B5EF4-FFF2-40B4-BE49-F238E27FC236}">
                  <a16:creationId xmlns:a16="http://schemas.microsoft.com/office/drawing/2014/main" id="{06B4E32A-496F-DFB4-A2BC-07F389CD201C}"/>
                </a:ext>
              </a:extLst>
            </p:cNvPr>
            <p:cNvSpPr/>
            <p:nvPr/>
          </p:nvSpPr>
          <p:spPr>
            <a:xfrm>
              <a:off x="-2179305" y="1339144"/>
              <a:ext cx="429328" cy="239475"/>
            </a:xfrm>
            <a:custGeom>
              <a:avLst/>
              <a:gdLst/>
              <a:ahLst/>
              <a:cxnLst/>
              <a:rect l="l" t="t" r="r" b="b"/>
              <a:pathLst>
                <a:path w="10287" h="5738" extrusionOk="0">
                  <a:moveTo>
                    <a:pt x="5073" y="1"/>
                  </a:moveTo>
                  <a:cubicBezTo>
                    <a:pt x="5015" y="1"/>
                    <a:pt x="4963" y="2"/>
                    <a:pt x="4878" y="5"/>
                  </a:cubicBezTo>
                  <a:cubicBezTo>
                    <a:pt x="4507" y="19"/>
                    <a:pt x="4233" y="57"/>
                    <a:pt x="4232" y="57"/>
                  </a:cubicBezTo>
                  <a:cubicBezTo>
                    <a:pt x="3838" y="163"/>
                    <a:pt x="3804" y="119"/>
                    <a:pt x="3581" y="169"/>
                  </a:cubicBezTo>
                  <a:cubicBezTo>
                    <a:pt x="3315" y="231"/>
                    <a:pt x="3286" y="240"/>
                    <a:pt x="2926" y="354"/>
                  </a:cubicBezTo>
                  <a:cubicBezTo>
                    <a:pt x="2812" y="391"/>
                    <a:pt x="2663" y="448"/>
                    <a:pt x="2554" y="495"/>
                  </a:cubicBezTo>
                  <a:cubicBezTo>
                    <a:pt x="2383" y="571"/>
                    <a:pt x="2158" y="680"/>
                    <a:pt x="1994" y="768"/>
                  </a:cubicBezTo>
                  <a:cubicBezTo>
                    <a:pt x="1837" y="852"/>
                    <a:pt x="1491" y="1071"/>
                    <a:pt x="1234" y="1300"/>
                  </a:cubicBezTo>
                  <a:cubicBezTo>
                    <a:pt x="1151" y="1372"/>
                    <a:pt x="1042" y="1472"/>
                    <a:pt x="968" y="1555"/>
                  </a:cubicBezTo>
                  <a:cubicBezTo>
                    <a:pt x="778" y="1772"/>
                    <a:pt x="772" y="1774"/>
                    <a:pt x="638" y="1974"/>
                  </a:cubicBezTo>
                  <a:cubicBezTo>
                    <a:pt x="0" y="2940"/>
                    <a:pt x="360" y="4090"/>
                    <a:pt x="1695" y="4889"/>
                  </a:cubicBezTo>
                  <a:cubicBezTo>
                    <a:pt x="2641" y="5453"/>
                    <a:pt x="3898" y="5737"/>
                    <a:pt x="5155" y="5737"/>
                  </a:cubicBezTo>
                  <a:cubicBezTo>
                    <a:pt x="6356" y="5737"/>
                    <a:pt x="7557" y="5478"/>
                    <a:pt x="8486" y="4956"/>
                  </a:cubicBezTo>
                  <a:cubicBezTo>
                    <a:pt x="9892" y="4169"/>
                    <a:pt x="10286" y="3000"/>
                    <a:pt x="9646" y="2000"/>
                  </a:cubicBezTo>
                  <a:cubicBezTo>
                    <a:pt x="9229" y="1349"/>
                    <a:pt x="8620" y="980"/>
                    <a:pt x="8391" y="840"/>
                  </a:cubicBezTo>
                  <a:cubicBezTo>
                    <a:pt x="8000" y="600"/>
                    <a:pt x="7587" y="446"/>
                    <a:pt x="7430" y="389"/>
                  </a:cubicBezTo>
                  <a:cubicBezTo>
                    <a:pt x="7164" y="289"/>
                    <a:pt x="6787" y="188"/>
                    <a:pt x="6481" y="129"/>
                  </a:cubicBezTo>
                  <a:cubicBezTo>
                    <a:pt x="5951" y="29"/>
                    <a:pt x="5590" y="14"/>
                    <a:pt x="5522" y="12"/>
                  </a:cubicBezTo>
                  <a:cubicBezTo>
                    <a:pt x="5264" y="4"/>
                    <a:pt x="5161" y="1"/>
                    <a:pt x="5073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3935;p69">
              <a:extLst>
                <a:ext uri="{FF2B5EF4-FFF2-40B4-BE49-F238E27FC236}">
                  <a16:creationId xmlns:a16="http://schemas.microsoft.com/office/drawing/2014/main" id="{E60CE23C-2604-FD5D-60B2-4C4227881023}"/>
                </a:ext>
              </a:extLst>
            </p:cNvPr>
            <p:cNvSpPr/>
            <p:nvPr/>
          </p:nvSpPr>
          <p:spPr>
            <a:xfrm>
              <a:off x="-2179305" y="1348702"/>
              <a:ext cx="429328" cy="239475"/>
            </a:xfrm>
            <a:custGeom>
              <a:avLst/>
              <a:gdLst/>
              <a:ahLst/>
              <a:cxnLst/>
              <a:rect l="l" t="t" r="r" b="b"/>
              <a:pathLst>
                <a:path w="10287" h="5738" extrusionOk="0">
                  <a:moveTo>
                    <a:pt x="5074" y="0"/>
                  </a:moveTo>
                  <a:cubicBezTo>
                    <a:pt x="5015" y="0"/>
                    <a:pt x="4964" y="2"/>
                    <a:pt x="4878" y="5"/>
                  </a:cubicBezTo>
                  <a:cubicBezTo>
                    <a:pt x="4507" y="17"/>
                    <a:pt x="4233" y="56"/>
                    <a:pt x="4232" y="56"/>
                  </a:cubicBezTo>
                  <a:cubicBezTo>
                    <a:pt x="3840" y="165"/>
                    <a:pt x="3804" y="119"/>
                    <a:pt x="3581" y="170"/>
                  </a:cubicBezTo>
                  <a:cubicBezTo>
                    <a:pt x="3315" y="230"/>
                    <a:pt x="3286" y="239"/>
                    <a:pt x="2926" y="353"/>
                  </a:cubicBezTo>
                  <a:cubicBezTo>
                    <a:pt x="2812" y="389"/>
                    <a:pt x="2663" y="446"/>
                    <a:pt x="2554" y="494"/>
                  </a:cubicBezTo>
                  <a:cubicBezTo>
                    <a:pt x="2383" y="571"/>
                    <a:pt x="2158" y="679"/>
                    <a:pt x="1994" y="766"/>
                  </a:cubicBezTo>
                  <a:cubicBezTo>
                    <a:pt x="1837" y="851"/>
                    <a:pt x="1491" y="1069"/>
                    <a:pt x="1234" y="1299"/>
                  </a:cubicBezTo>
                  <a:cubicBezTo>
                    <a:pt x="1151" y="1372"/>
                    <a:pt x="1042" y="1472"/>
                    <a:pt x="968" y="1555"/>
                  </a:cubicBezTo>
                  <a:cubicBezTo>
                    <a:pt x="778" y="1771"/>
                    <a:pt x="772" y="1774"/>
                    <a:pt x="638" y="1974"/>
                  </a:cubicBezTo>
                  <a:cubicBezTo>
                    <a:pt x="0" y="2940"/>
                    <a:pt x="360" y="4089"/>
                    <a:pt x="1695" y="4887"/>
                  </a:cubicBezTo>
                  <a:cubicBezTo>
                    <a:pt x="2641" y="5453"/>
                    <a:pt x="3899" y="5737"/>
                    <a:pt x="5156" y="5737"/>
                  </a:cubicBezTo>
                  <a:cubicBezTo>
                    <a:pt x="6357" y="5737"/>
                    <a:pt x="7558" y="5478"/>
                    <a:pt x="8486" y="4956"/>
                  </a:cubicBezTo>
                  <a:cubicBezTo>
                    <a:pt x="9892" y="4167"/>
                    <a:pt x="10286" y="2998"/>
                    <a:pt x="9646" y="2000"/>
                  </a:cubicBezTo>
                  <a:lnTo>
                    <a:pt x="9646" y="1998"/>
                  </a:lnTo>
                  <a:cubicBezTo>
                    <a:pt x="9229" y="1349"/>
                    <a:pt x="8620" y="979"/>
                    <a:pt x="8391" y="839"/>
                  </a:cubicBezTo>
                  <a:cubicBezTo>
                    <a:pt x="8000" y="600"/>
                    <a:pt x="7587" y="446"/>
                    <a:pt x="7430" y="388"/>
                  </a:cubicBezTo>
                  <a:cubicBezTo>
                    <a:pt x="7164" y="289"/>
                    <a:pt x="6787" y="186"/>
                    <a:pt x="6481" y="128"/>
                  </a:cubicBezTo>
                  <a:cubicBezTo>
                    <a:pt x="5951" y="30"/>
                    <a:pt x="5590" y="13"/>
                    <a:pt x="5522" y="11"/>
                  </a:cubicBezTo>
                  <a:cubicBezTo>
                    <a:pt x="5265" y="4"/>
                    <a:pt x="5162" y="0"/>
                    <a:pt x="5074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3936;p69">
              <a:extLst>
                <a:ext uri="{FF2B5EF4-FFF2-40B4-BE49-F238E27FC236}">
                  <a16:creationId xmlns:a16="http://schemas.microsoft.com/office/drawing/2014/main" id="{11D2F165-DC22-CBB1-F120-4C12AE52B42D}"/>
                </a:ext>
              </a:extLst>
            </p:cNvPr>
            <p:cNvSpPr/>
            <p:nvPr/>
          </p:nvSpPr>
          <p:spPr>
            <a:xfrm>
              <a:off x="-2179305" y="1367733"/>
              <a:ext cx="429328" cy="239434"/>
            </a:xfrm>
            <a:custGeom>
              <a:avLst/>
              <a:gdLst/>
              <a:ahLst/>
              <a:cxnLst/>
              <a:rect l="l" t="t" r="r" b="b"/>
              <a:pathLst>
                <a:path w="10287" h="5737" extrusionOk="0">
                  <a:moveTo>
                    <a:pt x="5073" y="0"/>
                  </a:moveTo>
                  <a:cubicBezTo>
                    <a:pt x="5015" y="0"/>
                    <a:pt x="4963" y="2"/>
                    <a:pt x="4878" y="4"/>
                  </a:cubicBezTo>
                  <a:cubicBezTo>
                    <a:pt x="4507" y="18"/>
                    <a:pt x="4233" y="57"/>
                    <a:pt x="4232" y="57"/>
                  </a:cubicBezTo>
                  <a:cubicBezTo>
                    <a:pt x="3841" y="172"/>
                    <a:pt x="3804" y="118"/>
                    <a:pt x="3581" y="169"/>
                  </a:cubicBezTo>
                  <a:cubicBezTo>
                    <a:pt x="3315" y="230"/>
                    <a:pt x="3286" y="238"/>
                    <a:pt x="2926" y="353"/>
                  </a:cubicBezTo>
                  <a:cubicBezTo>
                    <a:pt x="2812" y="390"/>
                    <a:pt x="2663" y="447"/>
                    <a:pt x="2554" y="495"/>
                  </a:cubicBezTo>
                  <a:cubicBezTo>
                    <a:pt x="2383" y="570"/>
                    <a:pt x="2158" y="680"/>
                    <a:pt x="1994" y="767"/>
                  </a:cubicBezTo>
                  <a:cubicBezTo>
                    <a:pt x="1837" y="852"/>
                    <a:pt x="1491" y="1070"/>
                    <a:pt x="1234" y="1299"/>
                  </a:cubicBezTo>
                  <a:cubicBezTo>
                    <a:pt x="1151" y="1372"/>
                    <a:pt x="1042" y="1472"/>
                    <a:pt x="968" y="1555"/>
                  </a:cubicBezTo>
                  <a:cubicBezTo>
                    <a:pt x="778" y="1772"/>
                    <a:pt x="772" y="1773"/>
                    <a:pt x="638" y="1973"/>
                  </a:cubicBezTo>
                  <a:cubicBezTo>
                    <a:pt x="0" y="2939"/>
                    <a:pt x="360" y="4090"/>
                    <a:pt x="1695" y="4888"/>
                  </a:cubicBezTo>
                  <a:cubicBezTo>
                    <a:pt x="2641" y="5453"/>
                    <a:pt x="3898" y="5737"/>
                    <a:pt x="5155" y="5737"/>
                  </a:cubicBezTo>
                  <a:cubicBezTo>
                    <a:pt x="6356" y="5737"/>
                    <a:pt x="7557" y="5477"/>
                    <a:pt x="8486" y="4956"/>
                  </a:cubicBezTo>
                  <a:cubicBezTo>
                    <a:pt x="9892" y="4168"/>
                    <a:pt x="10286" y="2999"/>
                    <a:pt x="9646" y="1999"/>
                  </a:cubicBezTo>
                  <a:cubicBezTo>
                    <a:pt x="9229" y="1349"/>
                    <a:pt x="8620" y="979"/>
                    <a:pt x="8391" y="839"/>
                  </a:cubicBezTo>
                  <a:cubicBezTo>
                    <a:pt x="8000" y="601"/>
                    <a:pt x="7587" y="447"/>
                    <a:pt x="7430" y="389"/>
                  </a:cubicBezTo>
                  <a:cubicBezTo>
                    <a:pt x="7164" y="289"/>
                    <a:pt x="6787" y="187"/>
                    <a:pt x="6481" y="129"/>
                  </a:cubicBezTo>
                  <a:cubicBezTo>
                    <a:pt x="5951" y="29"/>
                    <a:pt x="5590" y="13"/>
                    <a:pt x="5522" y="12"/>
                  </a:cubicBezTo>
                  <a:cubicBezTo>
                    <a:pt x="5264" y="4"/>
                    <a:pt x="5161" y="0"/>
                    <a:pt x="5073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3937;p69">
              <a:extLst>
                <a:ext uri="{FF2B5EF4-FFF2-40B4-BE49-F238E27FC236}">
                  <a16:creationId xmlns:a16="http://schemas.microsoft.com/office/drawing/2014/main" id="{28B579F1-5E57-538A-9261-B847B531E07E}"/>
                </a:ext>
              </a:extLst>
            </p:cNvPr>
            <p:cNvSpPr/>
            <p:nvPr/>
          </p:nvSpPr>
          <p:spPr>
            <a:xfrm>
              <a:off x="-2179305" y="1377249"/>
              <a:ext cx="429328" cy="239475"/>
            </a:xfrm>
            <a:custGeom>
              <a:avLst/>
              <a:gdLst/>
              <a:ahLst/>
              <a:cxnLst/>
              <a:rect l="l" t="t" r="r" b="b"/>
              <a:pathLst>
                <a:path w="10287" h="5738" extrusionOk="0">
                  <a:moveTo>
                    <a:pt x="5074" y="1"/>
                  </a:moveTo>
                  <a:cubicBezTo>
                    <a:pt x="5015" y="1"/>
                    <a:pt x="4964" y="2"/>
                    <a:pt x="4878" y="5"/>
                  </a:cubicBezTo>
                  <a:cubicBezTo>
                    <a:pt x="4507" y="18"/>
                    <a:pt x="4233" y="56"/>
                    <a:pt x="4232" y="56"/>
                  </a:cubicBezTo>
                  <a:cubicBezTo>
                    <a:pt x="3841" y="175"/>
                    <a:pt x="3804" y="119"/>
                    <a:pt x="3581" y="170"/>
                  </a:cubicBezTo>
                  <a:cubicBezTo>
                    <a:pt x="3315" y="230"/>
                    <a:pt x="3286" y="239"/>
                    <a:pt x="2926" y="353"/>
                  </a:cubicBezTo>
                  <a:cubicBezTo>
                    <a:pt x="2812" y="390"/>
                    <a:pt x="2663" y="447"/>
                    <a:pt x="2554" y="495"/>
                  </a:cubicBezTo>
                  <a:cubicBezTo>
                    <a:pt x="2383" y="571"/>
                    <a:pt x="2158" y="679"/>
                    <a:pt x="1994" y="767"/>
                  </a:cubicBezTo>
                  <a:cubicBezTo>
                    <a:pt x="1837" y="851"/>
                    <a:pt x="1491" y="1070"/>
                    <a:pt x="1234" y="1299"/>
                  </a:cubicBezTo>
                  <a:cubicBezTo>
                    <a:pt x="1151" y="1373"/>
                    <a:pt x="1042" y="1473"/>
                    <a:pt x="968" y="1556"/>
                  </a:cubicBezTo>
                  <a:cubicBezTo>
                    <a:pt x="778" y="1771"/>
                    <a:pt x="772" y="1773"/>
                    <a:pt x="638" y="1974"/>
                  </a:cubicBezTo>
                  <a:cubicBezTo>
                    <a:pt x="0" y="2940"/>
                    <a:pt x="360" y="4089"/>
                    <a:pt x="1695" y="4888"/>
                  </a:cubicBezTo>
                  <a:cubicBezTo>
                    <a:pt x="2641" y="5453"/>
                    <a:pt x="3899" y="5738"/>
                    <a:pt x="5156" y="5738"/>
                  </a:cubicBezTo>
                  <a:cubicBezTo>
                    <a:pt x="6357" y="5738"/>
                    <a:pt x="7558" y="5478"/>
                    <a:pt x="8486" y="4957"/>
                  </a:cubicBezTo>
                  <a:cubicBezTo>
                    <a:pt x="9892" y="4168"/>
                    <a:pt x="10286" y="2999"/>
                    <a:pt x="9646" y="2000"/>
                  </a:cubicBezTo>
                  <a:cubicBezTo>
                    <a:pt x="9229" y="1350"/>
                    <a:pt x="8620" y="979"/>
                    <a:pt x="8391" y="839"/>
                  </a:cubicBezTo>
                  <a:cubicBezTo>
                    <a:pt x="8000" y="601"/>
                    <a:pt x="7587" y="447"/>
                    <a:pt x="7430" y="388"/>
                  </a:cubicBezTo>
                  <a:cubicBezTo>
                    <a:pt x="7164" y="290"/>
                    <a:pt x="6787" y="187"/>
                    <a:pt x="6481" y="128"/>
                  </a:cubicBezTo>
                  <a:cubicBezTo>
                    <a:pt x="5951" y="30"/>
                    <a:pt x="5590" y="13"/>
                    <a:pt x="5522" y="12"/>
                  </a:cubicBezTo>
                  <a:cubicBezTo>
                    <a:pt x="5265" y="4"/>
                    <a:pt x="5162" y="1"/>
                    <a:pt x="5074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3938;p69">
              <a:extLst>
                <a:ext uri="{FF2B5EF4-FFF2-40B4-BE49-F238E27FC236}">
                  <a16:creationId xmlns:a16="http://schemas.microsoft.com/office/drawing/2014/main" id="{C01180CA-FFCA-A6D9-8126-0122B4E0D1C1}"/>
                </a:ext>
              </a:extLst>
            </p:cNvPr>
            <p:cNvSpPr/>
            <p:nvPr/>
          </p:nvSpPr>
          <p:spPr>
            <a:xfrm>
              <a:off x="-2179305" y="1386764"/>
              <a:ext cx="429328" cy="239475"/>
            </a:xfrm>
            <a:custGeom>
              <a:avLst/>
              <a:gdLst/>
              <a:ahLst/>
              <a:cxnLst/>
              <a:rect l="l" t="t" r="r" b="b"/>
              <a:pathLst>
                <a:path w="10287" h="5738" extrusionOk="0">
                  <a:moveTo>
                    <a:pt x="5074" y="0"/>
                  </a:moveTo>
                  <a:cubicBezTo>
                    <a:pt x="5015" y="0"/>
                    <a:pt x="4964" y="2"/>
                    <a:pt x="4878" y="5"/>
                  </a:cubicBezTo>
                  <a:cubicBezTo>
                    <a:pt x="4507" y="17"/>
                    <a:pt x="4233" y="56"/>
                    <a:pt x="4232" y="57"/>
                  </a:cubicBezTo>
                  <a:cubicBezTo>
                    <a:pt x="3843" y="177"/>
                    <a:pt x="3804" y="119"/>
                    <a:pt x="3581" y="170"/>
                  </a:cubicBezTo>
                  <a:cubicBezTo>
                    <a:pt x="3315" y="231"/>
                    <a:pt x="3286" y="239"/>
                    <a:pt x="2926" y="354"/>
                  </a:cubicBezTo>
                  <a:cubicBezTo>
                    <a:pt x="2812" y="391"/>
                    <a:pt x="2663" y="447"/>
                    <a:pt x="2554" y="496"/>
                  </a:cubicBezTo>
                  <a:cubicBezTo>
                    <a:pt x="2383" y="571"/>
                    <a:pt x="2158" y="680"/>
                    <a:pt x="1994" y="768"/>
                  </a:cubicBezTo>
                  <a:cubicBezTo>
                    <a:pt x="1837" y="853"/>
                    <a:pt x="1491" y="1071"/>
                    <a:pt x="1234" y="1300"/>
                  </a:cubicBezTo>
                  <a:cubicBezTo>
                    <a:pt x="1151" y="1373"/>
                    <a:pt x="1042" y="1473"/>
                    <a:pt x="968" y="1556"/>
                  </a:cubicBezTo>
                  <a:cubicBezTo>
                    <a:pt x="778" y="1772"/>
                    <a:pt x="772" y="1774"/>
                    <a:pt x="638" y="1974"/>
                  </a:cubicBezTo>
                  <a:cubicBezTo>
                    <a:pt x="0" y="2940"/>
                    <a:pt x="360" y="4089"/>
                    <a:pt x="1695" y="4889"/>
                  </a:cubicBezTo>
                  <a:cubicBezTo>
                    <a:pt x="2641" y="5454"/>
                    <a:pt x="3898" y="5738"/>
                    <a:pt x="5155" y="5738"/>
                  </a:cubicBezTo>
                  <a:cubicBezTo>
                    <a:pt x="6356" y="5738"/>
                    <a:pt x="7557" y="5478"/>
                    <a:pt x="8486" y="4957"/>
                  </a:cubicBezTo>
                  <a:cubicBezTo>
                    <a:pt x="9892" y="4169"/>
                    <a:pt x="10286" y="3000"/>
                    <a:pt x="9646" y="2000"/>
                  </a:cubicBezTo>
                  <a:cubicBezTo>
                    <a:pt x="9229" y="1349"/>
                    <a:pt x="8620" y="980"/>
                    <a:pt x="8391" y="840"/>
                  </a:cubicBezTo>
                  <a:cubicBezTo>
                    <a:pt x="8000" y="600"/>
                    <a:pt x="7587" y="447"/>
                    <a:pt x="7430" y="388"/>
                  </a:cubicBezTo>
                  <a:cubicBezTo>
                    <a:pt x="7164" y="290"/>
                    <a:pt x="6787" y="187"/>
                    <a:pt x="6481" y="130"/>
                  </a:cubicBezTo>
                  <a:cubicBezTo>
                    <a:pt x="5951" y="30"/>
                    <a:pt x="5590" y="14"/>
                    <a:pt x="5522" y="11"/>
                  </a:cubicBezTo>
                  <a:cubicBezTo>
                    <a:pt x="5265" y="4"/>
                    <a:pt x="5162" y="0"/>
                    <a:pt x="5074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3939;p69">
              <a:extLst>
                <a:ext uri="{FF2B5EF4-FFF2-40B4-BE49-F238E27FC236}">
                  <a16:creationId xmlns:a16="http://schemas.microsoft.com/office/drawing/2014/main" id="{5FCECAAD-BEFF-0264-3D5D-B595ED8C9729}"/>
                </a:ext>
              </a:extLst>
            </p:cNvPr>
            <p:cNvSpPr/>
            <p:nvPr/>
          </p:nvSpPr>
          <p:spPr>
            <a:xfrm>
              <a:off x="-2178887" y="1396363"/>
              <a:ext cx="428785" cy="239434"/>
            </a:xfrm>
            <a:custGeom>
              <a:avLst/>
              <a:gdLst/>
              <a:ahLst/>
              <a:cxnLst/>
              <a:rect l="l" t="t" r="r" b="b"/>
              <a:pathLst>
                <a:path w="10274" h="5737" extrusionOk="0">
                  <a:moveTo>
                    <a:pt x="5021" y="1"/>
                  </a:moveTo>
                  <a:cubicBezTo>
                    <a:pt x="4963" y="1"/>
                    <a:pt x="4912" y="1"/>
                    <a:pt x="4868" y="3"/>
                  </a:cubicBezTo>
                  <a:cubicBezTo>
                    <a:pt x="4497" y="17"/>
                    <a:pt x="4223" y="54"/>
                    <a:pt x="4222" y="55"/>
                  </a:cubicBezTo>
                  <a:cubicBezTo>
                    <a:pt x="3819" y="113"/>
                    <a:pt x="3794" y="118"/>
                    <a:pt x="3571" y="167"/>
                  </a:cubicBezTo>
                  <a:cubicBezTo>
                    <a:pt x="3305" y="229"/>
                    <a:pt x="3276" y="238"/>
                    <a:pt x="2916" y="352"/>
                  </a:cubicBezTo>
                  <a:cubicBezTo>
                    <a:pt x="2802" y="389"/>
                    <a:pt x="2653" y="446"/>
                    <a:pt x="2544" y="493"/>
                  </a:cubicBezTo>
                  <a:cubicBezTo>
                    <a:pt x="2373" y="569"/>
                    <a:pt x="2148" y="678"/>
                    <a:pt x="1984" y="766"/>
                  </a:cubicBezTo>
                  <a:cubicBezTo>
                    <a:pt x="1827" y="850"/>
                    <a:pt x="1481" y="1069"/>
                    <a:pt x="1224" y="1298"/>
                  </a:cubicBezTo>
                  <a:cubicBezTo>
                    <a:pt x="1141" y="1372"/>
                    <a:pt x="1032" y="1470"/>
                    <a:pt x="958" y="1555"/>
                  </a:cubicBezTo>
                  <a:cubicBezTo>
                    <a:pt x="768" y="1770"/>
                    <a:pt x="764" y="1773"/>
                    <a:pt x="628" y="1973"/>
                  </a:cubicBezTo>
                  <a:cubicBezTo>
                    <a:pt x="1" y="2947"/>
                    <a:pt x="350" y="4088"/>
                    <a:pt x="1685" y="4887"/>
                  </a:cubicBezTo>
                  <a:cubicBezTo>
                    <a:pt x="2631" y="5452"/>
                    <a:pt x="3889" y="5737"/>
                    <a:pt x="5146" y="5737"/>
                  </a:cubicBezTo>
                  <a:cubicBezTo>
                    <a:pt x="6347" y="5737"/>
                    <a:pt x="7548" y="5477"/>
                    <a:pt x="8476" y="4956"/>
                  </a:cubicBezTo>
                  <a:cubicBezTo>
                    <a:pt x="9882" y="4167"/>
                    <a:pt x="10273" y="3001"/>
                    <a:pt x="9636" y="1998"/>
                  </a:cubicBezTo>
                  <a:cubicBezTo>
                    <a:pt x="9216" y="1350"/>
                    <a:pt x="8610" y="978"/>
                    <a:pt x="8381" y="838"/>
                  </a:cubicBezTo>
                  <a:cubicBezTo>
                    <a:pt x="7990" y="600"/>
                    <a:pt x="7577" y="446"/>
                    <a:pt x="7420" y="387"/>
                  </a:cubicBezTo>
                  <a:cubicBezTo>
                    <a:pt x="7154" y="287"/>
                    <a:pt x="6777" y="186"/>
                    <a:pt x="6471" y="127"/>
                  </a:cubicBezTo>
                  <a:cubicBezTo>
                    <a:pt x="5941" y="27"/>
                    <a:pt x="5580" y="12"/>
                    <a:pt x="5512" y="10"/>
                  </a:cubicBezTo>
                  <a:cubicBezTo>
                    <a:pt x="5314" y="4"/>
                    <a:pt x="5150" y="1"/>
                    <a:pt x="5021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3940;p69">
              <a:extLst>
                <a:ext uri="{FF2B5EF4-FFF2-40B4-BE49-F238E27FC236}">
                  <a16:creationId xmlns:a16="http://schemas.microsoft.com/office/drawing/2014/main" id="{3918CA6D-02A1-827E-FAAB-38A3C5726591}"/>
                </a:ext>
              </a:extLst>
            </p:cNvPr>
            <p:cNvSpPr/>
            <p:nvPr/>
          </p:nvSpPr>
          <p:spPr>
            <a:xfrm>
              <a:off x="-2165407" y="1344528"/>
              <a:ext cx="401115" cy="175037"/>
            </a:xfrm>
            <a:custGeom>
              <a:avLst/>
              <a:gdLst/>
              <a:ahLst/>
              <a:cxnLst/>
              <a:rect l="l" t="t" r="r" b="b"/>
              <a:pathLst>
                <a:path w="9611" h="4194" extrusionOk="0">
                  <a:moveTo>
                    <a:pt x="4" y="0"/>
                  </a:moveTo>
                  <a:cubicBezTo>
                    <a:pt x="4" y="2"/>
                    <a:pt x="4" y="3"/>
                    <a:pt x="4" y="4"/>
                  </a:cubicBezTo>
                  <a:lnTo>
                    <a:pt x="4" y="4"/>
                  </a:lnTo>
                  <a:lnTo>
                    <a:pt x="4" y="0"/>
                  </a:lnTo>
                  <a:close/>
                  <a:moveTo>
                    <a:pt x="4" y="4"/>
                  </a:moveTo>
                  <a:lnTo>
                    <a:pt x="2" y="1399"/>
                  </a:lnTo>
                  <a:cubicBezTo>
                    <a:pt x="1" y="2098"/>
                    <a:pt x="453" y="2801"/>
                    <a:pt x="1362" y="3344"/>
                  </a:cubicBezTo>
                  <a:cubicBezTo>
                    <a:pt x="2307" y="3910"/>
                    <a:pt x="3563" y="4194"/>
                    <a:pt x="4820" y="4194"/>
                  </a:cubicBezTo>
                  <a:cubicBezTo>
                    <a:pt x="6021" y="4194"/>
                    <a:pt x="7223" y="3934"/>
                    <a:pt x="8153" y="3412"/>
                  </a:cubicBezTo>
                  <a:cubicBezTo>
                    <a:pt x="9119" y="2871"/>
                    <a:pt x="9606" y="2149"/>
                    <a:pt x="9609" y="1425"/>
                  </a:cubicBezTo>
                  <a:lnTo>
                    <a:pt x="9610" y="28"/>
                  </a:lnTo>
                  <a:lnTo>
                    <a:pt x="9610" y="28"/>
                  </a:lnTo>
                  <a:cubicBezTo>
                    <a:pt x="9607" y="751"/>
                    <a:pt x="9121" y="1472"/>
                    <a:pt x="8155" y="2015"/>
                  </a:cubicBezTo>
                  <a:cubicBezTo>
                    <a:pt x="7225" y="2537"/>
                    <a:pt x="6024" y="2796"/>
                    <a:pt x="4823" y="2796"/>
                  </a:cubicBezTo>
                  <a:cubicBezTo>
                    <a:pt x="3566" y="2796"/>
                    <a:pt x="2309" y="2512"/>
                    <a:pt x="1364" y="1948"/>
                  </a:cubicBezTo>
                  <a:cubicBezTo>
                    <a:pt x="456" y="1404"/>
                    <a:pt x="4" y="704"/>
                    <a:pt x="4" y="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3941;p69">
              <a:extLst>
                <a:ext uri="{FF2B5EF4-FFF2-40B4-BE49-F238E27FC236}">
                  <a16:creationId xmlns:a16="http://schemas.microsoft.com/office/drawing/2014/main" id="{E1B99FAE-FA37-CBE4-83B8-C3D983B63814}"/>
                </a:ext>
              </a:extLst>
            </p:cNvPr>
            <p:cNvSpPr/>
            <p:nvPr/>
          </p:nvSpPr>
          <p:spPr>
            <a:xfrm>
              <a:off x="-2165323" y="1344403"/>
              <a:ext cx="400948" cy="132342"/>
            </a:xfrm>
            <a:custGeom>
              <a:avLst/>
              <a:gdLst/>
              <a:ahLst/>
              <a:cxnLst/>
              <a:rect l="l" t="t" r="r" b="b"/>
              <a:pathLst>
                <a:path w="9607" h="3171" extrusionOk="0">
                  <a:moveTo>
                    <a:pt x="1360" y="2035"/>
                  </a:moveTo>
                  <a:cubicBezTo>
                    <a:pt x="3209" y="3140"/>
                    <a:pt x="6249" y="3170"/>
                    <a:pt x="8151" y="2103"/>
                  </a:cubicBezTo>
                  <a:cubicBezTo>
                    <a:pt x="9117" y="1562"/>
                    <a:pt x="9604" y="840"/>
                    <a:pt x="9607" y="116"/>
                  </a:cubicBezTo>
                  <a:lnTo>
                    <a:pt x="9607" y="59"/>
                  </a:lnTo>
                  <a:cubicBezTo>
                    <a:pt x="9590" y="771"/>
                    <a:pt x="9105" y="1480"/>
                    <a:pt x="8153" y="2015"/>
                  </a:cubicBezTo>
                  <a:cubicBezTo>
                    <a:pt x="6250" y="3083"/>
                    <a:pt x="3209" y="3052"/>
                    <a:pt x="1362" y="1946"/>
                  </a:cubicBezTo>
                  <a:cubicBezTo>
                    <a:pt x="451" y="1403"/>
                    <a:pt x="0" y="700"/>
                    <a:pt x="2" y="0"/>
                  </a:cubicBezTo>
                  <a:lnTo>
                    <a:pt x="2" y="125"/>
                  </a:lnTo>
                  <a:cubicBezTo>
                    <a:pt x="14" y="812"/>
                    <a:pt x="465" y="1502"/>
                    <a:pt x="1360" y="2035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1" name="Google Shape;3942;p69">
              <a:extLst>
                <a:ext uri="{FF2B5EF4-FFF2-40B4-BE49-F238E27FC236}">
                  <a16:creationId xmlns:a16="http://schemas.microsoft.com/office/drawing/2014/main" id="{275B27D8-5109-C775-2455-866F3A70140C}"/>
                </a:ext>
              </a:extLst>
            </p:cNvPr>
            <p:cNvGrpSpPr/>
            <p:nvPr/>
          </p:nvGrpSpPr>
          <p:grpSpPr>
            <a:xfrm>
              <a:off x="-1995067" y="1299652"/>
              <a:ext cx="51544" cy="27879"/>
              <a:chOff x="-1990954" y="1277877"/>
              <a:chExt cx="51544" cy="27879"/>
            </a:xfrm>
          </p:grpSpPr>
          <p:sp>
            <p:nvSpPr>
              <p:cNvPr id="1046" name="Google Shape;3943;p69">
                <a:extLst>
                  <a:ext uri="{FF2B5EF4-FFF2-40B4-BE49-F238E27FC236}">
                    <a16:creationId xmlns:a16="http://schemas.microsoft.com/office/drawing/2014/main" id="{A8CA0664-EABB-E9A4-6CD3-9F7D2553DFB4}"/>
                  </a:ext>
                </a:extLst>
              </p:cNvPr>
              <p:cNvSpPr/>
              <p:nvPr/>
            </p:nvSpPr>
            <p:spPr>
              <a:xfrm>
                <a:off x="-1980728" y="1282260"/>
                <a:ext cx="41318" cy="23497"/>
              </a:xfrm>
              <a:custGeom>
                <a:avLst/>
                <a:gdLst/>
                <a:ahLst/>
                <a:cxnLst/>
                <a:rect l="l" t="t" r="r" b="b"/>
                <a:pathLst>
                  <a:path w="990" h="563" extrusionOk="0">
                    <a:moveTo>
                      <a:pt x="821" y="0"/>
                    </a:moveTo>
                    <a:lnTo>
                      <a:pt x="1" y="476"/>
                    </a:lnTo>
                    <a:cubicBezTo>
                      <a:pt x="115" y="533"/>
                      <a:pt x="258" y="562"/>
                      <a:pt x="400" y="562"/>
                    </a:cubicBezTo>
                    <a:cubicBezTo>
                      <a:pt x="548" y="562"/>
                      <a:pt x="695" y="531"/>
                      <a:pt x="810" y="466"/>
                    </a:cubicBezTo>
                    <a:cubicBezTo>
                      <a:pt x="924" y="402"/>
                      <a:pt x="982" y="319"/>
                      <a:pt x="990" y="233"/>
                    </a:cubicBezTo>
                    <a:cubicBezTo>
                      <a:pt x="985" y="149"/>
                      <a:pt x="931" y="66"/>
                      <a:pt x="8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3944;p69">
                <a:extLst>
                  <a:ext uri="{FF2B5EF4-FFF2-40B4-BE49-F238E27FC236}">
                    <a16:creationId xmlns:a16="http://schemas.microsoft.com/office/drawing/2014/main" id="{0E3BA52A-EB3E-B5B5-D4C9-859330D24362}"/>
                  </a:ext>
                </a:extLst>
              </p:cNvPr>
              <p:cNvSpPr/>
              <p:nvPr/>
            </p:nvSpPr>
            <p:spPr>
              <a:xfrm>
                <a:off x="-1990954" y="1277877"/>
                <a:ext cx="38354" cy="21869"/>
              </a:xfrm>
              <a:custGeom>
                <a:avLst/>
                <a:gdLst/>
                <a:ahLst/>
                <a:cxnLst/>
                <a:rect l="l" t="t" r="r" b="b"/>
                <a:pathLst>
                  <a:path w="919" h="524" extrusionOk="0">
                    <a:moveTo>
                      <a:pt x="594" y="0"/>
                    </a:moveTo>
                    <a:cubicBezTo>
                      <a:pt x="445" y="0"/>
                      <a:pt x="295" y="33"/>
                      <a:pt x="179" y="98"/>
                    </a:cubicBezTo>
                    <a:cubicBezTo>
                      <a:pt x="66" y="161"/>
                      <a:pt x="6" y="244"/>
                      <a:pt x="0" y="330"/>
                    </a:cubicBezTo>
                    <a:cubicBezTo>
                      <a:pt x="3" y="399"/>
                      <a:pt x="42" y="465"/>
                      <a:pt x="114" y="524"/>
                    </a:cubicBezTo>
                    <a:lnTo>
                      <a:pt x="919" y="56"/>
                    </a:lnTo>
                    <a:cubicBezTo>
                      <a:pt x="820" y="19"/>
                      <a:pt x="708" y="0"/>
                      <a:pt x="59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3945;p69">
                <a:extLst>
                  <a:ext uri="{FF2B5EF4-FFF2-40B4-BE49-F238E27FC236}">
                    <a16:creationId xmlns:a16="http://schemas.microsoft.com/office/drawing/2014/main" id="{ED552375-B92B-D1BC-24BD-13775EF95C68}"/>
                  </a:ext>
                </a:extLst>
              </p:cNvPr>
              <p:cNvSpPr/>
              <p:nvPr/>
            </p:nvSpPr>
            <p:spPr>
              <a:xfrm>
                <a:off x="-1986196" y="1280215"/>
                <a:ext cx="38021" cy="21911"/>
              </a:xfrm>
              <a:custGeom>
                <a:avLst/>
                <a:gdLst/>
                <a:ahLst/>
                <a:cxnLst/>
                <a:rect l="l" t="t" r="r" b="b"/>
                <a:pathLst>
                  <a:path w="911" h="525" extrusionOk="0">
                    <a:moveTo>
                      <a:pt x="805" y="0"/>
                    </a:moveTo>
                    <a:lnTo>
                      <a:pt x="0" y="468"/>
                    </a:lnTo>
                    <a:cubicBezTo>
                      <a:pt x="17" y="480"/>
                      <a:pt x="32" y="494"/>
                      <a:pt x="54" y="506"/>
                    </a:cubicBezTo>
                    <a:cubicBezTo>
                      <a:pt x="65" y="512"/>
                      <a:pt x="79" y="518"/>
                      <a:pt x="92" y="525"/>
                    </a:cubicBezTo>
                    <a:lnTo>
                      <a:pt x="911" y="49"/>
                    </a:lnTo>
                    <a:cubicBezTo>
                      <a:pt x="878" y="29"/>
                      <a:pt x="843" y="14"/>
                      <a:pt x="805" y="0"/>
                    </a:cubicBezTo>
                    <a:close/>
                  </a:path>
                </a:pathLst>
              </a:custGeom>
              <a:solidFill>
                <a:srgbClr val="DDE8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02" name="Google Shape;3946;p69">
              <a:extLst>
                <a:ext uri="{FF2B5EF4-FFF2-40B4-BE49-F238E27FC236}">
                  <a16:creationId xmlns:a16="http://schemas.microsoft.com/office/drawing/2014/main" id="{6B00699F-24D4-E08B-E1FA-209BFE87A09C}"/>
                </a:ext>
              </a:extLst>
            </p:cNvPr>
            <p:cNvSpPr/>
            <p:nvPr/>
          </p:nvSpPr>
          <p:spPr>
            <a:xfrm>
              <a:off x="-2434765" y="1471445"/>
              <a:ext cx="339055" cy="208049"/>
            </a:xfrm>
            <a:custGeom>
              <a:avLst/>
              <a:gdLst/>
              <a:ahLst/>
              <a:cxnLst/>
              <a:rect l="l" t="t" r="r" b="b"/>
              <a:pathLst>
                <a:path w="8124" h="4985" extrusionOk="0">
                  <a:moveTo>
                    <a:pt x="8124" y="0"/>
                  </a:moveTo>
                  <a:lnTo>
                    <a:pt x="1" y="4720"/>
                  </a:lnTo>
                  <a:lnTo>
                    <a:pt x="1" y="4984"/>
                  </a:lnTo>
                  <a:lnTo>
                    <a:pt x="8122" y="263"/>
                  </a:lnTo>
                  <a:lnTo>
                    <a:pt x="812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3947;p69">
              <a:extLst>
                <a:ext uri="{FF2B5EF4-FFF2-40B4-BE49-F238E27FC236}">
                  <a16:creationId xmlns:a16="http://schemas.microsoft.com/office/drawing/2014/main" id="{2320A9E7-1CB4-D28D-B96E-B1B612B8C3FA}"/>
                </a:ext>
              </a:extLst>
            </p:cNvPr>
            <p:cNvSpPr/>
            <p:nvPr/>
          </p:nvSpPr>
          <p:spPr>
            <a:xfrm>
              <a:off x="-2444280" y="1465936"/>
              <a:ext cx="348571" cy="202498"/>
            </a:xfrm>
            <a:custGeom>
              <a:avLst/>
              <a:gdLst/>
              <a:ahLst/>
              <a:cxnLst/>
              <a:rect l="l" t="t" r="r" b="b"/>
              <a:pathLst>
                <a:path w="8352" h="4852" extrusionOk="0">
                  <a:moveTo>
                    <a:pt x="8123" y="0"/>
                  </a:moveTo>
                  <a:lnTo>
                    <a:pt x="1" y="4719"/>
                  </a:lnTo>
                  <a:lnTo>
                    <a:pt x="229" y="4852"/>
                  </a:lnTo>
                  <a:lnTo>
                    <a:pt x="8352" y="132"/>
                  </a:lnTo>
                  <a:lnTo>
                    <a:pt x="81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3948;p69">
              <a:extLst>
                <a:ext uri="{FF2B5EF4-FFF2-40B4-BE49-F238E27FC236}">
                  <a16:creationId xmlns:a16="http://schemas.microsoft.com/office/drawing/2014/main" id="{425568F5-8D87-9A4F-EE06-5DECD179AA3B}"/>
                </a:ext>
              </a:extLst>
            </p:cNvPr>
            <p:cNvSpPr/>
            <p:nvPr/>
          </p:nvSpPr>
          <p:spPr>
            <a:xfrm>
              <a:off x="-2444322" y="1662883"/>
              <a:ext cx="9599" cy="16611"/>
            </a:xfrm>
            <a:custGeom>
              <a:avLst/>
              <a:gdLst/>
              <a:ahLst/>
              <a:cxnLst/>
              <a:rect l="l" t="t" r="r" b="b"/>
              <a:pathLst>
                <a:path w="230" h="398" extrusionOk="0">
                  <a:moveTo>
                    <a:pt x="2" y="0"/>
                  </a:moveTo>
                  <a:lnTo>
                    <a:pt x="0" y="263"/>
                  </a:lnTo>
                  <a:lnTo>
                    <a:pt x="230" y="397"/>
                  </a:lnTo>
                  <a:lnTo>
                    <a:pt x="230" y="133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3949;p69">
              <a:extLst>
                <a:ext uri="{FF2B5EF4-FFF2-40B4-BE49-F238E27FC236}">
                  <a16:creationId xmlns:a16="http://schemas.microsoft.com/office/drawing/2014/main" id="{4991A867-524D-E047-1C30-67406DA3A074}"/>
                </a:ext>
              </a:extLst>
            </p:cNvPr>
            <p:cNvSpPr/>
            <p:nvPr/>
          </p:nvSpPr>
          <p:spPr>
            <a:xfrm>
              <a:off x="-2434681" y="1445235"/>
              <a:ext cx="339055" cy="208049"/>
            </a:xfrm>
            <a:custGeom>
              <a:avLst/>
              <a:gdLst/>
              <a:ahLst/>
              <a:cxnLst/>
              <a:rect l="l" t="t" r="r" b="b"/>
              <a:pathLst>
                <a:path w="8124" h="4985" extrusionOk="0">
                  <a:moveTo>
                    <a:pt x="8123" y="1"/>
                  </a:moveTo>
                  <a:lnTo>
                    <a:pt x="2" y="4722"/>
                  </a:lnTo>
                  <a:lnTo>
                    <a:pt x="0" y="4985"/>
                  </a:lnTo>
                  <a:lnTo>
                    <a:pt x="8122" y="265"/>
                  </a:lnTo>
                  <a:lnTo>
                    <a:pt x="81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3950;p69">
              <a:extLst>
                <a:ext uri="{FF2B5EF4-FFF2-40B4-BE49-F238E27FC236}">
                  <a16:creationId xmlns:a16="http://schemas.microsoft.com/office/drawing/2014/main" id="{E5EAB8AB-C77F-8140-EDDD-FB363B9C05C2}"/>
                </a:ext>
              </a:extLst>
            </p:cNvPr>
            <p:cNvSpPr/>
            <p:nvPr/>
          </p:nvSpPr>
          <p:spPr>
            <a:xfrm>
              <a:off x="-2444280" y="1439726"/>
              <a:ext cx="348654" cy="202582"/>
            </a:xfrm>
            <a:custGeom>
              <a:avLst/>
              <a:gdLst/>
              <a:ahLst/>
              <a:cxnLst/>
              <a:rect l="l" t="t" r="r" b="b"/>
              <a:pathLst>
                <a:path w="8354" h="4854" extrusionOk="0">
                  <a:moveTo>
                    <a:pt x="8124" y="0"/>
                  </a:moveTo>
                  <a:lnTo>
                    <a:pt x="1" y="4721"/>
                  </a:lnTo>
                  <a:lnTo>
                    <a:pt x="232" y="4854"/>
                  </a:lnTo>
                  <a:lnTo>
                    <a:pt x="8353" y="133"/>
                  </a:lnTo>
                  <a:lnTo>
                    <a:pt x="81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3951;p69">
              <a:extLst>
                <a:ext uri="{FF2B5EF4-FFF2-40B4-BE49-F238E27FC236}">
                  <a16:creationId xmlns:a16="http://schemas.microsoft.com/office/drawing/2014/main" id="{4D1B92E9-6FB9-E98F-161E-1D533328C5EF}"/>
                </a:ext>
              </a:extLst>
            </p:cNvPr>
            <p:cNvSpPr/>
            <p:nvPr/>
          </p:nvSpPr>
          <p:spPr>
            <a:xfrm>
              <a:off x="-2444280" y="1636757"/>
              <a:ext cx="9683" cy="16527"/>
            </a:xfrm>
            <a:custGeom>
              <a:avLst/>
              <a:gdLst/>
              <a:ahLst/>
              <a:cxnLst/>
              <a:rect l="l" t="t" r="r" b="b"/>
              <a:pathLst>
                <a:path w="232" h="396" extrusionOk="0">
                  <a:moveTo>
                    <a:pt x="1" y="0"/>
                  </a:moveTo>
                  <a:lnTo>
                    <a:pt x="1" y="263"/>
                  </a:lnTo>
                  <a:lnTo>
                    <a:pt x="230" y="396"/>
                  </a:lnTo>
                  <a:lnTo>
                    <a:pt x="232" y="13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3952;p69">
              <a:extLst>
                <a:ext uri="{FF2B5EF4-FFF2-40B4-BE49-F238E27FC236}">
                  <a16:creationId xmlns:a16="http://schemas.microsoft.com/office/drawing/2014/main" id="{948C8DCD-56ED-8723-636F-E8CFB99A23E0}"/>
                </a:ext>
              </a:extLst>
            </p:cNvPr>
            <p:cNvSpPr/>
            <p:nvPr/>
          </p:nvSpPr>
          <p:spPr>
            <a:xfrm>
              <a:off x="-1836117" y="1471445"/>
              <a:ext cx="339055" cy="208049"/>
            </a:xfrm>
            <a:custGeom>
              <a:avLst/>
              <a:gdLst/>
              <a:ahLst/>
              <a:cxnLst/>
              <a:rect l="l" t="t" r="r" b="b"/>
              <a:pathLst>
                <a:path w="8124" h="4985" extrusionOk="0">
                  <a:moveTo>
                    <a:pt x="0" y="0"/>
                  </a:moveTo>
                  <a:lnTo>
                    <a:pt x="2" y="263"/>
                  </a:lnTo>
                  <a:lnTo>
                    <a:pt x="8124" y="4984"/>
                  </a:lnTo>
                  <a:lnTo>
                    <a:pt x="8124" y="47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3953;p69">
              <a:extLst>
                <a:ext uri="{FF2B5EF4-FFF2-40B4-BE49-F238E27FC236}">
                  <a16:creationId xmlns:a16="http://schemas.microsoft.com/office/drawing/2014/main" id="{7E14967B-CB51-E301-F701-9982557FF4C0}"/>
                </a:ext>
              </a:extLst>
            </p:cNvPr>
            <p:cNvSpPr/>
            <p:nvPr/>
          </p:nvSpPr>
          <p:spPr>
            <a:xfrm>
              <a:off x="-1836117" y="1465936"/>
              <a:ext cx="348612" cy="202498"/>
            </a:xfrm>
            <a:custGeom>
              <a:avLst/>
              <a:gdLst/>
              <a:ahLst/>
              <a:cxnLst/>
              <a:rect l="l" t="t" r="r" b="b"/>
              <a:pathLst>
                <a:path w="8353" h="4852" extrusionOk="0">
                  <a:moveTo>
                    <a:pt x="231" y="0"/>
                  </a:moveTo>
                  <a:lnTo>
                    <a:pt x="0" y="132"/>
                  </a:lnTo>
                  <a:lnTo>
                    <a:pt x="8124" y="4852"/>
                  </a:lnTo>
                  <a:lnTo>
                    <a:pt x="8353" y="4719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3954;p69">
              <a:extLst>
                <a:ext uri="{FF2B5EF4-FFF2-40B4-BE49-F238E27FC236}">
                  <a16:creationId xmlns:a16="http://schemas.microsoft.com/office/drawing/2014/main" id="{D1E8A67E-76FF-4EAE-64F4-32CEA78B9232}"/>
                </a:ext>
              </a:extLst>
            </p:cNvPr>
            <p:cNvSpPr/>
            <p:nvPr/>
          </p:nvSpPr>
          <p:spPr>
            <a:xfrm>
              <a:off x="-1497103" y="1662883"/>
              <a:ext cx="9599" cy="16611"/>
            </a:xfrm>
            <a:custGeom>
              <a:avLst/>
              <a:gdLst/>
              <a:ahLst/>
              <a:cxnLst/>
              <a:rect l="l" t="t" r="r" b="b"/>
              <a:pathLst>
                <a:path w="230" h="398" extrusionOk="0">
                  <a:moveTo>
                    <a:pt x="230" y="0"/>
                  </a:moveTo>
                  <a:lnTo>
                    <a:pt x="1" y="133"/>
                  </a:lnTo>
                  <a:lnTo>
                    <a:pt x="1" y="397"/>
                  </a:lnTo>
                  <a:lnTo>
                    <a:pt x="230" y="263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3955;p69">
              <a:extLst>
                <a:ext uri="{FF2B5EF4-FFF2-40B4-BE49-F238E27FC236}">
                  <a16:creationId xmlns:a16="http://schemas.microsoft.com/office/drawing/2014/main" id="{6D9A5EA2-D8A0-6FD1-9AE9-D96683C431A1}"/>
                </a:ext>
              </a:extLst>
            </p:cNvPr>
            <p:cNvSpPr/>
            <p:nvPr/>
          </p:nvSpPr>
          <p:spPr>
            <a:xfrm>
              <a:off x="-1836117" y="1445235"/>
              <a:ext cx="339013" cy="208049"/>
            </a:xfrm>
            <a:custGeom>
              <a:avLst/>
              <a:gdLst/>
              <a:ahLst/>
              <a:cxnLst/>
              <a:rect l="l" t="t" r="r" b="b"/>
              <a:pathLst>
                <a:path w="8123" h="4985" extrusionOk="0">
                  <a:moveTo>
                    <a:pt x="0" y="1"/>
                  </a:moveTo>
                  <a:lnTo>
                    <a:pt x="0" y="265"/>
                  </a:lnTo>
                  <a:lnTo>
                    <a:pt x="8122" y="4985"/>
                  </a:lnTo>
                  <a:lnTo>
                    <a:pt x="8122" y="47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3956;p69">
              <a:extLst>
                <a:ext uri="{FF2B5EF4-FFF2-40B4-BE49-F238E27FC236}">
                  <a16:creationId xmlns:a16="http://schemas.microsoft.com/office/drawing/2014/main" id="{5E31572E-C103-9065-E946-7C4181551061}"/>
                </a:ext>
              </a:extLst>
            </p:cNvPr>
            <p:cNvSpPr/>
            <p:nvPr/>
          </p:nvSpPr>
          <p:spPr>
            <a:xfrm>
              <a:off x="-1836117" y="1439726"/>
              <a:ext cx="348571" cy="202582"/>
            </a:xfrm>
            <a:custGeom>
              <a:avLst/>
              <a:gdLst/>
              <a:ahLst/>
              <a:cxnLst/>
              <a:rect l="l" t="t" r="r" b="b"/>
              <a:pathLst>
                <a:path w="8352" h="4854" extrusionOk="0">
                  <a:moveTo>
                    <a:pt x="228" y="0"/>
                  </a:moveTo>
                  <a:lnTo>
                    <a:pt x="0" y="133"/>
                  </a:lnTo>
                  <a:lnTo>
                    <a:pt x="8122" y="4854"/>
                  </a:lnTo>
                  <a:lnTo>
                    <a:pt x="8351" y="4721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3957;p69">
              <a:extLst>
                <a:ext uri="{FF2B5EF4-FFF2-40B4-BE49-F238E27FC236}">
                  <a16:creationId xmlns:a16="http://schemas.microsoft.com/office/drawing/2014/main" id="{9F69A55B-8ACD-3C9D-D125-FC23D3F9E293}"/>
                </a:ext>
              </a:extLst>
            </p:cNvPr>
            <p:cNvSpPr/>
            <p:nvPr/>
          </p:nvSpPr>
          <p:spPr>
            <a:xfrm>
              <a:off x="-1497145" y="1636757"/>
              <a:ext cx="9599" cy="16527"/>
            </a:xfrm>
            <a:custGeom>
              <a:avLst/>
              <a:gdLst/>
              <a:ahLst/>
              <a:cxnLst/>
              <a:rect l="l" t="t" r="r" b="b"/>
              <a:pathLst>
                <a:path w="230" h="396" extrusionOk="0">
                  <a:moveTo>
                    <a:pt x="229" y="0"/>
                  </a:moveTo>
                  <a:lnTo>
                    <a:pt x="0" y="133"/>
                  </a:lnTo>
                  <a:lnTo>
                    <a:pt x="0" y="396"/>
                  </a:lnTo>
                  <a:lnTo>
                    <a:pt x="229" y="263"/>
                  </a:lnTo>
                  <a:lnTo>
                    <a:pt x="22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4" name="Google Shape;3958;p69">
              <a:extLst>
                <a:ext uri="{FF2B5EF4-FFF2-40B4-BE49-F238E27FC236}">
                  <a16:creationId xmlns:a16="http://schemas.microsoft.com/office/drawing/2014/main" id="{E351DCCC-D882-0CB6-237B-9DFBA0685477}"/>
                </a:ext>
              </a:extLst>
            </p:cNvPr>
            <p:cNvGrpSpPr/>
            <p:nvPr/>
          </p:nvGrpSpPr>
          <p:grpSpPr>
            <a:xfrm flipH="1">
              <a:off x="-2606365" y="1473747"/>
              <a:ext cx="328872" cy="216021"/>
              <a:chOff x="-2592190" y="928847"/>
              <a:chExt cx="328872" cy="216021"/>
            </a:xfrm>
          </p:grpSpPr>
          <p:sp>
            <p:nvSpPr>
              <p:cNvPr id="1033" name="Google Shape;3959;p69">
                <a:extLst>
                  <a:ext uri="{FF2B5EF4-FFF2-40B4-BE49-F238E27FC236}">
                    <a16:creationId xmlns:a16="http://schemas.microsoft.com/office/drawing/2014/main" id="{4BD0A928-3D1F-5ECE-3B5B-78FB299F3B10}"/>
                  </a:ext>
                </a:extLst>
              </p:cNvPr>
              <p:cNvSpPr/>
              <p:nvPr/>
            </p:nvSpPr>
            <p:spPr>
              <a:xfrm>
                <a:off x="-2459848" y="1073417"/>
                <a:ext cx="63437" cy="71450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712" extrusionOk="0"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lnTo>
                      <a:pt x="0" y="5"/>
                    </a:lnTo>
                    <a:lnTo>
                      <a:pt x="0" y="5"/>
                    </a:lnTo>
                    <a:close/>
                    <a:moveTo>
                      <a:pt x="1514" y="0"/>
                    </a:moveTo>
                    <a:lnTo>
                      <a:pt x="1514" y="2"/>
                    </a:lnTo>
                    <a:cubicBezTo>
                      <a:pt x="1514" y="10"/>
                      <a:pt x="1512" y="17"/>
                      <a:pt x="1512" y="25"/>
                    </a:cubicBezTo>
                    <a:cubicBezTo>
                      <a:pt x="1511" y="31"/>
                      <a:pt x="1511" y="37"/>
                      <a:pt x="1511" y="44"/>
                    </a:cubicBezTo>
                    <a:cubicBezTo>
                      <a:pt x="1509" y="51"/>
                      <a:pt x="1506" y="59"/>
                      <a:pt x="1505" y="67"/>
                    </a:cubicBezTo>
                    <a:cubicBezTo>
                      <a:pt x="1503" y="73"/>
                      <a:pt x="1501" y="79"/>
                      <a:pt x="1500" y="87"/>
                    </a:cubicBezTo>
                    <a:cubicBezTo>
                      <a:pt x="1497" y="93"/>
                      <a:pt x="1494" y="100"/>
                      <a:pt x="1491" y="108"/>
                    </a:cubicBezTo>
                    <a:cubicBezTo>
                      <a:pt x="1488" y="114"/>
                      <a:pt x="1485" y="120"/>
                      <a:pt x="1483" y="127"/>
                    </a:cubicBezTo>
                    <a:cubicBezTo>
                      <a:pt x="1478" y="134"/>
                      <a:pt x="1474" y="142"/>
                      <a:pt x="1469" y="150"/>
                    </a:cubicBezTo>
                    <a:cubicBezTo>
                      <a:pt x="1466" y="156"/>
                      <a:pt x="1463" y="162"/>
                      <a:pt x="1458" y="167"/>
                    </a:cubicBezTo>
                    <a:cubicBezTo>
                      <a:pt x="1452" y="174"/>
                      <a:pt x="1446" y="182"/>
                      <a:pt x="1440" y="190"/>
                    </a:cubicBezTo>
                    <a:cubicBezTo>
                      <a:pt x="1435" y="194"/>
                      <a:pt x="1431" y="200"/>
                      <a:pt x="1426" y="207"/>
                    </a:cubicBezTo>
                    <a:cubicBezTo>
                      <a:pt x="1420" y="214"/>
                      <a:pt x="1411" y="222"/>
                      <a:pt x="1403" y="228"/>
                    </a:cubicBezTo>
                    <a:cubicBezTo>
                      <a:pt x="1398" y="234"/>
                      <a:pt x="1394" y="239"/>
                      <a:pt x="1389" y="244"/>
                    </a:cubicBezTo>
                    <a:cubicBezTo>
                      <a:pt x="1380" y="251"/>
                      <a:pt x="1369" y="259"/>
                      <a:pt x="1360" y="267"/>
                    </a:cubicBezTo>
                    <a:cubicBezTo>
                      <a:pt x="1354" y="270"/>
                      <a:pt x="1349" y="274"/>
                      <a:pt x="1343" y="279"/>
                    </a:cubicBezTo>
                    <a:cubicBezTo>
                      <a:pt x="1326" y="291"/>
                      <a:pt x="1309" y="302"/>
                      <a:pt x="1291" y="313"/>
                    </a:cubicBezTo>
                    <a:cubicBezTo>
                      <a:pt x="1142" y="398"/>
                      <a:pt x="948" y="441"/>
                      <a:pt x="755" y="441"/>
                    </a:cubicBezTo>
                    <a:cubicBezTo>
                      <a:pt x="561" y="441"/>
                      <a:pt x="368" y="398"/>
                      <a:pt x="220" y="313"/>
                    </a:cubicBezTo>
                    <a:cubicBezTo>
                      <a:pt x="202" y="302"/>
                      <a:pt x="185" y="291"/>
                      <a:pt x="168" y="279"/>
                    </a:cubicBezTo>
                    <a:cubicBezTo>
                      <a:pt x="165" y="276"/>
                      <a:pt x="160" y="273"/>
                      <a:pt x="157" y="270"/>
                    </a:cubicBezTo>
                    <a:cubicBezTo>
                      <a:pt x="145" y="260"/>
                      <a:pt x="134" y="253"/>
                      <a:pt x="123" y="244"/>
                    </a:cubicBezTo>
                    <a:cubicBezTo>
                      <a:pt x="119" y="239"/>
                      <a:pt x="116" y="236"/>
                      <a:pt x="111" y="231"/>
                    </a:cubicBezTo>
                    <a:cubicBezTo>
                      <a:pt x="102" y="224"/>
                      <a:pt x="92" y="214"/>
                      <a:pt x="85" y="207"/>
                    </a:cubicBezTo>
                    <a:cubicBezTo>
                      <a:pt x="82" y="202"/>
                      <a:pt x="79" y="197"/>
                      <a:pt x="74" y="193"/>
                    </a:cubicBezTo>
                    <a:cubicBezTo>
                      <a:pt x="66" y="184"/>
                      <a:pt x="60" y="176"/>
                      <a:pt x="54" y="168"/>
                    </a:cubicBezTo>
                    <a:cubicBezTo>
                      <a:pt x="51" y="162"/>
                      <a:pt x="48" y="156"/>
                      <a:pt x="45" y="150"/>
                    </a:cubicBezTo>
                    <a:cubicBezTo>
                      <a:pt x="39" y="144"/>
                      <a:pt x="34" y="136"/>
                      <a:pt x="31" y="128"/>
                    </a:cubicBezTo>
                    <a:cubicBezTo>
                      <a:pt x="26" y="122"/>
                      <a:pt x="25" y="114"/>
                      <a:pt x="23" y="110"/>
                    </a:cubicBezTo>
                    <a:cubicBezTo>
                      <a:pt x="20" y="102"/>
                      <a:pt x="16" y="94"/>
                      <a:pt x="12" y="87"/>
                    </a:cubicBezTo>
                    <a:cubicBezTo>
                      <a:pt x="11" y="80"/>
                      <a:pt x="9" y="74"/>
                      <a:pt x="8" y="68"/>
                    </a:cubicBezTo>
                    <a:cubicBezTo>
                      <a:pt x="6" y="60"/>
                      <a:pt x="3" y="53"/>
                      <a:pt x="3" y="45"/>
                    </a:cubicBezTo>
                    <a:cubicBezTo>
                      <a:pt x="2" y="39"/>
                      <a:pt x="2" y="33"/>
                      <a:pt x="2" y="27"/>
                    </a:cubicBezTo>
                    <a:cubicBezTo>
                      <a:pt x="2" y="19"/>
                      <a:pt x="0" y="11"/>
                      <a:pt x="0" y="5"/>
                    </a:cubicBezTo>
                    <a:lnTo>
                      <a:pt x="0" y="5"/>
                    </a:lnTo>
                    <a:lnTo>
                      <a:pt x="5" y="1274"/>
                    </a:lnTo>
                    <a:cubicBezTo>
                      <a:pt x="5" y="1386"/>
                      <a:pt x="79" y="1497"/>
                      <a:pt x="225" y="1583"/>
                    </a:cubicBezTo>
                    <a:cubicBezTo>
                      <a:pt x="373" y="1669"/>
                      <a:pt x="567" y="1712"/>
                      <a:pt x="761" y="1712"/>
                    </a:cubicBezTo>
                    <a:cubicBezTo>
                      <a:pt x="954" y="1712"/>
                      <a:pt x="1147" y="1669"/>
                      <a:pt x="1295" y="1583"/>
                    </a:cubicBezTo>
                    <a:cubicBezTo>
                      <a:pt x="1445" y="1497"/>
                      <a:pt x="1520" y="1385"/>
                      <a:pt x="1520" y="1271"/>
                    </a:cubicBezTo>
                    <a:lnTo>
                      <a:pt x="151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3960;p69">
                <a:extLst>
                  <a:ext uri="{FF2B5EF4-FFF2-40B4-BE49-F238E27FC236}">
                    <a16:creationId xmlns:a16="http://schemas.microsoft.com/office/drawing/2014/main" id="{39FED6ED-5587-3D29-6EBF-B2FBB7243E30}"/>
                  </a:ext>
                </a:extLst>
              </p:cNvPr>
              <p:cNvSpPr/>
              <p:nvPr/>
            </p:nvSpPr>
            <p:spPr>
              <a:xfrm>
                <a:off x="-2457886" y="1057516"/>
                <a:ext cx="58930" cy="32011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767" extrusionOk="0">
                    <a:moveTo>
                      <a:pt x="711" y="0"/>
                    </a:moveTo>
                    <a:cubicBezTo>
                      <a:pt x="519" y="0"/>
                      <a:pt x="339" y="43"/>
                      <a:pt x="204" y="120"/>
                    </a:cubicBezTo>
                    <a:cubicBezTo>
                      <a:pt x="70" y="197"/>
                      <a:pt x="1" y="300"/>
                      <a:pt x="9" y="401"/>
                    </a:cubicBezTo>
                    <a:lnTo>
                      <a:pt x="10" y="409"/>
                    </a:lnTo>
                    <a:cubicBezTo>
                      <a:pt x="10" y="412"/>
                      <a:pt x="10" y="414"/>
                      <a:pt x="10" y="417"/>
                    </a:cubicBezTo>
                    <a:cubicBezTo>
                      <a:pt x="10" y="420"/>
                      <a:pt x="12" y="423"/>
                      <a:pt x="13" y="428"/>
                    </a:cubicBezTo>
                    <a:lnTo>
                      <a:pt x="15" y="434"/>
                    </a:lnTo>
                    <a:lnTo>
                      <a:pt x="16" y="441"/>
                    </a:lnTo>
                    <a:cubicBezTo>
                      <a:pt x="18" y="445"/>
                      <a:pt x="18" y="448"/>
                      <a:pt x="18" y="449"/>
                    </a:cubicBezTo>
                    <a:cubicBezTo>
                      <a:pt x="19" y="454"/>
                      <a:pt x="21" y="457"/>
                      <a:pt x="22" y="460"/>
                    </a:cubicBezTo>
                    <a:lnTo>
                      <a:pt x="25" y="468"/>
                    </a:lnTo>
                    <a:lnTo>
                      <a:pt x="30" y="475"/>
                    </a:lnTo>
                    <a:cubicBezTo>
                      <a:pt x="30" y="478"/>
                      <a:pt x="32" y="480"/>
                      <a:pt x="33" y="483"/>
                    </a:cubicBezTo>
                    <a:cubicBezTo>
                      <a:pt x="35" y="488"/>
                      <a:pt x="38" y="491"/>
                      <a:pt x="39" y="495"/>
                    </a:cubicBezTo>
                    <a:lnTo>
                      <a:pt x="44" y="501"/>
                    </a:lnTo>
                    <a:lnTo>
                      <a:pt x="49" y="509"/>
                    </a:lnTo>
                    <a:cubicBezTo>
                      <a:pt x="50" y="512"/>
                      <a:pt x="52" y="514"/>
                      <a:pt x="52" y="517"/>
                    </a:cubicBezTo>
                    <a:cubicBezTo>
                      <a:pt x="56" y="521"/>
                      <a:pt x="61" y="526"/>
                      <a:pt x="65" y="532"/>
                    </a:cubicBezTo>
                    <a:lnTo>
                      <a:pt x="70" y="537"/>
                    </a:lnTo>
                    <a:lnTo>
                      <a:pt x="75" y="545"/>
                    </a:lnTo>
                    <a:lnTo>
                      <a:pt x="79" y="551"/>
                    </a:lnTo>
                    <a:cubicBezTo>
                      <a:pt x="84" y="555"/>
                      <a:pt x="90" y="561"/>
                      <a:pt x="96" y="568"/>
                    </a:cubicBezTo>
                    <a:lnTo>
                      <a:pt x="101" y="572"/>
                    </a:lnTo>
                    <a:lnTo>
                      <a:pt x="107" y="578"/>
                    </a:lnTo>
                    <a:lnTo>
                      <a:pt x="113" y="583"/>
                    </a:lnTo>
                    <a:cubicBezTo>
                      <a:pt x="122" y="591"/>
                      <a:pt x="132" y="598"/>
                      <a:pt x="142" y="606"/>
                    </a:cubicBezTo>
                    <a:lnTo>
                      <a:pt x="153" y="615"/>
                    </a:lnTo>
                    <a:cubicBezTo>
                      <a:pt x="169" y="625"/>
                      <a:pt x="184" y="635"/>
                      <a:pt x="201" y="645"/>
                    </a:cubicBezTo>
                    <a:cubicBezTo>
                      <a:pt x="335" y="723"/>
                      <a:pt x="515" y="766"/>
                      <a:pt x="707" y="766"/>
                    </a:cubicBezTo>
                    <a:cubicBezTo>
                      <a:pt x="901" y="766"/>
                      <a:pt x="1081" y="723"/>
                      <a:pt x="1216" y="645"/>
                    </a:cubicBezTo>
                    <a:cubicBezTo>
                      <a:pt x="1233" y="635"/>
                      <a:pt x="1248" y="625"/>
                      <a:pt x="1264" y="615"/>
                    </a:cubicBezTo>
                    <a:cubicBezTo>
                      <a:pt x="1267" y="612"/>
                      <a:pt x="1268" y="611"/>
                      <a:pt x="1271" y="609"/>
                    </a:cubicBezTo>
                    <a:lnTo>
                      <a:pt x="1279" y="603"/>
                    </a:lnTo>
                    <a:lnTo>
                      <a:pt x="1285" y="598"/>
                    </a:lnTo>
                    <a:cubicBezTo>
                      <a:pt x="1291" y="592"/>
                      <a:pt x="1299" y="588"/>
                      <a:pt x="1305" y="583"/>
                    </a:cubicBezTo>
                    <a:cubicBezTo>
                      <a:pt x="1307" y="580"/>
                      <a:pt x="1310" y="578"/>
                      <a:pt x="1311" y="575"/>
                    </a:cubicBezTo>
                    <a:lnTo>
                      <a:pt x="1319" y="569"/>
                    </a:lnTo>
                    <a:lnTo>
                      <a:pt x="1324" y="563"/>
                    </a:lnTo>
                    <a:cubicBezTo>
                      <a:pt x="1330" y="558"/>
                      <a:pt x="1334" y="554"/>
                      <a:pt x="1339" y="549"/>
                    </a:cubicBezTo>
                    <a:cubicBezTo>
                      <a:pt x="1341" y="548"/>
                      <a:pt x="1342" y="545"/>
                      <a:pt x="1345" y="541"/>
                    </a:cubicBezTo>
                    <a:lnTo>
                      <a:pt x="1351" y="534"/>
                    </a:lnTo>
                    <a:lnTo>
                      <a:pt x="1356" y="528"/>
                    </a:lnTo>
                    <a:cubicBezTo>
                      <a:pt x="1359" y="525"/>
                      <a:pt x="1362" y="520"/>
                      <a:pt x="1365" y="515"/>
                    </a:cubicBezTo>
                    <a:cubicBezTo>
                      <a:pt x="1367" y="514"/>
                      <a:pt x="1368" y="511"/>
                      <a:pt x="1370" y="508"/>
                    </a:cubicBezTo>
                    <a:lnTo>
                      <a:pt x="1374" y="500"/>
                    </a:lnTo>
                    <a:lnTo>
                      <a:pt x="1379" y="494"/>
                    </a:lnTo>
                    <a:cubicBezTo>
                      <a:pt x="1381" y="489"/>
                      <a:pt x="1384" y="486"/>
                      <a:pt x="1385" y="481"/>
                    </a:cubicBezTo>
                    <a:cubicBezTo>
                      <a:pt x="1387" y="480"/>
                      <a:pt x="1388" y="477"/>
                      <a:pt x="1388" y="475"/>
                    </a:cubicBezTo>
                    <a:lnTo>
                      <a:pt x="1393" y="468"/>
                    </a:lnTo>
                    <a:lnTo>
                      <a:pt x="1394" y="460"/>
                    </a:lnTo>
                    <a:cubicBezTo>
                      <a:pt x="1398" y="455"/>
                      <a:pt x="1399" y="452"/>
                      <a:pt x="1401" y="449"/>
                    </a:cubicBezTo>
                    <a:cubicBezTo>
                      <a:pt x="1401" y="446"/>
                      <a:pt x="1401" y="445"/>
                      <a:pt x="1402" y="441"/>
                    </a:cubicBezTo>
                    <a:lnTo>
                      <a:pt x="1404" y="434"/>
                    </a:lnTo>
                    <a:lnTo>
                      <a:pt x="1405" y="426"/>
                    </a:lnTo>
                    <a:cubicBezTo>
                      <a:pt x="1407" y="423"/>
                      <a:pt x="1408" y="418"/>
                      <a:pt x="1408" y="415"/>
                    </a:cubicBezTo>
                    <a:cubicBezTo>
                      <a:pt x="1408" y="414"/>
                      <a:pt x="1408" y="411"/>
                      <a:pt x="1408" y="409"/>
                    </a:cubicBezTo>
                    <a:lnTo>
                      <a:pt x="1410" y="400"/>
                    </a:lnTo>
                    <a:lnTo>
                      <a:pt x="1411" y="394"/>
                    </a:lnTo>
                    <a:cubicBezTo>
                      <a:pt x="1411" y="389"/>
                      <a:pt x="1411" y="386"/>
                      <a:pt x="1411" y="381"/>
                    </a:cubicBezTo>
                    <a:cubicBezTo>
                      <a:pt x="1411" y="286"/>
                      <a:pt x="1344" y="194"/>
                      <a:pt x="1219" y="122"/>
                    </a:cubicBezTo>
                    <a:cubicBezTo>
                      <a:pt x="1085" y="43"/>
                      <a:pt x="904" y="0"/>
                      <a:pt x="7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3961;p69">
                <a:extLst>
                  <a:ext uri="{FF2B5EF4-FFF2-40B4-BE49-F238E27FC236}">
                    <a16:creationId xmlns:a16="http://schemas.microsoft.com/office/drawing/2014/main" id="{41C7E035-48BF-5349-6CAC-F90E8FD0152D}"/>
                  </a:ext>
                </a:extLst>
              </p:cNvPr>
              <p:cNvSpPr/>
              <p:nvPr/>
            </p:nvSpPr>
            <p:spPr>
              <a:xfrm>
                <a:off x="-2460265" y="1055179"/>
                <a:ext cx="63604" cy="36685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879" extrusionOk="0">
                    <a:moveTo>
                      <a:pt x="768" y="56"/>
                    </a:moveTo>
                    <a:cubicBezTo>
                      <a:pt x="961" y="56"/>
                      <a:pt x="1142" y="99"/>
                      <a:pt x="1276" y="178"/>
                    </a:cubicBezTo>
                    <a:cubicBezTo>
                      <a:pt x="1401" y="250"/>
                      <a:pt x="1468" y="342"/>
                      <a:pt x="1468" y="437"/>
                    </a:cubicBezTo>
                    <a:cubicBezTo>
                      <a:pt x="1468" y="442"/>
                      <a:pt x="1468" y="445"/>
                      <a:pt x="1467" y="448"/>
                    </a:cubicBezTo>
                    <a:lnTo>
                      <a:pt x="1467" y="456"/>
                    </a:lnTo>
                    <a:lnTo>
                      <a:pt x="1465" y="464"/>
                    </a:lnTo>
                    <a:cubicBezTo>
                      <a:pt x="1465" y="467"/>
                      <a:pt x="1465" y="470"/>
                      <a:pt x="1465" y="471"/>
                    </a:cubicBezTo>
                    <a:cubicBezTo>
                      <a:pt x="1465" y="474"/>
                      <a:pt x="1464" y="479"/>
                      <a:pt x="1462" y="482"/>
                    </a:cubicBezTo>
                    <a:lnTo>
                      <a:pt x="1461" y="490"/>
                    </a:lnTo>
                    <a:lnTo>
                      <a:pt x="1459" y="497"/>
                    </a:lnTo>
                    <a:cubicBezTo>
                      <a:pt x="1458" y="501"/>
                      <a:pt x="1458" y="502"/>
                      <a:pt x="1458" y="505"/>
                    </a:cubicBezTo>
                    <a:cubicBezTo>
                      <a:pt x="1456" y="508"/>
                      <a:pt x="1455" y="511"/>
                      <a:pt x="1451" y="516"/>
                    </a:cubicBezTo>
                    <a:lnTo>
                      <a:pt x="1450" y="524"/>
                    </a:lnTo>
                    <a:lnTo>
                      <a:pt x="1445" y="531"/>
                    </a:lnTo>
                    <a:cubicBezTo>
                      <a:pt x="1445" y="533"/>
                      <a:pt x="1444" y="536"/>
                      <a:pt x="1442" y="537"/>
                    </a:cubicBezTo>
                    <a:cubicBezTo>
                      <a:pt x="1441" y="542"/>
                      <a:pt x="1438" y="545"/>
                      <a:pt x="1436" y="550"/>
                    </a:cubicBezTo>
                    <a:lnTo>
                      <a:pt x="1431" y="556"/>
                    </a:lnTo>
                    <a:lnTo>
                      <a:pt x="1427" y="564"/>
                    </a:lnTo>
                    <a:cubicBezTo>
                      <a:pt x="1425" y="567"/>
                      <a:pt x="1424" y="570"/>
                      <a:pt x="1422" y="571"/>
                    </a:cubicBezTo>
                    <a:cubicBezTo>
                      <a:pt x="1419" y="576"/>
                      <a:pt x="1416" y="581"/>
                      <a:pt x="1413" y="584"/>
                    </a:cubicBezTo>
                    <a:lnTo>
                      <a:pt x="1407" y="590"/>
                    </a:lnTo>
                    <a:lnTo>
                      <a:pt x="1401" y="597"/>
                    </a:lnTo>
                    <a:cubicBezTo>
                      <a:pt x="1399" y="601"/>
                      <a:pt x="1398" y="604"/>
                      <a:pt x="1396" y="605"/>
                    </a:cubicBezTo>
                    <a:cubicBezTo>
                      <a:pt x="1391" y="610"/>
                      <a:pt x="1387" y="614"/>
                      <a:pt x="1381" y="619"/>
                    </a:cubicBezTo>
                    <a:lnTo>
                      <a:pt x="1376" y="625"/>
                    </a:lnTo>
                    <a:lnTo>
                      <a:pt x="1368" y="631"/>
                    </a:lnTo>
                    <a:cubicBezTo>
                      <a:pt x="1367" y="634"/>
                      <a:pt x="1364" y="636"/>
                      <a:pt x="1362" y="639"/>
                    </a:cubicBezTo>
                    <a:cubicBezTo>
                      <a:pt x="1356" y="644"/>
                      <a:pt x="1348" y="648"/>
                      <a:pt x="1342" y="654"/>
                    </a:cubicBezTo>
                    <a:lnTo>
                      <a:pt x="1336" y="659"/>
                    </a:lnTo>
                    <a:lnTo>
                      <a:pt x="1328" y="665"/>
                    </a:lnTo>
                    <a:cubicBezTo>
                      <a:pt x="1325" y="667"/>
                      <a:pt x="1324" y="668"/>
                      <a:pt x="1321" y="671"/>
                    </a:cubicBezTo>
                    <a:cubicBezTo>
                      <a:pt x="1305" y="681"/>
                      <a:pt x="1290" y="691"/>
                      <a:pt x="1273" y="701"/>
                    </a:cubicBezTo>
                    <a:cubicBezTo>
                      <a:pt x="1138" y="779"/>
                      <a:pt x="958" y="822"/>
                      <a:pt x="764" y="822"/>
                    </a:cubicBezTo>
                    <a:cubicBezTo>
                      <a:pt x="572" y="822"/>
                      <a:pt x="392" y="779"/>
                      <a:pt x="258" y="701"/>
                    </a:cubicBezTo>
                    <a:cubicBezTo>
                      <a:pt x="241" y="691"/>
                      <a:pt x="226" y="681"/>
                      <a:pt x="210" y="671"/>
                    </a:cubicBezTo>
                    <a:lnTo>
                      <a:pt x="199" y="662"/>
                    </a:lnTo>
                    <a:cubicBezTo>
                      <a:pt x="189" y="654"/>
                      <a:pt x="179" y="647"/>
                      <a:pt x="169" y="639"/>
                    </a:cubicBezTo>
                    <a:lnTo>
                      <a:pt x="164" y="634"/>
                    </a:lnTo>
                    <a:lnTo>
                      <a:pt x="158" y="628"/>
                    </a:lnTo>
                    <a:lnTo>
                      <a:pt x="153" y="624"/>
                    </a:lnTo>
                    <a:cubicBezTo>
                      <a:pt x="147" y="617"/>
                      <a:pt x="141" y="611"/>
                      <a:pt x="136" y="607"/>
                    </a:cubicBezTo>
                    <a:lnTo>
                      <a:pt x="132" y="601"/>
                    </a:lnTo>
                    <a:lnTo>
                      <a:pt x="127" y="593"/>
                    </a:lnTo>
                    <a:lnTo>
                      <a:pt x="122" y="588"/>
                    </a:lnTo>
                    <a:cubicBezTo>
                      <a:pt x="118" y="582"/>
                      <a:pt x="113" y="577"/>
                      <a:pt x="109" y="573"/>
                    </a:cubicBezTo>
                    <a:cubicBezTo>
                      <a:pt x="109" y="570"/>
                      <a:pt x="107" y="568"/>
                      <a:pt x="106" y="565"/>
                    </a:cubicBezTo>
                    <a:lnTo>
                      <a:pt x="101" y="557"/>
                    </a:lnTo>
                    <a:lnTo>
                      <a:pt x="96" y="551"/>
                    </a:lnTo>
                    <a:cubicBezTo>
                      <a:pt x="95" y="547"/>
                      <a:pt x="92" y="544"/>
                      <a:pt x="90" y="539"/>
                    </a:cubicBezTo>
                    <a:cubicBezTo>
                      <a:pt x="89" y="536"/>
                      <a:pt x="87" y="534"/>
                      <a:pt x="87" y="531"/>
                    </a:cubicBezTo>
                    <a:lnTo>
                      <a:pt x="82" y="524"/>
                    </a:lnTo>
                    <a:lnTo>
                      <a:pt x="79" y="516"/>
                    </a:lnTo>
                    <a:cubicBezTo>
                      <a:pt x="78" y="513"/>
                      <a:pt x="76" y="510"/>
                      <a:pt x="75" y="505"/>
                    </a:cubicBezTo>
                    <a:cubicBezTo>
                      <a:pt x="75" y="504"/>
                      <a:pt x="75" y="501"/>
                      <a:pt x="73" y="497"/>
                    </a:cubicBezTo>
                    <a:lnTo>
                      <a:pt x="72" y="490"/>
                    </a:lnTo>
                    <a:lnTo>
                      <a:pt x="70" y="484"/>
                    </a:lnTo>
                    <a:cubicBezTo>
                      <a:pt x="69" y="479"/>
                      <a:pt x="67" y="476"/>
                      <a:pt x="67" y="473"/>
                    </a:cubicBezTo>
                    <a:cubicBezTo>
                      <a:pt x="67" y="470"/>
                      <a:pt x="67" y="468"/>
                      <a:pt x="67" y="465"/>
                    </a:cubicBezTo>
                    <a:lnTo>
                      <a:pt x="66" y="457"/>
                    </a:lnTo>
                    <a:cubicBezTo>
                      <a:pt x="58" y="356"/>
                      <a:pt x="129" y="253"/>
                      <a:pt x="261" y="176"/>
                    </a:cubicBezTo>
                    <a:cubicBezTo>
                      <a:pt x="396" y="99"/>
                      <a:pt x="576" y="56"/>
                      <a:pt x="768" y="56"/>
                    </a:cubicBezTo>
                    <a:close/>
                    <a:moveTo>
                      <a:pt x="768" y="1"/>
                    </a:moveTo>
                    <a:cubicBezTo>
                      <a:pt x="575" y="1"/>
                      <a:pt x="381" y="44"/>
                      <a:pt x="233" y="130"/>
                    </a:cubicBezTo>
                    <a:cubicBezTo>
                      <a:pt x="73" y="221"/>
                      <a:pt x="1" y="344"/>
                      <a:pt x="12" y="464"/>
                    </a:cubicBezTo>
                    <a:lnTo>
                      <a:pt x="12" y="462"/>
                    </a:lnTo>
                    <a:cubicBezTo>
                      <a:pt x="12" y="468"/>
                      <a:pt x="12" y="476"/>
                      <a:pt x="13" y="482"/>
                    </a:cubicBezTo>
                    <a:cubicBezTo>
                      <a:pt x="13" y="490"/>
                      <a:pt x="16" y="497"/>
                      <a:pt x="18" y="505"/>
                    </a:cubicBezTo>
                    <a:cubicBezTo>
                      <a:pt x="19" y="511"/>
                      <a:pt x="21" y="517"/>
                      <a:pt x="22" y="524"/>
                    </a:cubicBezTo>
                    <a:cubicBezTo>
                      <a:pt x="26" y="531"/>
                      <a:pt x="30" y="539"/>
                      <a:pt x="33" y="547"/>
                    </a:cubicBezTo>
                    <a:cubicBezTo>
                      <a:pt x="35" y="551"/>
                      <a:pt x="36" y="559"/>
                      <a:pt x="41" y="565"/>
                    </a:cubicBezTo>
                    <a:cubicBezTo>
                      <a:pt x="44" y="573"/>
                      <a:pt x="49" y="581"/>
                      <a:pt x="55" y="587"/>
                    </a:cubicBezTo>
                    <a:cubicBezTo>
                      <a:pt x="58" y="593"/>
                      <a:pt x="61" y="599"/>
                      <a:pt x="64" y="605"/>
                    </a:cubicBezTo>
                    <a:cubicBezTo>
                      <a:pt x="70" y="613"/>
                      <a:pt x="76" y="621"/>
                      <a:pt x="84" y="630"/>
                    </a:cubicBezTo>
                    <a:cubicBezTo>
                      <a:pt x="89" y="634"/>
                      <a:pt x="92" y="639"/>
                      <a:pt x="95" y="644"/>
                    </a:cubicBezTo>
                    <a:cubicBezTo>
                      <a:pt x="102" y="651"/>
                      <a:pt x="112" y="661"/>
                      <a:pt x="121" y="668"/>
                    </a:cubicBezTo>
                    <a:cubicBezTo>
                      <a:pt x="126" y="673"/>
                      <a:pt x="129" y="676"/>
                      <a:pt x="133" y="681"/>
                    </a:cubicBezTo>
                    <a:cubicBezTo>
                      <a:pt x="144" y="690"/>
                      <a:pt x="155" y="697"/>
                      <a:pt x="167" y="707"/>
                    </a:cubicBezTo>
                    <a:cubicBezTo>
                      <a:pt x="170" y="710"/>
                      <a:pt x="175" y="713"/>
                      <a:pt x="178" y="716"/>
                    </a:cubicBezTo>
                    <a:cubicBezTo>
                      <a:pt x="195" y="728"/>
                      <a:pt x="212" y="739"/>
                      <a:pt x="230" y="750"/>
                    </a:cubicBezTo>
                    <a:cubicBezTo>
                      <a:pt x="378" y="836"/>
                      <a:pt x="570" y="879"/>
                      <a:pt x="765" y="879"/>
                    </a:cubicBezTo>
                    <a:cubicBezTo>
                      <a:pt x="959" y="879"/>
                      <a:pt x="1153" y="836"/>
                      <a:pt x="1301" y="750"/>
                    </a:cubicBezTo>
                    <a:cubicBezTo>
                      <a:pt x="1319" y="739"/>
                      <a:pt x="1336" y="728"/>
                      <a:pt x="1353" y="716"/>
                    </a:cubicBezTo>
                    <a:cubicBezTo>
                      <a:pt x="1359" y="711"/>
                      <a:pt x="1364" y="707"/>
                      <a:pt x="1370" y="704"/>
                    </a:cubicBezTo>
                    <a:cubicBezTo>
                      <a:pt x="1379" y="696"/>
                      <a:pt x="1390" y="688"/>
                      <a:pt x="1399" y="681"/>
                    </a:cubicBezTo>
                    <a:cubicBezTo>
                      <a:pt x="1404" y="676"/>
                      <a:pt x="1408" y="671"/>
                      <a:pt x="1413" y="665"/>
                    </a:cubicBezTo>
                    <a:cubicBezTo>
                      <a:pt x="1421" y="659"/>
                      <a:pt x="1430" y="651"/>
                      <a:pt x="1436" y="644"/>
                    </a:cubicBezTo>
                    <a:cubicBezTo>
                      <a:pt x="1442" y="637"/>
                      <a:pt x="1445" y="631"/>
                      <a:pt x="1450" y="627"/>
                    </a:cubicBezTo>
                    <a:cubicBezTo>
                      <a:pt x="1456" y="619"/>
                      <a:pt x="1462" y="611"/>
                      <a:pt x="1468" y="604"/>
                    </a:cubicBezTo>
                    <a:cubicBezTo>
                      <a:pt x="1473" y="599"/>
                      <a:pt x="1476" y="593"/>
                      <a:pt x="1479" y="587"/>
                    </a:cubicBezTo>
                    <a:cubicBezTo>
                      <a:pt x="1484" y="579"/>
                      <a:pt x="1488" y="571"/>
                      <a:pt x="1493" y="564"/>
                    </a:cubicBezTo>
                    <a:cubicBezTo>
                      <a:pt x="1496" y="557"/>
                      <a:pt x="1498" y="551"/>
                      <a:pt x="1501" y="545"/>
                    </a:cubicBezTo>
                    <a:cubicBezTo>
                      <a:pt x="1504" y="537"/>
                      <a:pt x="1507" y="530"/>
                      <a:pt x="1510" y="524"/>
                    </a:cubicBezTo>
                    <a:cubicBezTo>
                      <a:pt x="1511" y="516"/>
                      <a:pt x="1513" y="510"/>
                      <a:pt x="1515" y="504"/>
                    </a:cubicBezTo>
                    <a:cubicBezTo>
                      <a:pt x="1516" y="496"/>
                      <a:pt x="1519" y="488"/>
                      <a:pt x="1521" y="481"/>
                    </a:cubicBezTo>
                    <a:cubicBezTo>
                      <a:pt x="1522" y="474"/>
                      <a:pt x="1522" y="468"/>
                      <a:pt x="1522" y="462"/>
                    </a:cubicBezTo>
                    <a:cubicBezTo>
                      <a:pt x="1522" y="454"/>
                      <a:pt x="1524" y="447"/>
                      <a:pt x="1524" y="439"/>
                    </a:cubicBezTo>
                    <a:cubicBezTo>
                      <a:pt x="1524" y="327"/>
                      <a:pt x="1451" y="216"/>
                      <a:pt x="1304" y="130"/>
                    </a:cubicBezTo>
                    <a:cubicBezTo>
                      <a:pt x="1156" y="44"/>
                      <a:pt x="962" y="1"/>
                      <a:pt x="7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3962;p69">
                <a:extLst>
                  <a:ext uri="{FF2B5EF4-FFF2-40B4-BE49-F238E27FC236}">
                    <a16:creationId xmlns:a16="http://schemas.microsoft.com/office/drawing/2014/main" id="{B876A4C4-BB07-B834-11F4-2EE3BD51F8D0}"/>
                  </a:ext>
                </a:extLst>
              </p:cNvPr>
              <p:cNvSpPr/>
              <p:nvPr/>
            </p:nvSpPr>
            <p:spPr>
              <a:xfrm>
                <a:off x="-2415567" y="970248"/>
                <a:ext cx="96324" cy="53922"/>
              </a:xfrm>
              <a:custGeom>
                <a:avLst/>
                <a:gdLst/>
                <a:ahLst/>
                <a:cxnLst/>
                <a:rect l="l" t="t" r="r" b="b"/>
                <a:pathLst>
                  <a:path w="2308" h="1292" extrusionOk="0">
                    <a:moveTo>
                      <a:pt x="2308" y="1"/>
                    </a:moveTo>
                    <a:cubicBezTo>
                      <a:pt x="1645" y="464"/>
                      <a:pt x="868" y="868"/>
                      <a:pt x="1" y="1200"/>
                    </a:cubicBezTo>
                    <a:lnTo>
                      <a:pt x="1" y="1202"/>
                    </a:lnTo>
                    <a:lnTo>
                      <a:pt x="1" y="1291"/>
                    </a:lnTo>
                    <a:cubicBezTo>
                      <a:pt x="867" y="959"/>
                      <a:pt x="1643" y="554"/>
                      <a:pt x="2308" y="91"/>
                    </a:cubicBezTo>
                    <a:lnTo>
                      <a:pt x="230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3963;p69">
                <a:extLst>
                  <a:ext uri="{FF2B5EF4-FFF2-40B4-BE49-F238E27FC236}">
                    <a16:creationId xmlns:a16="http://schemas.microsoft.com/office/drawing/2014/main" id="{BC4C2F74-93A1-1273-2059-5BFC65D8B0BE}"/>
                  </a:ext>
                </a:extLst>
              </p:cNvPr>
              <p:cNvSpPr/>
              <p:nvPr/>
            </p:nvSpPr>
            <p:spPr>
              <a:xfrm>
                <a:off x="-2423079" y="928847"/>
                <a:ext cx="159762" cy="92860"/>
              </a:xfrm>
              <a:custGeom>
                <a:avLst/>
                <a:gdLst/>
                <a:ahLst/>
                <a:cxnLst/>
                <a:rect l="l" t="t" r="r" b="b"/>
                <a:pathLst>
                  <a:path w="3828" h="2225" extrusionOk="0">
                    <a:moveTo>
                      <a:pt x="3731" y="0"/>
                    </a:moveTo>
                    <a:lnTo>
                      <a:pt x="2120" y="780"/>
                    </a:lnTo>
                    <a:cubicBezTo>
                      <a:pt x="1322" y="1166"/>
                      <a:pt x="627" y="1619"/>
                      <a:pt x="54" y="2120"/>
                    </a:cubicBezTo>
                    <a:lnTo>
                      <a:pt x="1" y="2168"/>
                    </a:lnTo>
                    <a:lnTo>
                      <a:pt x="99" y="2225"/>
                    </a:lnTo>
                    <a:lnTo>
                      <a:pt x="181" y="2194"/>
                    </a:lnTo>
                    <a:cubicBezTo>
                      <a:pt x="1048" y="1860"/>
                      <a:pt x="1823" y="1457"/>
                      <a:pt x="2488" y="993"/>
                    </a:cubicBezTo>
                    <a:lnTo>
                      <a:pt x="3828" y="57"/>
                    </a:lnTo>
                    <a:lnTo>
                      <a:pt x="373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3964;p69">
                <a:extLst>
                  <a:ext uri="{FF2B5EF4-FFF2-40B4-BE49-F238E27FC236}">
                    <a16:creationId xmlns:a16="http://schemas.microsoft.com/office/drawing/2014/main" id="{18527009-A57F-AA39-0F20-1E1C634C5A0F}"/>
                  </a:ext>
                </a:extLst>
              </p:cNvPr>
              <p:cNvSpPr/>
              <p:nvPr/>
            </p:nvSpPr>
            <p:spPr>
              <a:xfrm>
                <a:off x="-2441776" y="1013444"/>
                <a:ext cx="29089" cy="64856"/>
              </a:xfrm>
              <a:custGeom>
                <a:avLst/>
                <a:gdLst/>
                <a:ahLst/>
                <a:cxnLst/>
                <a:rect l="l" t="t" r="r" b="b"/>
                <a:pathLst>
                  <a:path w="697" h="1554" extrusionOk="0">
                    <a:moveTo>
                      <a:pt x="696" y="2"/>
                    </a:moveTo>
                    <a:lnTo>
                      <a:pt x="696" y="13"/>
                    </a:lnTo>
                    <a:lnTo>
                      <a:pt x="696" y="13"/>
                    </a:lnTo>
                    <a:cubicBezTo>
                      <a:pt x="696" y="13"/>
                      <a:pt x="696" y="13"/>
                      <a:pt x="696" y="13"/>
                    </a:cubicBezTo>
                    <a:cubicBezTo>
                      <a:pt x="696" y="9"/>
                      <a:pt x="696" y="5"/>
                      <a:pt x="696" y="2"/>
                    </a:cubicBezTo>
                    <a:close/>
                    <a:moveTo>
                      <a:pt x="2" y="1"/>
                    </a:moveTo>
                    <a:lnTo>
                      <a:pt x="1" y="1351"/>
                    </a:lnTo>
                    <a:cubicBezTo>
                      <a:pt x="1" y="1402"/>
                      <a:pt x="35" y="1454"/>
                      <a:pt x="102" y="1494"/>
                    </a:cubicBezTo>
                    <a:cubicBezTo>
                      <a:pt x="171" y="1534"/>
                      <a:pt x="260" y="1553"/>
                      <a:pt x="348" y="1553"/>
                    </a:cubicBezTo>
                    <a:cubicBezTo>
                      <a:pt x="437" y="1553"/>
                      <a:pt x="525" y="1534"/>
                      <a:pt x="593" y="1494"/>
                    </a:cubicBezTo>
                    <a:cubicBezTo>
                      <a:pt x="661" y="1456"/>
                      <a:pt x="695" y="1405"/>
                      <a:pt x="695" y="1353"/>
                    </a:cubicBezTo>
                    <a:lnTo>
                      <a:pt x="696" y="13"/>
                    </a:lnTo>
                    <a:lnTo>
                      <a:pt x="696" y="13"/>
                    </a:lnTo>
                    <a:cubicBezTo>
                      <a:pt x="695" y="16"/>
                      <a:pt x="695" y="18"/>
                      <a:pt x="695" y="21"/>
                    </a:cubicBezTo>
                    <a:cubicBezTo>
                      <a:pt x="695" y="25"/>
                      <a:pt x="693" y="29"/>
                      <a:pt x="692" y="32"/>
                    </a:cubicBezTo>
                    <a:cubicBezTo>
                      <a:pt x="692" y="35"/>
                      <a:pt x="690" y="38"/>
                      <a:pt x="690" y="41"/>
                    </a:cubicBezTo>
                    <a:cubicBezTo>
                      <a:pt x="689" y="44"/>
                      <a:pt x="687" y="47"/>
                      <a:pt x="685" y="50"/>
                    </a:cubicBezTo>
                    <a:cubicBezTo>
                      <a:pt x="684" y="53"/>
                      <a:pt x="684" y="56"/>
                      <a:pt x="682" y="59"/>
                    </a:cubicBezTo>
                    <a:cubicBezTo>
                      <a:pt x="679" y="62"/>
                      <a:pt x="678" y="65"/>
                      <a:pt x="676" y="70"/>
                    </a:cubicBezTo>
                    <a:cubicBezTo>
                      <a:pt x="673" y="73"/>
                      <a:pt x="673" y="75"/>
                      <a:pt x="670" y="78"/>
                    </a:cubicBezTo>
                    <a:cubicBezTo>
                      <a:pt x="669" y="82"/>
                      <a:pt x="665" y="85"/>
                      <a:pt x="662" y="88"/>
                    </a:cubicBezTo>
                    <a:cubicBezTo>
                      <a:pt x="659" y="92"/>
                      <a:pt x="659" y="93"/>
                      <a:pt x="656" y="96"/>
                    </a:cubicBezTo>
                    <a:cubicBezTo>
                      <a:pt x="653" y="99"/>
                      <a:pt x="649" y="102"/>
                      <a:pt x="645" y="107"/>
                    </a:cubicBezTo>
                    <a:cubicBezTo>
                      <a:pt x="644" y="108"/>
                      <a:pt x="641" y="110"/>
                      <a:pt x="639" y="113"/>
                    </a:cubicBezTo>
                    <a:cubicBezTo>
                      <a:pt x="635" y="116"/>
                      <a:pt x="630" y="121"/>
                      <a:pt x="624" y="124"/>
                    </a:cubicBezTo>
                    <a:cubicBezTo>
                      <a:pt x="622" y="125"/>
                      <a:pt x="621" y="127"/>
                      <a:pt x="619" y="128"/>
                    </a:cubicBezTo>
                    <a:cubicBezTo>
                      <a:pt x="612" y="133"/>
                      <a:pt x="604" y="139"/>
                      <a:pt x="595" y="144"/>
                    </a:cubicBezTo>
                    <a:cubicBezTo>
                      <a:pt x="528" y="183"/>
                      <a:pt x="439" y="203"/>
                      <a:pt x="350" y="203"/>
                    </a:cubicBezTo>
                    <a:cubicBezTo>
                      <a:pt x="262" y="203"/>
                      <a:pt x="172" y="183"/>
                      <a:pt x="104" y="144"/>
                    </a:cubicBezTo>
                    <a:cubicBezTo>
                      <a:pt x="96" y="139"/>
                      <a:pt x="89" y="133"/>
                      <a:pt x="81" y="128"/>
                    </a:cubicBezTo>
                    <a:cubicBezTo>
                      <a:pt x="78" y="127"/>
                      <a:pt x="75" y="124"/>
                      <a:pt x="73" y="122"/>
                    </a:cubicBezTo>
                    <a:cubicBezTo>
                      <a:pt x="69" y="119"/>
                      <a:pt x="64" y="116"/>
                      <a:pt x="61" y="112"/>
                    </a:cubicBezTo>
                    <a:cubicBezTo>
                      <a:pt x="58" y="110"/>
                      <a:pt x="55" y="108"/>
                      <a:pt x="53" y="105"/>
                    </a:cubicBezTo>
                    <a:cubicBezTo>
                      <a:pt x="50" y="102"/>
                      <a:pt x="46" y="99"/>
                      <a:pt x="42" y="95"/>
                    </a:cubicBezTo>
                    <a:cubicBezTo>
                      <a:pt x="41" y="93"/>
                      <a:pt x="38" y="90"/>
                      <a:pt x="36" y="87"/>
                    </a:cubicBezTo>
                    <a:cubicBezTo>
                      <a:pt x="33" y="84"/>
                      <a:pt x="30" y="81"/>
                      <a:pt x="29" y="78"/>
                    </a:cubicBezTo>
                    <a:cubicBezTo>
                      <a:pt x="27" y="75"/>
                      <a:pt x="24" y="72"/>
                      <a:pt x="22" y="68"/>
                    </a:cubicBezTo>
                    <a:cubicBezTo>
                      <a:pt x="21" y="65"/>
                      <a:pt x="18" y="62"/>
                      <a:pt x="18" y="59"/>
                    </a:cubicBezTo>
                    <a:cubicBezTo>
                      <a:pt x="15" y="56"/>
                      <a:pt x="15" y="53"/>
                      <a:pt x="13" y="50"/>
                    </a:cubicBezTo>
                    <a:cubicBezTo>
                      <a:pt x="12" y="47"/>
                      <a:pt x="10" y="42"/>
                      <a:pt x="9" y="39"/>
                    </a:cubicBezTo>
                    <a:cubicBezTo>
                      <a:pt x="9" y="38"/>
                      <a:pt x="7" y="35"/>
                      <a:pt x="7" y="32"/>
                    </a:cubicBezTo>
                    <a:cubicBezTo>
                      <a:pt x="6" y="29"/>
                      <a:pt x="4" y="24"/>
                      <a:pt x="4" y="21"/>
                    </a:cubicBezTo>
                    <a:cubicBezTo>
                      <a:pt x="4" y="18"/>
                      <a:pt x="4" y="15"/>
                      <a:pt x="4" y="12"/>
                    </a:cubicBezTo>
                    <a:cubicBezTo>
                      <a:pt x="2" y="9"/>
                      <a:pt x="2" y="5"/>
                      <a:pt x="2" y="2"/>
                    </a:cubicBezTo>
                    <a:lnTo>
                      <a:pt x="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3965;p69">
                <a:extLst>
                  <a:ext uri="{FF2B5EF4-FFF2-40B4-BE49-F238E27FC236}">
                    <a16:creationId xmlns:a16="http://schemas.microsoft.com/office/drawing/2014/main" id="{BA40CDE0-5196-AAE2-31E5-AC7403115805}"/>
                  </a:ext>
                </a:extLst>
              </p:cNvPr>
              <p:cNvSpPr/>
              <p:nvPr/>
            </p:nvSpPr>
            <p:spPr>
              <a:xfrm>
                <a:off x="-2441693" y="1005139"/>
                <a:ext cx="29173" cy="16777"/>
              </a:xfrm>
              <a:custGeom>
                <a:avLst/>
                <a:gdLst/>
                <a:ahLst/>
                <a:cxnLst/>
                <a:rect l="l" t="t" r="r" b="b"/>
                <a:pathLst>
                  <a:path w="699" h="402" extrusionOk="0">
                    <a:moveTo>
                      <a:pt x="347" y="1"/>
                    </a:moveTo>
                    <a:cubicBezTo>
                      <a:pt x="258" y="1"/>
                      <a:pt x="168" y="20"/>
                      <a:pt x="100" y="60"/>
                    </a:cubicBezTo>
                    <a:cubicBezTo>
                      <a:pt x="33" y="98"/>
                      <a:pt x="0" y="149"/>
                      <a:pt x="0" y="201"/>
                    </a:cubicBezTo>
                    <a:cubicBezTo>
                      <a:pt x="0" y="204"/>
                      <a:pt x="0" y="208"/>
                      <a:pt x="0" y="211"/>
                    </a:cubicBezTo>
                    <a:lnTo>
                      <a:pt x="2" y="211"/>
                    </a:lnTo>
                    <a:cubicBezTo>
                      <a:pt x="2" y="214"/>
                      <a:pt x="2" y="217"/>
                      <a:pt x="2" y="220"/>
                    </a:cubicBezTo>
                    <a:cubicBezTo>
                      <a:pt x="2" y="223"/>
                      <a:pt x="4" y="228"/>
                      <a:pt x="5" y="231"/>
                    </a:cubicBezTo>
                    <a:cubicBezTo>
                      <a:pt x="5" y="234"/>
                      <a:pt x="7" y="237"/>
                      <a:pt x="7" y="238"/>
                    </a:cubicBezTo>
                    <a:cubicBezTo>
                      <a:pt x="8" y="241"/>
                      <a:pt x="10" y="246"/>
                      <a:pt x="11" y="249"/>
                    </a:cubicBezTo>
                    <a:cubicBezTo>
                      <a:pt x="13" y="252"/>
                      <a:pt x="13" y="255"/>
                      <a:pt x="14" y="258"/>
                    </a:cubicBezTo>
                    <a:cubicBezTo>
                      <a:pt x="16" y="261"/>
                      <a:pt x="19" y="264"/>
                      <a:pt x="20" y="267"/>
                    </a:cubicBezTo>
                    <a:cubicBezTo>
                      <a:pt x="22" y="271"/>
                      <a:pt x="25" y="274"/>
                      <a:pt x="27" y="277"/>
                    </a:cubicBezTo>
                    <a:cubicBezTo>
                      <a:pt x="28" y="280"/>
                      <a:pt x="31" y="283"/>
                      <a:pt x="34" y="286"/>
                    </a:cubicBezTo>
                    <a:cubicBezTo>
                      <a:pt x="36" y="289"/>
                      <a:pt x="39" y="292"/>
                      <a:pt x="40" y="294"/>
                    </a:cubicBezTo>
                    <a:cubicBezTo>
                      <a:pt x="44" y="298"/>
                      <a:pt x="48" y="301"/>
                      <a:pt x="51" y="304"/>
                    </a:cubicBezTo>
                    <a:cubicBezTo>
                      <a:pt x="53" y="307"/>
                      <a:pt x="56" y="309"/>
                      <a:pt x="59" y="311"/>
                    </a:cubicBezTo>
                    <a:cubicBezTo>
                      <a:pt x="62" y="315"/>
                      <a:pt x="67" y="318"/>
                      <a:pt x="71" y="321"/>
                    </a:cubicBezTo>
                    <a:cubicBezTo>
                      <a:pt x="73" y="323"/>
                      <a:pt x="76" y="326"/>
                      <a:pt x="79" y="327"/>
                    </a:cubicBezTo>
                    <a:cubicBezTo>
                      <a:pt x="87" y="332"/>
                      <a:pt x="94" y="338"/>
                      <a:pt x="102" y="343"/>
                    </a:cubicBezTo>
                    <a:cubicBezTo>
                      <a:pt x="170" y="382"/>
                      <a:pt x="260" y="402"/>
                      <a:pt x="348" y="402"/>
                    </a:cubicBezTo>
                    <a:cubicBezTo>
                      <a:pt x="437" y="402"/>
                      <a:pt x="526" y="382"/>
                      <a:pt x="593" y="343"/>
                    </a:cubicBezTo>
                    <a:cubicBezTo>
                      <a:pt x="602" y="338"/>
                      <a:pt x="610" y="332"/>
                      <a:pt x="617" y="327"/>
                    </a:cubicBezTo>
                    <a:cubicBezTo>
                      <a:pt x="619" y="326"/>
                      <a:pt x="620" y="324"/>
                      <a:pt x="622" y="323"/>
                    </a:cubicBezTo>
                    <a:cubicBezTo>
                      <a:pt x="628" y="320"/>
                      <a:pt x="633" y="315"/>
                      <a:pt x="637" y="312"/>
                    </a:cubicBezTo>
                    <a:cubicBezTo>
                      <a:pt x="639" y="309"/>
                      <a:pt x="642" y="307"/>
                      <a:pt x="643" y="306"/>
                    </a:cubicBezTo>
                    <a:cubicBezTo>
                      <a:pt x="647" y="301"/>
                      <a:pt x="651" y="298"/>
                      <a:pt x="654" y="295"/>
                    </a:cubicBezTo>
                    <a:cubicBezTo>
                      <a:pt x="657" y="292"/>
                      <a:pt x="659" y="291"/>
                      <a:pt x="660" y="287"/>
                    </a:cubicBezTo>
                    <a:cubicBezTo>
                      <a:pt x="663" y="284"/>
                      <a:pt x="667" y="281"/>
                      <a:pt x="668" y="277"/>
                    </a:cubicBezTo>
                    <a:cubicBezTo>
                      <a:pt x="671" y="274"/>
                      <a:pt x="673" y="272"/>
                      <a:pt x="674" y="269"/>
                    </a:cubicBezTo>
                    <a:cubicBezTo>
                      <a:pt x="676" y="264"/>
                      <a:pt x="677" y="261"/>
                      <a:pt x="680" y="258"/>
                    </a:cubicBezTo>
                    <a:cubicBezTo>
                      <a:pt x="682" y="255"/>
                      <a:pt x="682" y="252"/>
                      <a:pt x="683" y="249"/>
                    </a:cubicBezTo>
                    <a:cubicBezTo>
                      <a:pt x="685" y="246"/>
                      <a:pt x="687" y="243"/>
                      <a:pt x="688" y="240"/>
                    </a:cubicBezTo>
                    <a:cubicBezTo>
                      <a:pt x="688" y="237"/>
                      <a:pt x="690" y="234"/>
                      <a:pt x="690" y="231"/>
                    </a:cubicBezTo>
                    <a:cubicBezTo>
                      <a:pt x="691" y="228"/>
                      <a:pt x="691" y="224"/>
                      <a:pt x="693" y="220"/>
                    </a:cubicBezTo>
                    <a:cubicBezTo>
                      <a:pt x="693" y="217"/>
                      <a:pt x="693" y="215"/>
                      <a:pt x="693" y="212"/>
                    </a:cubicBezTo>
                    <a:cubicBezTo>
                      <a:pt x="699" y="157"/>
                      <a:pt x="665" y="101"/>
                      <a:pt x="593" y="58"/>
                    </a:cubicBezTo>
                    <a:cubicBezTo>
                      <a:pt x="525" y="20"/>
                      <a:pt x="436" y="1"/>
                      <a:pt x="3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3966;p69">
                <a:extLst>
                  <a:ext uri="{FF2B5EF4-FFF2-40B4-BE49-F238E27FC236}">
                    <a16:creationId xmlns:a16="http://schemas.microsoft.com/office/drawing/2014/main" id="{985F7F29-BB5C-1DDA-2166-7F5ADD2F2D7B}"/>
                  </a:ext>
                </a:extLst>
              </p:cNvPr>
              <p:cNvSpPr/>
              <p:nvPr/>
            </p:nvSpPr>
            <p:spPr>
              <a:xfrm>
                <a:off x="-2440149" y="1006432"/>
                <a:ext cx="26043" cy="14148"/>
              </a:xfrm>
              <a:custGeom>
                <a:avLst/>
                <a:gdLst/>
                <a:ahLst/>
                <a:cxnLst/>
                <a:rect l="l" t="t" r="r" b="b"/>
                <a:pathLst>
                  <a:path w="624" h="339" extrusionOk="0">
                    <a:moveTo>
                      <a:pt x="309" y="1"/>
                    </a:moveTo>
                    <a:cubicBezTo>
                      <a:pt x="230" y="1"/>
                      <a:pt x="151" y="17"/>
                      <a:pt x="91" y="50"/>
                    </a:cubicBezTo>
                    <a:cubicBezTo>
                      <a:pt x="31" y="83"/>
                      <a:pt x="0" y="126"/>
                      <a:pt x="0" y="169"/>
                    </a:cubicBezTo>
                    <a:cubicBezTo>
                      <a:pt x="0" y="172"/>
                      <a:pt x="2" y="175"/>
                      <a:pt x="2" y="178"/>
                    </a:cubicBezTo>
                    <a:cubicBezTo>
                      <a:pt x="2" y="181"/>
                      <a:pt x="2" y="183"/>
                      <a:pt x="2" y="186"/>
                    </a:cubicBezTo>
                    <a:cubicBezTo>
                      <a:pt x="3" y="189"/>
                      <a:pt x="3" y="192"/>
                      <a:pt x="5" y="195"/>
                    </a:cubicBezTo>
                    <a:cubicBezTo>
                      <a:pt x="5" y="197"/>
                      <a:pt x="7" y="200"/>
                      <a:pt x="7" y="203"/>
                    </a:cubicBezTo>
                    <a:cubicBezTo>
                      <a:pt x="8" y="204"/>
                      <a:pt x="8" y="207"/>
                      <a:pt x="11" y="210"/>
                    </a:cubicBezTo>
                    <a:cubicBezTo>
                      <a:pt x="11" y="213"/>
                      <a:pt x="13" y="215"/>
                      <a:pt x="14" y="216"/>
                    </a:cubicBezTo>
                    <a:cubicBezTo>
                      <a:pt x="16" y="220"/>
                      <a:pt x="17" y="223"/>
                      <a:pt x="19" y="226"/>
                    </a:cubicBezTo>
                    <a:cubicBezTo>
                      <a:pt x="22" y="227"/>
                      <a:pt x="22" y="230"/>
                      <a:pt x="23" y="233"/>
                    </a:cubicBezTo>
                    <a:cubicBezTo>
                      <a:pt x="27" y="235"/>
                      <a:pt x="28" y="238"/>
                      <a:pt x="31" y="241"/>
                    </a:cubicBezTo>
                    <a:cubicBezTo>
                      <a:pt x="33" y="244"/>
                      <a:pt x="34" y="246"/>
                      <a:pt x="37" y="247"/>
                    </a:cubicBezTo>
                    <a:cubicBezTo>
                      <a:pt x="39" y="250"/>
                      <a:pt x="43" y="253"/>
                      <a:pt x="47" y="256"/>
                    </a:cubicBezTo>
                    <a:cubicBezTo>
                      <a:pt x="48" y="258"/>
                      <a:pt x="50" y="260"/>
                      <a:pt x="53" y="263"/>
                    </a:cubicBezTo>
                    <a:cubicBezTo>
                      <a:pt x="56" y="266"/>
                      <a:pt x="60" y="267"/>
                      <a:pt x="63" y="270"/>
                    </a:cubicBezTo>
                    <a:cubicBezTo>
                      <a:pt x="67" y="272"/>
                      <a:pt x="68" y="273"/>
                      <a:pt x="71" y="275"/>
                    </a:cubicBezTo>
                    <a:cubicBezTo>
                      <a:pt x="77" y="280"/>
                      <a:pt x="85" y="284"/>
                      <a:pt x="93" y="289"/>
                    </a:cubicBezTo>
                    <a:cubicBezTo>
                      <a:pt x="153" y="322"/>
                      <a:pt x="233" y="338"/>
                      <a:pt x="312" y="338"/>
                    </a:cubicBezTo>
                    <a:cubicBezTo>
                      <a:pt x="391" y="338"/>
                      <a:pt x="470" y="322"/>
                      <a:pt x="530" y="289"/>
                    </a:cubicBezTo>
                    <a:cubicBezTo>
                      <a:pt x="537" y="284"/>
                      <a:pt x="543" y="280"/>
                      <a:pt x="550" y="275"/>
                    </a:cubicBezTo>
                    <a:cubicBezTo>
                      <a:pt x="553" y="275"/>
                      <a:pt x="554" y="273"/>
                      <a:pt x="556" y="272"/>
                    </a:cubicBezTo>
                    <a:cubicBezTo>
                      <a:pt x="560" y="269"/>
                      <a:pt x="565" y="266"/>
                      <a:pt x="568" y="263"/>
                    </a:cubicBezTo>
                    <a:cubicBezTo>
                      <a:pt x="571" y="261"/>
                      <a:pt x="573" y="258"/>
                      <a:pt x="574" y="258"/>
                    </a:cubicBezTo>
                    <a:cubicBezTo>
                      <a:pt x="577" y="255"/>
                      <a:pt x="580" y="250"/>
                      <a:pt x="583" y="247"/>
                    </a:cubicBezTo>
                    <a:cubicBezTo>
                      <a:pt x="586" y="246"/>
                      <a:pt x="586" y="244"/>
                      <a:pt x="590" y="243"/>
                    </a:cubicBezTo>
                    <a:cubicBezTo>
                      <a:pt x="591" y="240"/>
                      <a:pt x="594" y="235"/>
                      <a:pt x="597" y="233"/>
                    </a:cubicBezTo>
                    <a:cubicBezTo>
                      <a:pt x="599" y="230"/>
                      <a:pt x="599" y="229"/>
                      <a:pt x="600" y="226"/>
                    </a:cubicBezTo>
                    <a:cubicBezTo>
                      <a:pt x="603" y="223"/>
                      <a:pt x="605" y="220"/>
                      <a:pt x="606" y="216"/>
                    </a:cubicBezTo>
                    <a:cubicBezTo>
                      <a:pt x="608" y="215"/>
                      <a:pt x="610" y="213"/>
                      <a:pt x="610" y="210"/>
                    </a:cubicBezTo>
                    <a:cubicBezTo>
                      <a:pt x="611" y="207"/>
                      <a:pt x="613" y="204"/>
                      <a:pt x="614" y="201"/>
                    </a:cubicBezTo>
                    <a:cubicBezTo>
                      <a:pt x="614" y="200"/>
                      <a:pt x="614" y="197"/>
                      <a:pt x="616" y="195"/>
                    </a:cubicBezTo>
                    <a:cubicBezTo>
                      <a:pt x="616" y="192"/>
                      <a:pt x="617" y="189"/>
                      <a:pt x="617" y="186"/>
                    </a:cubicBezTo>
                    <a:cubicBezTo>
                      <a:pt x="619" y="183"/>
                      <a:pt x="619" y="181"/>
                      <a:pt x="619" y="178"/>
                    </a:cubicBezTo>
                    <a:cubicBezTo>
                      <a:pt x="623" y="132"/>
                      <a:pt x="593" y="86"/>
                      <a:pt x="528" y="50"/>
                    </a:cubicBezTo>
                    <a:cubicBezTo>
                      <a:pt x="467" y="17"/>
                      <a:pt x="388" y="1"/>
                      <a:pt x="3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3967;p69">
                <a:extLst>
                  <a:ext uri="{FF2B5EF4-FFF2-40B4-BE49-F238E27FC236}">
                    <a16:creationId xmlns:a16="http://schemas.microsoft.com/office/drawing/2014/main" id="{4116785D-2AB1-9CF1-C518-9EB5DC66E596}"/>
                  </a:ext>
                </a:extLst>
              </p:cNvPr>
              <p:cNvSpPr/>
              <p:nvPr/>
            </p:nvSpPr>
            <p:spPr>
              <a:xfrm>
                <a:off x="-2444907" y="1032600"/>
                <a:ext cx="27128" cy="31468"/>
              </a:xfrm>
              <a:custGeom>
                <a:avLst/>
                <a:gdLst/>
                <a:ahLst/>
                <a:cxnLst/>
                <a:rect l="l" t="t" r="r" b="b"/>
                <a:pathLst>
                  <a:path w="650" h="754" extrusionOk="0">
                    <a:moveTo>
                      <a:pt x="650" y="0"/>
                    </a:moveTo>
                    <a:lnTo>
                      <a:pt x="1" y="663"/>
                    </a:lnTo>
                    <a:lnTo>
                      <a:pt x="1" y="754"/>
                    </a:lnTo>
                    <a:lnTo>
                      <a:pt x="650" y="91"/>
                    </a:lnTo>
                    <a:lnTo>
                      <a:pt x="65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3968;p69">
                <a:extLst>
                  <a:ext uri="{FF2B5EF4-FFF2-40B4-BE49-F238E27FC236}">
                    <a16:creationId xmlns:a16="http://schemas.microsoft.com/office/drawing/2014/main" id="{34B57264-2482-8337-840F-94167C506445}"/>
                  </a:ext>
                </a:extLst>
              </p:cNvPr>
              <p:cNvSpPr/>
              <p:nvPr/>
            </p:nvSpPr>
            <p:spPr>
              <a:xfrm>
                <a:off x="-2465816" y="1060271"/>
                <a:ext cx="20951" cy="16611"/>
              </a:xfrm>
              <a:custGeom>
                <a:avLst/>
                <a:gdLst/>
                <a:ahLst/>
                <a:cxnLst/>
                <a:rect l="l" t="t" r="r" b="b"/>
                <a:pathLst>
                  <a:path w="502" h="398" extrusionOk="0">
                    <a:moveTo>
                      <a:pt x="502" y="0"/>
                    </a:moveTo>
                    <a:cubicBezTo>
                      <a:pt x="368" y="119"/>
                      <a:pt x="197" y="223"/>
                      <a:pt x="0" y="308"/>
                    </a:cubicBezTo>
                    <a:lnTo>
                      <a:pt x="0" y="397"/>
                    </a:lnTo>
                    <a:cubicBezTo>
                      <a:pt x="197" y="312"/>
                      <a:pt x="366" y="209"/>
                      <a:pt x="502" y="91"/>
                    </a:cubicBez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3969;p69">
                <a:extLst>
                  <a:ext uri="{FF2B5EF4-FFF2-40B4-BE49-F238E27FC236}">
                    <a16:creationId xmlns:a16="http://schemas.microsoft.com/office/drawing/2014/main" id="{A04D7DE3-2CF7-6CF6-8944-91FA2BB6B326}"/>
                  </a:ext>
                </a:extLst>
              </p:cNvPr>
              <p:cNvSpPr/>
              <p:nvPr/>
            </p:nvSpPr>
            <p:spPr>
              <a:xfrm>
                <a:off x="-2577415" y="1073083"/>
                <a:ext cx="111641" cy="51543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235" extrusionOk="0">
                    <a:moveTo>
                      <a:pt x="2674" y="1"/>
                    </a:moveTo>
                    <a:lnTo>
                      <a:pt x="1" y="1144"/>
                    </a:lnTo>
                    <a:lnTo>
                      <a:pt x="1" y="1234"/>
                    </a:lnTo>
                    <a:lnTo>
                      <a:pt x="2674" y="92"/>
                    </a:lnTo>
                    <a:lnTo>
                      <a:pt x="267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3970;p69">
                <a:extLst>
                  <a:ext uri="{FF2B5EF4-FFF2-40B4-BE49-F238E27FC236}">
                    <a16:creationId xmlns:a16="http://schemas.microsoft.com/office/drawing/2014/main" id="{EE8514EF-287B-5E0E-99EB-4801626FEDFE}"/>
                  </a:ext>
                </a:extLst>
              </p:cNvPr>
              <p:cNvSpPr/>
              <p:nvPr/>
            </p:nvSpPr>
            <p:spPr>
              <a:xfrm>
                <a:off x="-2592190" y="1112314"/>
                <a:ext cx="14816" cy="1231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95" extrusionOk="0">
                    <a:moveTo>
                      <a:pt x="1" y="1"/>
                    </a:moveTo>
                    <a:lnTo>
                      <a:pt x="1" y="90"/>
                    </a:lnTo>
                    <a:lnTo>
                      <a:pt x="355" y="294"/>
                    </a:lnTo>
                    <a:lnTo>
                      <a:pt x="355" y="2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3971;p69">
                <a:extLst>
                  <a:ext uri="{FF2B5EF4-FFF2-40B4-BE49-F238E27FC236}">
                    <a16:creationId xmlns:a16="http://schemas.microsoft.com/office/drawing/2014/main" id="{C3F4E97A-7F6A-977F-79BC-AB495784713D}"/>
                  </a:ext>
                </a:extLst>
              </p:cNvPr>
              <p:cNvSpPr/>
              <p:nvPr/>
            </p:nvSpPr>
            <p:spPr>
              <a:xfrm>
                <a:off x="-2592190" y="1018870"/>
                <a:ext cx="174411" cy="101959"/>
              </a:xfrm>
              <a:custGeom>
                <a:avLst/>
                <a:gdLst/>
                <a:ahLst/>
                <a:cxnLst/>
                <a:rect l="l" t="t" r="r" b="b"/>
                <a:pathLst>
                  <a:path w="4179" h="2443" extrusionOk="0">
                    <a:moveTo>
                      <a:pt x="3608" y="0"/>
                    </a:moveTo>
                    <a:lnTo>
                      <a:pt x="2494" y="395"/>
                    </a:lnTo>
                    <a:cubicBezTo>
                      <a:pt x="2291" y="474"/>
                      <a:pt x="2111" y="572"/>
                      <a:pt x="1967" y="688"/>
                    </a:cubicBezTo>
                    <a:lnTo>
                      <a:pt x="1" y="2240"/>
                    </a:lnTo>
                    <a:lnTo>
                      <a:pt x="355" y="2443"/>
                    </a:lnTo>
                    <a:lnTo>
                      <a:pt x="3027" y="1300"/>
                    </a:lnTo>
                    <a:cubicBezTo>
                      <a:pt x="3225" y="1215"/>
                      <a:pt x="3394" y="1111"/>
                      <a:pt x="3530" y="992"/>
                    </a:cubicBezTo>
                    <a:lnTo>
                      <a:pt x="4179" y="329"/>
                    </a:lnTo>
                    <a:lnTo>
                      <a:pt x="4176" y="326"/>
                    </a:lnTo>
                    <a:cubicBezTo>
                      <a:pt x="4111" y="358"/>
                      <a:pt x="4032" y="373"/>
                      <a:pt x="3952" y="373"/>
                    </a:cubicBezTo>
                    <a:cubicBezTo>
                      <a:pt x="3864" y="373"/>
                      <a:pt x="3777" y="354"/>
                      <a:pt x="3710" y="315"/>
                    </a:cubicBezTo>
                    <a:cubicBezTo>
                      <a:pt x="3640" y="275"/>
                      <a:pt x="3608" y="225"/>
                      <a:pt x="3608" y="172"/>
                    </a:cubicBezTo>
                    <a:lnTo>
                      <a:pt x="360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5" name="Google Shape;3972;p69">
              <a:extLst>
                <a:ext uri="{FF2B5EF4-FFF2-40B4-BE49-F238E27FC236}">
                  <a16:creationId xmlns:a16="http://schemas.microsoft.com/office/drawing/2014/main" id="{0DAD69D0-FEFE-161F-EF53-C90EAFB58CFD}"/>
                </a:ext>
              </a:extLst>
            </p:cNvPr>
            <p:cNvGrpSpPr/>
            <p:nvPr/>
          </p:nvGrpSpPr>
          <p:grpSpPr>
            <a:xfrm>
              <a:off x="-1644352" y="1495284"/>
              <a:ext cx="328872" cy="216021"/>
              <a:chOff x="-2592190" y="928847"/>
              <a:chExt cx="328872" cy="216021"/>
            </a:xfrm>
          </p:grpSpPr>
          <p:sp>
            <p:nvSpPr>
              <p:cNvPr id="1016" name="Google Shape;3973;p69">
                <a:extLst>
                  <a:ext uri="{FF2B5EF4-FFF2-40B4-BE49-F238E27FC236}">
                    <a16:creationId xmlns:a16="http://schemas.microsoft.com/office/drawing/2014/main" id="{963582BF-C623-6DD7-4106-6D48E6783F90}"/>
                  </a:ext>
                </a:extLst>
              </p:cNvPr>
              <p:cNvSpPr/>
              <p:nvPr/>
            </p:nvSpPr>
            <p:spPr>
              <a:xfrm>
                <a:off x="-2459848" y="1073417"/>
                <a:ext cx="63437" cy="71450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712" extrusionOk="0">
                    <a:moveTo>
                      <a:pt x="0" y="5"/>
                    </a:moveTo>
                    <a:cubicBezTo>
                      <a:pt x="0" y="5"/>
                      <a:pt x="0" y="5"/>
                      <a:pt x="0" y="5"/>
                    </a:cubicBezTo>
                    <a:lnTo>
                      <a:pt x="0" y="5"/>
                    </a:lnTo>
                    <a:lnTo>
                      <a:pt x="0" y="5"/>
                    </a:lnTo>
                    <a:close/>
                    <a:moveTo>
                      <a:pt x="1514" y="0"/>
                    </a:moveTo>
                    <a:lnTo>
                      <a:pt x="1514" y="2"/>
                    </a:lnTo>
                    <a:cubicBezTo>
                      <a:pt x="1514" y="10"/>
                      <a:pt x="1512" y="17"/>
                      <a:pt x="1512" y="25"/>
                    </a:cubicBezTo>
                    <a:cubicBezTo>
                      <a:pt x="1511" y="31"/>
                      <a:pt x="1511" y="37"/>
                      <a:pt x="1511" y="44"/>
                    </a:cubicBezTo>
                    <a:cubicBezTo>
                      <a:pt x="1509" y="51"/>
                      <a:pt x="1506" y="59"/>
                      <a:pt x="1505" y="67"/>
                    </a:cubicBezTo>
                    <a:cubicBezTo>
                      <a:pt x="1503" y="73"/>
                      <a:pt x="1501" y="79"/>
                      <a:pt x="1500" y="87"/>
                    </a:cubicBezTo>
                    <a:cubicBezTo>
                      <a:pt x="1497" y="93"/>
                      <a:pt x="1494" y="100"/>
                      <a:pt x="1491" y="108"/>
                    </a:cubicBezTo>
                    <a:cubicBezTo>
                      <a:pt x="1488" y="114"/>
                      <a:pt x="1485" y="120"/>
                      <a:pt x="1483" y="127"/>
                    </a:cubicBezTo>
                    <a:cubicBezTo>
                      <a:pt x="1478" y="134"/>
                      <a:pt x="1474" y="142"/>
                      <a:pt x="1469" y="150"/>
                    </a:cubicBezTo>
                    <a:cubicBezTo>
                      <a:pt x="1466" y="156"/>
                      <a:pt x="1463" y="162"/>
                      <a:pt x="1458" y="167"/>
                    </a:cubicBezTo>
                    <a:cubicBezTo>
                      <a:pt x="1452" y="174"/>
                      <a:pt x="1446" y="182"/>
                      <a:pt x="1440" y="190"/>
                    </a:cubicBezTo>
                    <a:cubicBezTo>
                      <a:pt x="1435" y="194"/>
                      <a:pt x="1431" y="200"/>
                      <a:pt x="1426" y="207"/>
                    </a:cubicBezTo>
                    <a:cubicBezTo>
                      <a:pt x="1420" y="214"/>
                      <a:pt x="1411" y="222"/>
                      <a:pt x="1403" y="228"/>
                    </a:cubicBezTo>
                    <a:cubicBezTo>
                      <a:pt x="1398" y="234"/>
                      <a:pt x="1394" y="239"/>
                      <a:pt x="1389" y="244"/>
                    </a:cubicBezTo>
                    <a:cubicBezTo>
                      <a:pt x="1380" y="251"/>
                      <a:pt x="1369" y="259"/>
                      <a:pt x="1360" y="267"/>
                    </a:cubicBezTo>
                    <a:cubicBezTo>
                      <a:pt x="1354" y="270"/>
                      <a:pt x="1349" y="274"/>
                      <a:pt x="1343" y="279"/>
                    </a:cubicBezTo>
                    <a:cubicBezTo>
                      <a:pt x="1326" y="291"/>
                      <a:pt x="1309" y="302"/>
                      <a:pt x="1291" y="313"/>
                    </a:cubicBezTo>
                    <a:cubicBezTo>
                      <a:pt x="1142" y="398"/>
                      <a:pt x="948" y="441"/>
                      <a:pt x="755" y="441"/>
                    </a:cubicBezTo>
                    <a:cubicBezTo>
                      <a:pt x="561" y="441"/>
                      <a:pt x="368" y="398"/>
                      <a:pt x="220" y="313"/>
                    </a:cubicBezTo>
                    <a:cubicBezTo>
                      <a:pt x="202" y="302"/>
                      <a:pt x="185" y="291"/>
                      <a:pt x="168" y="279"/>
                    </a:cubicBezTo>
                    <a:cubicBezTo>
                      <a:pt x="165" y="276"/>
                      <a:pt x="160" y="273"/>
                      <a:pt x="157" y="270"/>
                    </a:cubicBezTo>
                    <a:cubicBezTo>
                      <a:pt x="145" y="260"/>
                      <a:pt x="134" y="253"/>
                      <a:pt x="123" y="244"/>
                    </a:cubicBezTo>
                    <a:cubicBezTo>
                      <a:pt x="119" y="239"/>
                      <a:pt x="116" y="236"/>
                      <a:pt x="111" y="231"/>
                    </a:cubicBezTo>
                    <a:cubicBezTo>
                      <a:pt x="102" y="224"/>
                      <a:pt x="92" y="214"/>
                      <a:pt x="85" y="207"/>
                    </a:cubicBezTo>
                    <a:cubicBezTo>
                      <a:pt x="82" y="202"/>
                      <a:pt x="79" y="197"/>
                      <a:pt x="74" y="193"/>
                    </a:cubicBezTo>
                    <a:cubicBezTo>
                      <a:pt x="66" y="184"/>
                      <a:pt x="60" y="176"/>
                      <a:pt x="54" y="168"/>
                    </a:cubicBezTo>
                    <a:cubicBezTo>
                      <a:pt x="51" y="162"/>
                      <a:pt x="48" y="156"/>
                      <a:pt x="45" y="150"/>
                    </a:cubicBezTo>
                    <a:cubicBezTo>
                      <a:pt x="39" y="144"/>
                      <a:pt x="34" y="136"/>
                      <a:pt x="31" y="128"/>
                    </a:cubicBezTo>
                    <a:cubicBezTo>
                      <a:pt x="26" y="122"/>
                      <a:pt x="25" y="114"/>
                      <a:pt x="23" y="110"/>
                    </a:cubicBezTo>
                    <a:cubicBezTo>
                      <a:pt x="20" y="102"/>
                      <a:pt x="16" y="94"/>
                      <a:pt x="12" y="87"/>
                    </a:cubicBezTo>
                    <a:cubicBezTo>
                      <a:pt x="11" y="80"/>
                      <a:pt x="9" y="74"/>
                      <a:pt x="8" y="68"/>
                    </a:cubicBezTo>
                    <a:cubicBezTo>
                      <a:pt x="6" y="60"/>
                      <a:pt x="3" y="53"/>
                      <a:pt x="3" y="45"/>
                    </a:cubicBezTo>
                    <a:cubicBezTo>
                      <a:pt x="2" y="39"/>
                      <a:pt x="2" y="33"/>
                      <a:pt x="2" y="27"/>
                    </a:cubicBezTo>
                    <a:cubicBezTo>
                      <a:pt x="2" y="19"/>
                      <a:pt x="0" y="11"/>
                      <a:pt x="0" y="5"/>
                    </a:cubicBezTo>
                    <a:lnTo>
                      <a:pt x="0" y="5"/>
                    </a:lnTo>
                    <a:lnTo>
                      <a:pt x="5" y="1274"/>
                    </a:lnTo>
                    <a:cubicBezTo>
                      <a:pt x="5" y="1386"/>
                      <a:pt x="79" y="1497"/>
                      <a:pt x="225" y="1583"/>
                    </a:cubicBezTo>
                    <a:cubicBezTo>
                      <a:pt x="373" y="1669"/>
                      <a:pt x="567" y="1712"/>
                      <a:pt x="761" y="1712"/>
                    </a:cubicBezTo>
                    <a:cubicBezTo>
                      <a:pt x="954" y="1712"/>
                      <a:pt x="1147" y="1669"/>
                      <a:pt x="1295" y="1583"/>
                    </a:cubicBezTo>
                    <a:cubicBezTo>
                      <a:pt x="1445" y="1497"/>
                      <a:pt x="1520" y="1385"/>
                      <a:pt x="1520" y="1271"/>
                    </a:cubicBezTo>
                    <a:lnTo>
                      <a:pt x="151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3974;p69">
                <a:extLst>
                  <a:ext uri="{FF2B5EF4-FFF2-40B4-BE49-F238E27FC236}">
                    <a16:creationId xmlns:a16="http://schemas.microsoft.com/office/drawing/2014/main" id="{90BE7035-8F9B-EB00-EA62-CC0A7AF494F7}"/>
                  </a:ext>
                </a:extLst>
              </p:cNvPr>
              <p:cNvSpPr/>
              <p:nvPr/>
            </p:nvSpPr>
            <p:spPr>
              <a:xfrm>
                <a:off x="-2457886" y="1057516"/>
                <a:ext cx="58930" cy="32011"/>
              </a:xfrm>
              <a:custGeom>
                <a:avLst/>
                <a:gdLst/>
                <a:ahLst/>
                <a:cxnLst/>
                <a:rect l="l" t="t" r="r" b="b"/>
                <a:pathLst>
                  <a:path w="1412" h="767" extrusionOk="0">
                    <a:moveTo>
                      <a:pt x="711" y="0"/>
                    </a:moveTo>
                    <a:cubicBezTo>
                      <a:pt x="519" y="0"/>
                      <a:pt x="339" y="43"/>
                      <a:pt x="204" y="120"/>
                    </a:cubicBezTo>
                    <a:cubicBezTo>
                      <a:pt x="70" y="197"/>
                      <a:pt x="1" y="300"/>
                      <a:pt x="9" y="401"/>
                    </a:cubicBezTo>
                    <a:lnTo>
                      <a:pt x="10" y="409"/>
                    </a:lnTo>
                    <a:cubicBezTo>
                      <a:pt x="10" y="412"/>
                      <a:pt x="10" y="414"/>
                      <a:pt x="10" y="417"/>
                    </a:cubicBezTo>
                    <a:cubicBezTo>
                      <a:pt x="10" y="420"/>
                      <a:pt x="12" y="423"/>
                      <a:pt x="13" y="428"/>
                    </a:cubicBezTo>
                    <a:lnTo>
                      <a:pt x="15" y="434"/>
                    </a:lnTo>
                    <a:lnTo>
                      <a:pt x="16" y="441"/>
                    </a:lnTo>
                    <a:cubicBezTo>
                      <a:pt x="18" y="445"/>
                      <a:pt x="18" y="448"/>
                      <a:pt x="18" y="449"/>
                    </a:cubicBezTo>
                    <a:cubicBezTo>
                      <a:pt x="19" y="454"/>
                      <a:pt x="21" y="457"/>
                      <a:pt x="22" y="460"/>
                    </a:cubicBezTo>
                    <a:lnTo>
                      <a:pt x="25" y="468"/>
                    </a:lnTo>
                    <a:lnTo>
                      <a:pt x="30" y="475"/>
                    </a:lnTo>
                    <a:cubicBezTo>
                      <a:pt x="30" y="478"/>
                      <a:pt x="32" y="480"/>
                      <a:pt x="33" y="483"/>
                    </a:cubicBezTo>
                    <a:cubicBezTo>
                      <a:pt x="35" y="488"/>
                      <a:pt x="38" y="491"/>
                      <a:pt x="39" y="495"/>
                    </a:cubicBezTo>
                    <a:lnTo>
                      <a:pt x="44" y="501"/>
                    </a:lnTo>
                    <a:lnTo>
                      <a:pt x="49" y="509"/>
                    </a:lnTo>
                    <a:cubicBezTo>
                      <a:pt x="50" y="512"/>
                      <a:pt x="52" y="514"/>
                      <a:pt x="52" y="517"/>
                    </a:cubicBezTo>
                    <a:cubicBezTo>
                      <a:pt x="56" y="521"/>
                      <a:pt x="61" y="526"/>
                      <a:pt x="65" y="532"/>
                    </a:cubicBezTo>
                    <a:lnTo>
                      <a:pt x="70" y="537"/>
                    </a:lnTo>
                    <a:lnTo>
                      <a:pt x="75" y="545"/>
                    </a:lnTo>
                    <a:lnTo>
                      <a:pt x="79" y="551"/>
                    </a:lnTo>
                    <a:cubicBezTo>
                      <a:pt x="84" y="555"/>
                      <a:pt x="90" y="561"/>
                      <a:pt x="96" y="568"/>
                    </a:cubicBezTo>
                    <a:lnTo>
                      <a:pt x="101" y="572"/>
                    </a:lnTo>
                    <a:lnTo>
                      <a:pt x="107" y="578"/>
                    </a:lnTo>
                    <a:lnTo>
                      <a:pt x="113" y="583"/>
                    </a:lnTo>
                    <a:cubicBezTo>
                      <a:pt x="122" y="591"/>
                      <a:pt x="132" y="598"/>
                      <a:pt x="142" y="606"/>
                    </a:cubicBezTo>
                    <a:lnTo>
                      <a:pt x="153" y="615"/>
                    </a:lnTo>
                    <a:cubicBezTo>
                      <a:pt x="169" y="625"/>
                      <a:pt x="184" y="635"/>
                      <a:pt x="201" y="645"/>
                    </a:cubicBezTo>
                    <a:cubicBezTo>
                      <a:pt x="335" y="723"/>
                      <a:pt x="515" y="766"/>
                      <a:pt x="707" y="766"/>
                    </a:cubicBezTo>
                    <a:cubicBezTo>
                      <a:pt x="901" y="766"/>
                      <a:pt x="1081" y="723"/>
                      <a:pt x="1216" y="645"/>
                    </a:cubicBezTo>
                    <a:cubicBezTo>
                      <a:pt x="1233" y="635"/>
                      <a:pt x="1248" y="625"/>
                      <a:pt x="1264" y="615"/>
                    </a:cubicBezTo>
                    <a:cubicBezTo>
                      <a:pt x="1267" y="612"/>
                      <a:pt x="1268" y="611"/>
                      <a:pt x="1271" y="609"/>
                    </a:cubicBezTo>
                    <a:lnTo>
                      <a:pt x="1279" y="603"/>
                    </a:lnTo>
                    <a:lnTo>
                      <a:pt x="1285" y="598"/>
                    </a:lnTo>
                    <a:cubicBezTo>
                      <a:pt x="1291" y="592"/>
                      <a:pt x="1299" y="588"/>
                      <a:pt x="1305" y="583"/>
                    </a:cubicBezTo>
                    <a:cubicBezTo>
                      <a:pt x="1307" y="580"/>
                      <a:pt x="1310" y="578"/>
                      <a:pt x="1311" y="575"/>
                    </a:cubicBezTo>
                    <a:lnTo>
                      <a:pt x="1319" y="569"/>
                    </a:lnTo>
                    <a:lnTo>
                      <a:pt x="1324" y="563"/>
                    </a:lnTo>
                    <a:cubicBezTo>
                      <a:pt x="1330" y="558"/>
                      <a:pt x="1334" y="554"/>
                      <a:pt x="1339" y="549"/>
                    </a:cubicBezTo>
                    <a:cubicBezTo>
                      <a:pt x="1341" y="548"/>
                      <a:pt x="1342" y="545"/>
                      <a:pt x="1345" y="541"/>
                    </a:cubicBezTo>
                    <a:lnTo>
                      <a:pt x="1351" y="534"/>
                    </a:lnTo>
                    <a:lnTo>
                      <a:pt x="1356" y="528"/>
                    </a:lnTo>
                    <a:cubicBezTo>
                      <a:pt x="1359" y="525"/>
                      <a:pt x="1362" y="520"/>
                      <a:pt x="1365" y="515"/>
                    </a:cubicBezTo>
                    <a:cubicBezTo>
                      <a:pt x="1367" y="514"/>
                      <a:pt x="1368" y="511"/>
                      <a:pt x="1370" y="508"/>
                    </a:cubicBezTo>
                    <a:lnTo>
                      <a:pt x="1374" y="500"/>
                    </a:lnTo>
                    <a:lnTo>
                      <a:pt x="1379" y="494"/>
                    </a:lnTo>
                    <a:cubicBezTo>
                      <a:pt x="1381" y="489"/>
                      <a:pt x="1384" y="486"/>
                      <a:pt x="1385" y="481"/>
                    </a:cubicBezTo>
                    <a:cubicBezTo>
                      <a:pt x="1387" y="480"/>
                      <a:pt x="1388" y="477"/>
                      <a:pt x="1388" y="475"/>
                    </a:cubicBezTo>
                    <a:lnTo>
                      <a:pt x="1393" y="468"/>
                    </a:lnTo>
                    <a:lnTo>
                      <a:pt x="1394" y="460"/>
                    </a:lnTo>
                    <a:cubicBezTo>
                      <a:pt x="1398" y="455"/>
                      <a:pt x="1399" y="452"/>
                      <a:pt x="1401" y="449"/>
                    </a:cubicBezTo>
                    <a:cubicBezTo>
                      <a:pt x="1401" y="446"/>
                      <a:pt x="1401" y="445"/>
                      <a:pt x="1402" y="441"/>
                    </a:cubicBezTo>
                    <a:lnTo>
                      <a:pt x="1404" y="434"/>
                    </a:lnTo>
                    <a:lnTo>
                      <a:pt x="1405" y="426"/>
                    </a:lnTo>
                    <a:cubicBezTo>
                      <a:pt x="1407" y="423"/>
                      <a:pt x="1408" y="418"/>
                      <a:pt x="1408" y="415"/>
                    </a:cubicBezTo>
                    <a:cubicBezTo>
                      <a:pt x="1408" y="414"/>
                      <a:pt x="1408" y="411"/>
                      <a:pt x="1408" y="409"/>
                    </a:cubicBezTo>
                    <a:lnTo>
                      <a:pt x="1410" y="400"/>
                    </a:lnTo>
                    <a:lnTo>
                      <a:pt x="1411" y="394"/>
                    </a:lnTo>
                    <a:cubicBezTo>
                      <a:pt x="1411" y="389"/>
                      <a:pt x="1411" y="386"/>
                      <a:pt x="1411" y="381"/>
                    </a:cubicBezTo>
                    <a:cubicBezTo>
                      <a:pt x="1411" y="286"/>
                      <a:pt x="1344" y="194"/>
                      <a:pt x="1219" y="122"/>
                    </a:cubicBezTo>
                    <a:cubicBezTo>
                      <a:pt x="1085" y="43"/>
                      <a:pt x="904" y="0"/>
                      <a:pt x="71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3975;p69">
                <a:extLst>
                  <a:ext uri="{FF2B5EF4-FFF2-40B4-BE49-F238E27FC236}">
                    <a16:creationId xmlns:a16="http://schemas.microsoft.com/office/drawing/2014/main" id="{DC21887E-1DDF-2978-7E4A-BB1727E02D00}"/>
                  </a:ext>
                </a:extLst>
              </p:cNvPr>
              <p:cNvSpPr/>
              <p:nvPr/>
            </p:nvSpPr>
            <p:spPr>
              <a:xfrm>
                <a:off x="-2460265" y="1055179"/>
                <a:ext cx="63604" cy="36685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879" extrusionOk="0">
                    <a:moveTo>
                      <a:pt x="768" y="56"/>
                    </a:moveTo>
                    <a:cubicBezTo>
                      <a:pt x="961" y="56"/>
                      <a:pt x="1142" y="99"/>
                      <a:pt x="1276" y="178"/>
                    </a:cubicBezTo>
                    <a:cubicBezTo>
                      <a:pt x="1401" y="250"/>
                      <a:pt x="1468" y="342"/>
                      <a:pt x="1468" y="437"/>
                    </a:cubicBezTo>
                    <a:cubicBezTo>
                      <a:pt x="1468" y="442"/>
                      <a:pt x="1468" y="445"/>
                      <a:pt x="1467" y="448"/>
                    </a:cubicBezTo>
                    <a:lnTo>
                      <a:pt x="1467" y="456"/>
                    </a:lnTo>
                    <a:lnTo>
                      <a:pt x="1465" y="464"/>
                    </a:lnTo>
                    <a:cubicBezTo>
                      <a:pt x="1465" y="467"/>
                      <a:pt x="1465" y="470"/>
                      <a:pt x="1465" y="471"/>
                    </a:cubicBezTo>
                    <a:cubicBezTo>
                      <a:pt x="1465" y="474"/>
                      <a:pt x="1464" y="479"/>
                      <a:pt x="1462" y="482"/>
                    </a:cubicBezTo>
                    <a:lnTo>
                      <a:pt x="1461" y="490"/>
                    </a:lnTo>
                    <a:lnTo>
                      <a:pt x="1459" y="497"/>
                    </a:lnTo>
                    <a:cubicBezTo>
                      <a:pt x="1458" y="501"/>
                      <a:pt x="1458" y="502"/>
                      <a:pt x="1458" y="505"/>
                    </a:cubicBezTo>
                    <a:cubicBezTo>
                      <a:pt x="1456" y="508"/>
                      <a:pt x="1455" y="511"/>
                      <a:pt x="1451" y="516"/>
                    </a:cubicBezTo>
                    <a:lnTo>
                      <a:pt x="1450" y="524"/>
                    </a:lnTo>
                    <a:lnTo>
                      <a:pt x="1445" y="531"/>
                    </a:lnTo>
                    <a:cubicBezTo>
                      <a:pt x="1445" y="533"/>
                      <a:pt x="1444" y="536"/>
                      <a:pt x="1442" y="537"/>
                    </a:cubicBezTo>
                    <a:cubicBezTo>
                      <a:pt x="1441" y="542"/>
                      <a:pt x="1438" y="545"/>
                      <a:pt x="1436" y="550"/>
                    </a:cubicBezTo>
                    <a:lnTo>
                      <a:pt x="1431" y="556"/>
                    </a:lnTo>
                    <a:lnTo>
                      <a:pt x="1427" y="564"/>
                    </a:lnTo>
                    <a:cubicBezTo>
                      <a:pt x="1425" y="567"/>
                      <a:pt x="1424" y="570"/>
                      <a:pt x="1422" y="571"/>
                    </a:cubicBezTo>
                    <a:cubicBezTo>
                      <a:pt x="1419" y="576"/>
                      <a:pt x="1416" y="581"/>
                      <a:pt x="1413" y="584"/>
                    </a:cubicBezTo>
                    <a:lnTo>
                      <a:pt x="1407" y="590"/>
                    </a:lnTo>
                    <a:lnTo>
                      <a:pt x="1401" y="597"/>
                    </a:lnTo>
                    <a:cubicBezTo>
                      <a:pt x="1399" y="601"/>
                      <a:pt x="1398" y="604"/>
                      <a:pt x="1396" y="605"/>
                    </a:cubicBezTo>
                    <a:cubicBezTo>
                      <a:pt x="1391" y="610"/>
                      <a:pt x="1387" y="614"/>
                      <a:pt x="1381" y="619"/>
                    </a:cubicBezTo>
                    <a:lnTo>
                      <a:pt x="1376" y="625"/>
                    </a:lnTo>
                    <a:lnTo>
                      <a:pt x="1368" y="631"/>
                    </a:lnTo>
                    <a:cubicBezTo>
                      <a:pt x="1367" y="634"/>
                      <a:pt x="1364" y="636"/>
                      <a:pt x="1362" y="639"/>
                    </a:cubicBezTo>
                    <a:cubicBezTo>
                      <a:pt x="1356" y="644"/>
                      <a:pt x="1348" y="648"/>
                      <a:pt x="1342" y="654"/>
                    </a:cubicBezTo>
                    <a:lnTo>
                      <a:pt x="1336" y="659"/>
                    </a:lnTo>
                    <a:lnTo>
                      <a:pt x="1328" y="665"/>
                    </a:lnTo>
                    <a:cubicBezTo>
                      <a:pt x="1325" y="667"/>
                      <a:pt x="1324" y="668"/>
                      <a:pt x="1321" y="671"/>
                    </a:cubicBezTo>
                    <a:cubicBezTo>
                      <a:pt x="1305" y="681"/>
                      <a:pt x="1290" y="691"/>
                      <a:pt x="1273" y="701"/>
                    </a:cubicBezTo>
                    <a:cubicBezTo>
                      <a:pt x="1138" y="779"/>
                      <a:pt x="958" y="822"/>
                      <a:pt x="764" y="822"/>
                    </a:cubicBezTo>
                    <a:cubicBezTo>
                      <a:pt x="572" y="822"/>
                      <a:pt x="392" y="779"/>
                      <a:pt x="258" y="701"/>
                    </a:cubicBezTo>
                    <a:cubicBezTo>
                      <a:pt x="241" y="691"/>
                      <a:pt x="226" y="681"/>
                      <a:pt x="210" y="671"/>
                    </a:cubicBezTo>
                    <a:lnTo>
                      <a:pt x="199" y="662"/>
                    </a:lnTo>
                    <a:cubicBezTo>
                      <a:pt x="189" y="654"/>
                      <a:pt x="179" y="647"/>
                      <a:pt x="169" y="639"/>
                    </a:cubicBezTo>
                    <a:lnTo>
                      <a:pt x="164" y="634"/>
                    </a:lnTo>
                    <a:lnTo>
                      <a:pt x="158" y="628"/>
                    </a:lnTo>
                    <a:lnTo>
                      <a:pt x="153" y="624"/>
                    </a:lnTo>
                    <a:cubicBezTo>
                      <a:pt x="147" y="617"/>
                      <a:pt x="141" y="611"/>
                      <a:pt x="136" y="607"/>
                    </a:cubicBezTo>
                    <a:lnTo>
                      <a:pt x="132" y="601"/>
                    </a:lnTo>
                    <a:lnTo>
                      <a:pt x="127" y="593"/>
                    </a:lnTo>
                    <a:lnTo>
                      <a:pt x="122" y="588"/>
                    </a:lnTo>
                    <a:cubicBezTo>
                      <a:pt x="118" y="582"/>
                      <a:pt x="113" y="577"/>
                      <a:pt x="109" y="573"/>
                    </a:cubicBezTo>
                    <a:cubicBezTo>
                      <a:pt x="109" y="570"/>
                      <a:pt x="107" y="568"/>
                      <a:pt x="106" y="565"/>
                    </a:cubicBezTo>
                    <a:lnTo>
                      <a:pt x="101" y="557"/>
                    </a:lnTo>
                    <a:lnTo>
                      <a:pt x="96" y="551"/>
                    </a:lnTo>
                    <a:cubicBezTo>
                      <a:pt x="95" y="547"/>
                      <a:pt x="92" y="544"/>
                      <a:pt x="90" y="539"/>
                    </a:cubicBezTo>
                    <a:cubicBezTo>
                      <a:pt x="89" y="536"/>
                      <a:pt x="87" y="534"/>
                      <a:pt x="87" y="531"/>
                    </a:cubicBezTo>
                    <a:lnTo>
                      <a:pt x="82" y="524"/>
                    </a:lnTo>
                    <a:lnTo>
                      <a:pt x="79" y="516"/>
                    </a:lnTo>
                    <a:cubicBezTo>
                      <a:pt x="78" y="513"/>
                      <a:pt x="76" y="510"/>
                      <a:pt x="75" y="505"/>
                    </a:cubicBezTo>
                    <a:cubicBezTo>
                      <a:pt x="75" y="504"/>
                      <a:pt x="75" y="501"/>
                      <a:pt x="73" y="497"/>
                    </a:cubicBezTo>
                    <a:lnTo>
                      <a:pt x="72" y="490"/>
                    </a:lnTo>
                    <a:lnTo>
                      <a:pt x="70" y="484"/>
                    </a:lnTo>
                    <a:cubicBezTo>
                      <a:pt x="69" y="479"/>
                      <a:pt x="67" y="476"/>
                      <a:pt x="67" y="473"/>
                    </a:cubicBezTo>
                    <a:cubicBezTo>
                      <a:pt x="67" y="470"/>
                      <a:pt x="67" y="468"/>
                      <a:pt x="67" y="465"/>
                    </a:cubicBezTo>
                    <a:lnTo>
                      <a:pt x="66" y="457"/>
                    </a:lnTo>
                    <a:cubicBezTo>
                      <a:pt x="58" y="356"/>
                      <a:pt x="129" y="253"/>
                      <a:pt x="261" y="176"/>
                    </a:cubicBezTo>
                    <a:cubicBezTo>
                      <a:pt x="396" y="99"/>
                      <a:pt x="576" y="56"/>
                      <a:pt x="768" y="56"/>
                    </a:cubicBezTo>
                    <a:close/>
                    <a:moveTo>
                      <a:pt x="768" y="1"/>
                    </a:moveTo>
                    <a:cubicBezTo>
                      <a:pt x="575" y="1"/>
                      <a:pt x="381" y="44"/>
                      <a:pt x="233" y="130"/>
                    </a:cubicBezTo>
                    <a:cubicBezTo>
                      <a:pt x="73" y="221"/>
                      <a:pt x="1" y="344"/>
                      <a:pt x="12" y="464"/>
                    </a:cubicBezTo>
                    <a:lnTo>
                      <a:pt x="12" y="462"/>
                    </a:lnTo>
                    <a:cubicBezTo>
                      <a:pt x="12" y="468"/>
                      <a:pt x="12" y="476"/>
                      <a:pt x="13" y="482"/>
                    </a:cubicBezTo>
                    <a:cubicBezTo>
                      <a:pt x="13" y="490"/>
                      <a:pt x="16" y="497"/>
                      <a:pt x="18" y="505"/>
                    </a:cubicBezTo>
                    <a:cubicBezTo>
                      <a:pt x="19" y="511"/>
                      <a:pt x="21" y="517"/>
                      <a:pt x="22" y="524"/>
                    </a:cubicBezTo>
                    <a:cubicBezTo>
                      <a:pt x="26" y="531"/>
                      <a:pt x="30" y="539"/>
                      <a:pt x="33" y="547"/>
                    </a:cubicBezTo>
                    <a:cubicBezTo>
                      <a:pt x="35" y="551"/>
                      <a:pt x="36" y="559"/>
                      <a:pt x="41" y="565"/>
                    </a:cubicBezTo>
                    <a:cubicBezTo>
                      <a:pt x="44" y="573"/>
                      <a:pt x="49" y="581"/>
                      <a:pt x="55" y="587"/>
                    </a:cubicBezTo>
                    <a:cubicBezTo>
                      <a:pt x="58" y="593"/>
                      <a:pt x="61" y="599"/>
                      <a:pt x="64" y="605"/>
                    </a:cubicBezTo>
                    <a:cubicBezTo>
                      <a:pt x="70" y="613"/>
                      <a:pt x="76" y="621"/>
                      <a:pt x="84" y="630"/>
                    </a:cubicBezTo>
                    <a:cubicBezTo>
                      <a:pt x="89" y="634"/>
                      <a:pt x="92" y="639"/>
                      <a:pt x="95" y="644"/>
                    </a:cubicBezTo>
                    <a:cubicBezTo>
                      <a:pt x="102" y="651"/>
                      <a:pt x="112" y="661"/>
                      <a:pt x="121" y="668"/>
                    </a:cubicBezTo>
                    <a:cubicBezTo>
                      <a:pt x="126" y="673"/>
                      <a:pt x="129" y="676"/>
                      <a:pt x="133" y="681"/>
                    </a:cubicBezTo>
                    <a:cubicBezTo>
                      <a:pt x="144" y="690"/>
                      <a:pt x="155" y="697"/>
                      <a:pt x="167" y="707"/>
                    </a:cubicBezTo>
                    <a:cubicBezTo>
                      <a:pt x="170" y="710"/>
                      <a:pt x="175" y="713"/>
                      <a:pt x="178" y="716"/>
                    </a:cubicBezTo>
                    <a:cubicBezTo>
                      <a:pt x="195" y="728"/>
                      <a:pt x="212" y="739"/>
                      <a:pt x="230" y="750"/>
                    </a:cubicBezTo>
                    <a:cubicBezTo>
                      <a:pt x="378" y="836"/>
                      <a:pt x="570" y="879"/>
                      <a:pt x="765" y="879"/>
                    </a:cubicBezTo>
                    <a:cubicBezTo>
                      <a:pt x="959" y="879"/>
                      <a:pt x="1153" y="836"/>
                      <a:pt x="1301" y="750"/>
                    </a:cubicBezTo>
                    <a:cubicBezTo>
                      <a:pt x="1319" y="739"/>
                      <a:pt x="1336" y="728"/>
                      <a:pt x="1353" y="716"/>
                    </a:cubicBezTo>
                    <a:cubicBezTo>
                      <a:pt x="1359" y="711"/>
                      <a:pt x="1364" y="707"/>
                      <a:pt x="1370" y="704"/>
                    </a:cubicBezTo>
                    <a:cubicBezTo>
                      <a:pt x="1379" y="696"/>
                      <a:pt x="1390" y="688"/>
                      <a:pt x="1399" y="681"/>
                    </a:cubicBezTo>
                    <a:cubicBezTo>
                      <a:pt x="1404" y="676"/>
                      <a:pt x="1408" y="671"/>
                      <a:pt x="1413" y="665"/>
                    </a:cubicBezTo>
                    <a:cubicBezTo>
                      <a:pt x="1421" y="659"/>
                      <a:pt x="1430" y="651"/>
                      <a:pt x="1436" y="644"/>
                    </a:cubicBezTo>
                    <a:cubicBezTo>
                      <a:pt x="1442" y="637"/>
                      <a:pt x="1445" y="631"/>
                      <a:pt x="1450" y="627"/>
                    </a:cubicBezTo>
                    <a:cubicBezTo>
                      <a:pt x="1456" y="619"/>
                      <a:pt x="1462" y="611"/>
                      <a:pt x="1468" y="604"/>
                    </a:cubicBezTo>
                    <a:cubicBezTo>
                      <a:pt x="1473" y="599"/>
                      <a:pt x="1476" y="593"/>
                      <a:pt x="1479" y="587"/>
                    </a:cubicBezTo>
                    <a:cubicBezTo>
                      <a:pt x="1484" y="579"/>
                      <a:pt x="1488" y="571"/>
                      <a:pt x="1493" y="564"/>
                    </a:cubicBezTo>
                    <a:cubicBezTo>
                      <a:pt x="1496" y="557"/>
                      <a:pt x="1498" y="551"/>
                      <a:pt x="1501" y="545"/>
                    </a:cubicBezTo>
                    <a:cubicBezTo>
                      <a:pt x="1504" y="537"/>
                      <a:pt x="1507" y="530"/>
                      <a:pt x="1510" y="524"/>
                    </a:cubicBezTo>
                    <a:cubicBezTo>
                      <a:pt x="1511" y="516"/>
                      <a:pt x="1513" y="510"/>
                      <a:pt x="1515" y="504"/>
                    </a:cubicBezTo>
                    <a:cubicBezTo>
                      <a:pt x="1516" y="496"/>
                      <a:pt x="1519" y="488"/>
                      <a:pt x="1521" y="481"/>
                    </a:cubicBezTo>
                    <a:cubicBezTo>
                      <a:pt x="1522" y="474"/>
                      <a:pt x="1522" y="468"/>
                      <a:pt x="1522" y="462"/>
                    </a:cubicBezTo>
                    <a:cubicBezTo>
                      <a:pt x="1522" y="454"/>
                      <a:pt x="1524" y="447"/>
                      <a:pt x="1524" y="439"/>
                    </a:cubicBezTo>
                    <a:cubicBezTo>
                      <a:pt x="1524" y="327"/>
                      <a:pt x="1451" y="216"/>
                      <a:pt x="1304" y="130"/>
                    </a:cubicBezTo>
                    <a:cubicBezTo>
                      <a:pt x="1156" y="44"/>
                      <a:pt x="962" y="1"/>
                      <a:pt x="7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3976;p69">
                <a:extLst>
                  <a:ext uri="{FF2B5EF4-FFF2-40B4-BE49-F238E27FC236}">
                    <a16:creationId xmlns:a16="http://schemas.microsoft.com/office/drawing/2014/main" id="{8C7545A0-3B89-ACE9-AB19-DBD0DB8FE5A0}"/>
                  </a:ext>
                </a:extLst>
              </p:cNvPr>
              <p:cNvSpPr/>
              <p:nvPr/>
            </p:nvSpPr>
            <p:spPr>
              <a:xfrm>
                <a:off x="-2415567" y="970248"/>
                <a:ext cx="96324" cy="53922"/>
              </a:xfrm>
              <a:custGeom>
                <a:avLst/>
                <a:gdLst/>
                <a:ahLst/>
                <a:cxnLst/>
                <a:rect l="l" t="t" r="r" b="b"/>
                <a:pathLst>
                  <a:path w="2308" h="1292" extrusionOk="0">
                    <a:moveTo>
                      <a:pt x="2308" y="1"/>
                    </a:moveTo>
                    <a:cubicBezTo>
                      <a:pt x="1645" y="464"/>
                      <a:pt x="868" y="868"/>
                      <a:pt x="1" y="1200"/>
                    </a:cubicBezTo>
                    <a:lnTo>
                      <a:pt x="1" y="1202"/>
                    </a:lnTo>
                    <a:lnTo>
                      <a:pt x="1" y="1291"/>
                    </a:lnTo>
                    <a:cubicBezTo>
                      <a:pt x="867" y="959"/>
                      <a:pt x="1643" y="554"/>
                      <a:pt x="2308" y="91"/>
                    </a:cubicBezTo>
                    <a:lnTo>
                      <a:pt x="230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3977;p69">
                <a:extLst>
                  <a:ext uri="{FF2B5EF4-FFF2-40B4-BE49-F238E27FC236}">
                    <a16:creationId xmlns:a16="http://schemas.microsoft.com/office/drawing/2014/main" id="{3E4D3166-B062-B7C5-2A21-900FE22D146E}"/>
                  </a:ext>
                </a:extLst>
              </p:cNvPr>
              <p:cNvSpPr/>
              <p:nvPr/>
            </p:nvSpPr>
            <p:spPr>
              <a:xfrm>
                <a:off x="-2423079" y="928847"/>
                <a:ext cx="159762" cy="92860"/>
              </a:xfrm>
              <a:custGeom>
                <a:avLst/>
                <a:gdLst/>
                <a:ahLst/>
                <a:cxnLst/>
                <a:rect l="l" t="t" r="r" b="b"/>
                <a:pathLst>
                  <a:path w="3828" h="2225" extrusionOk="0">
                    <a:moveTo>
                      <a:pt x="3731" y="0"/>
                    </a:moveTo>
                    <a:lnTo>
                      <a:pt x="2120" y="780"/>
                    </a:lnTo>
                    <a:cubicBezTo>
                      <a:pt x="1322" y="1166"/>
                      <a:pt x="627" y="1619"/>
                      <a:pt x="54" y="2120"/>
                    </a:cubicBezTo>
                    <a:lnTo>
                      <a:pt x="1" y="2168"/>
                    </a:lnTo>
                    <a:lnTo>
                      <a:pt x="99" y="2225"/>
                    </a:lnTo>
                    <a:lnTo>
                      <a:pt x="181" y="2194"/>
                    </a:lnTo>
                    <a:cubicBezTo>
                      <a:pt x="1048" y="1860"/>
                      <a:pt x="1823" y="1457"/>
                      <a:pt x="2488" y="993"/>
                    </a:cubicBezTo>
                    <a:lnTo>
                      <a:pt x="3828" y="57"/>
                    </a:lnTo>
                    <a:lnTo>
                      <a:pt x="373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3978;p69">
                <a:extLst>
                  <a:ext uri="{FF2B5EF4-FFF2-40B4-BE49-F238E27FC236}">
                    <a16:creationId xmlns:a16="http://schemas.microsoft.com/office/drawing/2014/main" id="{CDA442E0-93CE-2C7D-E483-8839B49443C4}"/>
                  </a:ext>
                </a:extLst>
              </p:cNvPr>
              <p:cNvSpPr/>
              <p:nvPr/>
            </p:nvSpPr>
            <p:spPr>
              <a:xfrm>
                <a:off x="-2441776" y="1013444"/>
                <a:ext cx="29089" cy="64856"/>
              </a:xfrm>
              <a:custGeom>
                <a:avLst/>
                <a:gdLst/>
                <a:ahLst/>
                <a:cxnLst/>
                <a:rect l="l" t="t" r="r" b="b"/>
                <a:pathLst>
                  <a:path w="697" h="1554" extrusionOk="0">
                    <a:moveTo>
                      <a:pt x="696" y="2"/>
                    </a:moveTo>
                    <a:lnTo>
                      <a:pt x="696" y="13"/>
                    </a:lnTo>
                    <a:lnTo>
                      <a:pt x="696" y="13"/>
                    </a:lnTo>
                    <a:cubicBezTo>
                      <a:pt x="696" y="13"/>
                      <a:pt x="696" y="13"/>
                      <a:pt x="696" y="13"/>
                    </a:cubicBezTo>
                    <a:cubicBezTo>
                      <a:pt x="696" y="9"/>
                      <a:pt x="696" y="5"/>
                      <a:pt x="696" y="2"/>
                    </a:cubicBezTo>
                    <a:close/>
                    <a:moveTo>
                      <a:pt x="2" y="1"/>
                    </a:moveTo>
                    <a:lnTo>
                      <a:pt x="1" y="1351"/>
                    </a:lnTo>
                    <a:cubicBezTo>
                      <a:pt x="1" y="1402"/>
                      <a:pt x="35" y="1454"/>
                      <a:pt x="102" y="1494"/>
                    </a:cubicBezTo>
                    <a:cubicBezTo>
                      <a:pt x="171" y="1534"/>
                      <a:pt x="260" y="1553"/>
                      <a:pt x="348" y="1553"/>
                    </a:cubicBezTo>
                    <a:cubicBezTo>
                      <a:pt x="437" y="1553"/>
                      <a:pt x="525" y="1534"/>
                      <a:pt x="593" y="1494"/>
                    </a:cubicBezTo>
                    <a:cubicBezTo>
                      <a:pt x="661" y="1456"/>
                      <a:pt x="695" y="1405"/>
                      <a:pt x="695" y="1353"/>
                    </a:cubicBezTo>
                    <a:lnTo>
                      <a:pt x="696" y="13"/>
                    </a:lnTo>
                    <a:lnTo>
                      <a:pt x="696" y="13"/>
                    </a:lnTo>
                    <a:cubicBezTo>
                      <a:pt x="695" y="16"/>
                      <a:pt x="695" y="18"/>
                      <a:pt x="695" y="21"/>
                    </a:cubicBezTo>
                    <a:cubicBezTo>
                      <a:pt x="695" y="25"/>
                      <a:pt x="693" y="29"/>
                      <a:pt x="692" y="32"/>
                    </a:cubicBezTo>
                    <a:cubicBezTo>
                      <a:pt x="692" y="35"/>
                      <a:pt x="690" y="38"/>
                      <a:pt x="690" y="41"/>
                    </a:cubicBezTo>
                    <a:cubicBezTo>
                      <a:pt x="689" y="44"/>
                      <a:pt x="687" y="47"/>
                      <a:pt x="685" y="50"/>
                    </a:cubicBezTo>
                    <a:cubicBezTo>
                      <a:pt x="684" y="53"/>
                      <a:pt x="684" y="56"/>
                      <a:pt x="682" y="59"/>
                    </a:cubicBezTo>
                    <a:cubicBezTo>
                      <a:pt x="679" y="62"/>
                      <a:pt x="678" y="65"/>
                      <a:pt x="676" y="70"/>
                    </a:cubicBezTo>
                    <a:cubicBezTo>
                      <a:pt x="673" y="73"/>
                      <a:pt x="673" y="75"/>
                      <a:pt x="670" y="78"/>
                    </a:cubicBezTo>
                    <a:cubicBezTo>
                      <a:pt x="669" y="82"/>
                      <a:pt x="665" y="85"/>
                      <a:pt x="662" y="88"/>
                    </a:cubicBezTo>
                    <a:cubicBezTo>
                      <a:pt x="659" y="92"/>
                      <a:pt x="659" y="93"/>
                      <a:pt x="656" y="96"/>
                    </a:cubicBezTo>
                    <a:cubicBezTo>
                      <a:pt x="653" y="99"/>
                      <a:pt x="649" y="102"/>
                      <a:pt x="645" y="107"/>
                    </a:cubicBezTo>
                    <a:cubicBezTo>
                      <a:pt x="644" y="108"/>
                      <a:pt x="641" y="110"/>
                      <a:pt x="639" y="113"/>
                    </a:cubicBezTo>
                    <a:cubicBezTo>
                      <a:pt x="635" y="116"/>
                      <a:pt x="630" y="121"/>
                      <a:pt x="624" y="124"/>
                    </a:cubicBezTo>
                    <a:cubicBezTo>
                      <a:pt x="622" y="125"/>
                      <a:pt x="621" y="127"/>
                      <a:pt x="619" y="128"/>
                    </a:cubicBezTo>
                    <a:cubicBezTo>
                      <a:pt x="612" y="133"/>
                      <a:pt x="604" y="139"/>
                      <a:pt x="595" y="144"/>
                    </a:cubicBezTo>
                    <a:cubicBezTo>
                      <a:pt x="528" y="183"/>
                      <a:pt x="439" y="203"/>
                      <a:pt x="350" y="203"/>
                    </a:cubicBezTo>
                    <a:cubicBezTo>
                      <a:pt x="262" y="203"/>
                      <a:pt x="172" y="183"/>
                      <a:pt x="104" y="144"/>
                    </a:cubicBezTo>
                    <a:cubicBezTo>
                      <a:pt x="96" y="139"/>
                      <a:pt x="89" y="133"/>
                      <a:pt x="81" y="128"/>
                    </a:cubicBezTo>
                    <a:cubicBezTo>
                      <a:pt x="78" y="127"/>
                      <a:pt x="75" y="124"/>
                      <a:pt x="73" y="122"/>
                    </a:cubicBezTo>
                    <a:cubicBezTo>
                      <a:pt x="69" y="119"/>
                      <a:pt x="64" y="116"/>
                      <a:pt x="61" y="112"/>
                    </a:cubicBezTo>
                    <a:cubicBezTo>
                      <a:pt x="58" y="110"/>
                      <a:pt x="55" y="108"/>
                      <a:pt x="53" y="105"/>
                    </a:cubicBezTo>
                    <a:cubicBezTo>
                      <a:pt x="50" y="102"/>
                      <a:pt x="46" y="99"/>
                      <a:pt x="42" y="95"/>
                    </a:cubicBezTo>
                    <a:cubicBezTo>
                      <a:pt x="41" y="93"/>
                      <a:pt x="38" y="90"/>
                      <a:pt x="36" y="87"/>
                    </a:cubicBezTo>
                    <a:cubicBezTo>
                      <a:pt x="33" y="84"/>
                      <a:pt x="30" y="81"/>
                      <a:pt x="29" y="78"/>
                    </a:cubicBezTo>
                    <a:cubicBezTo>
                      <a:pt x="27" y="75"/>
                      <a:pt x="24" y="72"/>
                      <a:pt x="22" y="68"/>
                    </a:cubicBezTo>
                    <a:cubicBezTo>
                      <a:pt x="21" y="65"/>
                      <a:pt x="18" y="62"/>
                      <a:pt x="18" y="59"/>
                    </a:cubicBezTo>
                    <a:cubicBezTo>
                      <a:pt x="15" y="56"/>
                      <a:pt x="15" y="53"/>
                      <a:pt x="13" y="50"/>
                    </a:cubicBezTo>
                    <a:cubicBezTo>
                      <a:pt x="12" y="47"/>
                      <a:pt x="10" y="42"/>
                      <a:pt x="9" y="39"/>
                    </a:cubicBezTo>
                    <a:cubicBezTo>
                      <a:pt x="9" y="38"/>
                      <a:pt x="7" y="35"/>
                      <a:pt x="7" y="32"/>
                    </a:cubicBezTo>
                    <a:cubicBezTo>
                      <a:pt x="6" y="29"/>
                      <a:pt x="4" y="24"/>
                      <a:pt x="4" y="21"/>
                    </a:cubicBezTo>
                    <a:cubicBezTo>
                      <a:pt x="4" y="18"/>
                      <a:pt x="4" y="15"/>
                      <a:pt x="4" y="12"/>
                    </a:cubicBezTo>
                    <a:cubicBezTo>
                      <a:pt x="2" y="9"/>
                      <a:pt x="2" y="5"/>
                      <a:pt x="2" y="2"/>
                    </a:cubicBezTo>
                    <a:lnTo>
                      <a:pt x="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3979;p69">
                <a:extLst>
                  <a:ext uri="{FF2B5EF4-FFF2-40B4-BE49-F238E27FC236}">
                    <a16:creationId xmlns:a16="http://schemas.microsoft.com/office/drawing/2014/main" id="{1FC37E2C-DC1D-0975-EE91-32AF488AF342}"/>
                  </a:ext>
                </a:extLst>
              </p:cNvPr>
              <p:cNvSpPr/>
              <p:nvPr/>
            </p:nvSpPr>
            <p:spPr>
              <a:xfrm>
                <a:off x="-2441693" y="1005139"/>
                <a:ext cx="29173" cy="16777"/>
              </a:xfrm>
              <a:custGeom>
                <a:avLst/>
                <a:gdLst/>
                <a:ahLst/>
                <a:cxnLst/>
                <a:rect l="l" t="t" r="r" b="b"/>
                <a:pathLst>
                  <a:path w="699" h="402" extrusionOk="0">
                    <a:moveTo>
                      <a:pt x="347" y="1"/>
                    </a:moveTo>
                    <a:cubicBezTo>
                      <a:pt x="258" y="1"/>
                      <a:pt x="168" y="20"/>
                      <a:pt x="100" y="60"/>
                    </a:cubicBezTo>
                    <a:cubicBezTo>
                      <a:pt x="33" y="98"/>
                      <a:pt x="0" y="149"/>
                      <a:pt x="0" y="201"/>
                    </a:cubicBezTo>
                    <a:cubicBezTo>
                      <a:pt x="0" y="204"/>
                      <a:pt x="0" y="208"/>
                      <a:pt x="0" y="211"/>
                    </a:cubicBezTo>
                    <a:lnTo>
                      <a:pt x="2" y="211"/>
                    </a:lnTo>
                    <a:cubicBezTo>
                      <a:pt x="2" y="214"/>
                      <a:pt x="2" y="217"/>
                      <a:pt x="2" y="220"/>
                    </a:cubicBezTo>
                    <a:cubicBezTo>
                      <a:pt x="2" y="223"/>
                      <a:pt x="4" y="228"/>
                      <a:pt x="5" y="231"/>
                    </a:cubicBezTo>
                    <a:cubicBezTo>
                      <a:pt x="5" y="234"/>
                      <a:pt x="7" y="237"/>
                      <a:pt x="7" y="238"/>
                    </a:cubicBezTo>
                    <a:cubicBezTo>
                      <a:pt x="8" y="241"/>
                      <a:pt x="10" y="246"/>
                      <a:pt x="11" y="249"/>
                    </a:cubicBezTo>
                    <a:cubicBezTo>
                      <a:pt x="13" y="252"/>
                      <a:pt x="13" y="255"/>
                      <a:pt x="14" y="258"/>
                    </a:cubicBezTo>
                    <a:cubicBezTo>
                      <a:pt x="16" y="261"/>
                      <a:pt x="19" y="264"/>
                      <a:pt x="20" y="267"/>
                    </a:cubicBezTo>
                    <a:cubicBezTo>
                      <a:pt x="22" y="271"/>
                      <a:pt x="25" y="274"/>
                      <a:pt x="27" y="277"/>
                    </a:cubicBezTo>
                    <a:cubicBezTo>
                      <a:pt x="28" y="280"/>
                      <a:pt x="31" y="283"/>
                      <a:pt x="34" y="286"/>
                    </a:cubicBezTo>
                    <a:cubicBezTo>
                      <a:pt x="36" y="289"/>
                      <a:pt x="39" y="292"/>
                      <a:pt x="40" y="294"/>
                    </a:cubicBezTo>
                    <a:cubicBezTo>
                      <a:pt x="44" y="298"/>
                      <a:pt x="48" y="301"/>
                      <a:pt x="51" y="304"/>
                    </a:cubicBezTo>
                    <a:cubicBezTo>
                      <a:pt x="53" y="307"/>
                      <a:pt x="56" y="309"/>
                      <a:pt x="59" y="311"/>
                    </a:cubicBezTo>
                    <a:cubicBezTo>
                      <a:pt x="62" y="315"/>
                      <a:pt x="67" y="318"/>
                      <a:pt x="71" y="321"/>
                    </a:cubicBezTo>
                    <a:cubicBezTo>
                      <a:pt x="73" y="323"/>
                      <a:pt x="76" y="326"/>
                      <a:pt x="79" y="327"/>
                    </a:cubicBezTo>
                    <a:cubicBezTo>
                      <a:pt x="87" y="332"/>
                      <a:pt x="94" y="338"/>
                      <a:pt x="102" y="343"/>
                    </a:cubicBezTo>
                    <a:cubicBezTo>
                      <a:pt x="170" y="382"/>
                      <a:pt x="260" y="402"/>
                      <a:pt x="348" y="402"/>
                    </a:cubicBezTo>
                    <a:cubicBezTo>
                      <a:pt x="437" y="402"/>
                      <a:pt x="526" y="382"/>
                      <a:pt x="593" y="343"/>
                    </a:cubicBezTo>
                    <a:cubicBezTo>
                      <a:pt x="602" y="338"/>
                      <a:pt x="610" y="332"/>
                      <a:pt x="617" y="327"/>
                    </a:cubicBezTo>
                    <a:cubicBezTo>
                      <a:pt x="619" y="326"/>
                      <a:pt x="620" y="324"/>
                      <a:pt x="622" y="323"/>
                    </a:cubicBezTo>
                    <a:cubicBezTo>
                      <a:pt x="628" y="320"/>
                      <a:pt x="633" y="315"/>
                      <a:pt x="637" y="312"/>
                    </a:cubicBezTo>
                    <a:cubicBezTo>
                      <a:pt x="639" y="309"/>
                      <a:pt x="642" y="307"/>
                      <a:pt x="643" y="306"/>
                    </a:cubicBezTo>
                    <a:cubicBezTo>
                      <a:pt x="647" y="301"/>
                      <a:pt x="651" y="298"/>
                      <a:pt x="654" y="295"/>
                    </a:cubicBezTo>
                    <a:cubicBezTo>
                      <a:pt x="657" y="292"/>
                      <a:pt x="659" y="291"/>
                      <a:pt x="660" y="287"/>
                    </a:cubicBezTo>
                    <a:cubicBezTo>
                      <a:pt x="663" y="284"/>
                      <a:pt x="667" y="281"/>
                      <a:pt x="668" y="277"/>
                    </a:cubicBezTo>
                    <a:cubicBezTo>
                      <a:pt x="671" y="274"/>
                      <a:pt x="673" y="272"/>
                      <a:pt x="674" y="269"/>
                    </a:cubicBezTo>
                    <a:cubicBezTo>
                      <a:pt x="676" y="264"/>
                      <a:pt x="677" y="261"/>
                      <a:pt x="680" y="258"/>
                    </a:cubicBezTo>
                    <a:cubicBezTo>
                      <a:pt x="682" y="255"/>
                      <a:pt x="682" y="252"/>
                      <a:pt x="683" y="249"/>
                    </a:cubicBezTo>
                    <a:cubicBezTo>
                      <a:pt x="685" y="246"/>
                      <a:pt x="687" y="243"/>
                      <a:pt x="688" y="240"/>
                    </a:cubicBezTo>
                    <a:cubicBezTo>
                      <a:pt x="688" y="237"/>
                      <a:pt x="690" y="234"/>
                      <a:pt x="690" y="231"/>
                    </a:cubicBezTo>
                    <a:cubicBezTo>
                      <a:pt x="691" y="228"/>
                      <a:pt x="691" y="224"/>
                      <a:pt x="693" y="220"/>
                    </a:cubicBezTo>
                    <a:cubicBezTo>
                      <a:pt x="693" y="217"/>
                      <a:pt x="693" y="215"/>
                      <a:pt x="693" y="212"/>
                    </a:cubicBezTo>
                    <a:cubicBezTo>
                      <a:pt x="699" y="157"/>
                      <a:pt x="665" y="101"/>
                      <a:pt x="593" y="58"/>
                    </a:cubicBezTo>
                    <a:cubicBezTo>
                      <a:pt x="525" y="20"/>
                      <a:pt x="436" y="1"/>
                      <a:pt x="3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3980;p69">
                <a:extLst>
                  <a:ext uri="{FF2B5EF4-FFF2-40B4-BE49-F238E27FC236}">
                    <a16:creationId xmlns:a16="http://schemas.microsoft.com/office/drawing/2014/main" id="{BB273996-0A90-AE16-BB85-674926562090}"/>
                  </a:ext>
                </a:extLst>
              </p:cNvPr>
              <p:cNvSpPr/>
              <p:nvPr/>
            </p:nvSpPr>
            <p:spPr>
              <a:xfrm>
                <a:off x="-2440149" y="1006432"/>
                <a:ext cx="26043" cy="14148"/>
              </a:xfrm>
              <a:custGeom>
                <a:avLst/>
                <a:gdLst/>
                <a:ahLst/>
                <a:cxnLst/>
                <a:rect l="l" t="t" r="r" b="b"/>
                <a:pathLst>
                  <a:path w="624" h="339" extrusionOk="0">
                    <a:moveTo>
                      <a:pt x="309" y="1"/>
                    </a:moveTo>
                    <a:cubicBezTo>
                      <a:pt x="230" y="1"/>
                      <a:pt x="151" y="17"/>
                      <a:pt x="91" y="50"/>
                    </a:cubicBezTo>
                    <a:cubicBezTo>
                      <a:pt x="31" y="83"/>
                      <a:pt x="0" y="126"/>
                      <a:pt x="0" y="169"/>
                    </a:cubicBezTo>
                    <a:cubicBezTo>
                      <a:pt x="0" y="172"/>
                      <a:pt x="2" y="175"/>
                      <a:pt x="2" y="178"/>
                    </a:cubicBezTo>
                    <a:cubicBezTo>
                      <a:pt x="2" y="181"/>
                      <a:pt x="2" y="183"/>
                      <a:pt x="2" y="186"/>
                    </a:cubicBezTo>
                    <a:cubicBezTo>
                      <a:pt x="3" y="189"/>
                      <a:pt x="3" y="192"/>
                      <a:pt x="5" y="195"/>
                    </a:cubicBezTo>
                    <a:cubicBezTo>
                      <a:pt x="5" y="197"/>
                      <a:pt x="7" y="200"/>
                      <a:pt x="7" y="203"/>
                    </a:cubicBezTo>
                    <a:cubicBezTo>
                      <a:pt x="8" y="204"/>
                      <a:pt x="8" y="207"/>
                      <a:pt x="11" y="210"/>
                    </a:cubicBezTo>
                    <a:cubicBezTo>
                      <a:pt x="11" y="213"/>
                      <a:pt x="13" y="215"/>
                      <a:pt x="14" y="216"/>
                    </a:cubicBezTo>
                    <a:cubicBezTo>
                      <a:pt x="16" y="220"/>
                      <a:pt x="17" y="223"/>
                      <a:pt x="19" y="226"/>
                    </a:cubicBezTo>
                    <a:cubicBezTo>
                      <a:pt x="22" y="227"/>
                      <a:pt x="22" y="230"/>
                      <a:pt x="23" y="233"/>
                    </a:cubicBezTo>
                    <a:cubicBezTo>
                      <a:pt x="27" y="235"/>
                      <a:pt x="28" y="238"/>
                      <a:pt x="31" y="241"/>
                    </a:cubicBezTo>
                    <a:cubicBezTo>
                      <a:pt x="33" y="244"/>
                      <a:pt x="34" y="246"/>
                      <a:pt x="37" y="247"/>
                    </a:cubicBezTo>
                    <a:cubicBezTo>
                      <a:pt x="39" y="250"/>
                      <a:pt x="43" y="253"/>
                      <a:pt x="47" y="256"/>
                    </a:cubicBezTo>
                    <a:cubicBezTo>
                      <a:pt x="48" y="258"/>
                      <a:pt x="50" y="260"/>
                      <a:pt x="53" y="263"/>
                    </a:cubicBezTo>
                    <a:cubicBezTo>
                      <a:pt x="56" y="266"/>
                      <a:pt x="60" y="267"/>
                      <a:pt x="63" y="270"/>
                    </a:cubicBezTo>
                    <a:cubicBezTo>
                      <a:pt x="67" y="272"/>
                      <a:pt x="68" y="273"/>
                      <a:pt x="71" y="275"/>
                    </a:cubicBezTo>
                    <a:cubicBezTo>
                      <a:pt x="77" y="280"/>
                      <a:pt x="85" y="284"/>
                      <a:pt x="93" y="289"/>
                    </a:cubicBezTo>
                    <a:cubicBezTo>
                      <a:pt x="153" y="322"/>
                      <a:pt x="233" y="338"/>
                      <a:pt x="312" y="338"/>
                    </a:cubicBezTo>
                    <a:cubicBezTo>
                      <a:pt x="391" y="338"/>
                      <a:pt x="470" y="322"/>
                      <a:pt x="530" y="289"/>
                    </a:cubicBezTo>
                    <a:cubicBezTo>
                      <a:pt x="537" y="284"/>
                      <a:pt x="543" y="280"/>
                      <a:pt x="550" y="275"/>
                    </a:cubicBezTo>
                    <a:cubicBezTo>
                      <a:pt x="553" y="275"/>
                      <a:pt x="554" y="273"/>
                      <a:pt x="556" y="272"/>
                    </a:cubicBezTo>
                    <a:cubicBezTo>
                      <a:pt x="560" y="269"/>
                      <a:pt x="565" y="266"/>
                      <a:pt x="568" y="263"/>
                    </a:cubicBezTo>
                    <a:cubicBezTo>
                      <a:pt x="571" y="261"/>
                      <a:pt x="573" y="258"/>
                      <a:pt x="574" y="258"/>
                    </a:cubicBezTo>
                    <a:cubicBezTo>
                      <a:pt x="577" y="255"/>
                      <a:pt x="580" y="250"/>
                      <a:pt x="583" y="247"/>
                    </a:cubicBezTo>
                    <a:cubicBezTo>
                      <a:pt x="586" y="246"/>
                      <a:pt x="586" y="244"/>
                      <a:pt x="590" y="243"/>
                    </a:cubicBezTo>
                    <a:cubicBezTo>
                      <a:pt x="591" y="240"/>
                      <a:pt x="594" y="235"/>
                      <a:pt x="597" y="233"/>
                    </a:cubicBezTo>
                    <a:cubicBezTo>
                      <a:pt x="599" y="230"/>
                      <a:pt x="599" y="229"/>
                      <a:pt x="600" y="226"/>
                    </a:cubicBezTo>
                    <a:cubicBezTo>
                      <a:pt x="603" y="223"/>
                      <a:pt x="605" y="220"/>
                      <a:pt x="606" y="216"/>
                    </a:cubicBezTo>
                    <a:cubicBezTo>
                      <a:pt x="608" y="215"/>
                      <a:pt x="610" y="213"/>
                      <a:pt x="610" y="210"/>
                    </a:cubicBezTo>
                    <a:cubicBezTo>
                      <a:pt x="611" y="207"/>
                      <a:pt x="613" y="204"/>
                      <a:pt x="614" y="201"/>
                    </a:cubicBezTo>
                    <a:cubicBezTo>
                      <a:pt x="614" y="200"/>
                      <a:pt x="614" y="197"/>
                      <a:pt x="616" y="195"/>
                    </a:cubicBezTo>
                    <a:cubicBezTo>
                      <a:pt x="616" y="192"/>
                      <a:pt x="617" y="189"/>
                      <a:pt x="617" y="186"/>
                    </a:cubicBezTo>
                    <a:cubicBezTo>
                      <a:pt x="619" y="183"/>
                      <a:pt x="619" y="181"/>
                      <a:pt x="619" y="178"/>
                    </a:cubicBezTo>
                    <a:cubicBezTo>
                      <a:pt x="623" y="132"/>
                      <a:pt x="593" y="86"/>
                      <a:pt x="528" y="50"/>
                    </a:cubicBezTo>
                    <a:cubicBezTo>
                      <a:pt x="467" y="17"/>
                      <a:pt x="388" y="1"/>
                      <a:pt x="3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3981;p69">
                <a:extLst>
                  <a:ext uri="{FF2B5EF4-FFF2-40B4-BE49-F238E27FC236}">
                    <a16:creationId xmlns:a16="http://schemas.microsoft.com/office/drawing/2014/main" id="{9607D1BD-9CC5-F9DE-E1AB-C1BD1910429A}"/>
                  </a:ext>
                </a:extLst>
              </p:cNvPr>
              <p:cNvSpPr/>
              <p:nvPr/>
            </p:nvSpPr>
            <p:spPr>
              <a:xfrm>
                <a:off x="-2444907" y="1032600"/>
                <a:ext cx="27128" cy="31468"/>
              </a:xfrm>
              <a:custGeom>
                <a:avLst/>
                <a:gdLst/>
                <a:ahLst/>
                <a:cxnLst/>
                <a:rect l="l" t="t" r="r" b="b"/>
                <a:pathLst>
                  <a:path w="650" h="754" extrusionOk="0">
                    <a:moveTo>
                      <a:pt x="650" y="0"/>
                    </a:moveTo>
                    <a:lnTo>
                      <a:pt x="1" y="663"/>
                    </a:lnTo>
                    <a:lnTo>
                      <a:pt x="1" y="754"/>
                    </a:lnTo>
                    <a:lnTo>
                      <a:pt x="650" y="91"/>
                    </a:lnTo>
                    <a:lnTo>
                      <a:pt x="65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3982;p69">
                <a:extLst>
                  <a:ext uri="{FF2B5EF4-FFF2-40B4-BE49-F238E27FC236}">
                    <a16:creationId xmlns:a16="http://schemas.microsoft.com/office/drawing/2014/main" id="{8593BCCD-A658-59F5-9D45-63BAA4E7F627}"/>
                  </a:ext>
                </a:extLst>
              </p:cNvPr>
              <p:cNvSpPr/>
              <p:nvPr/>
            </p:nvSpPr>
            <p:spPr>
              <a:xfrm>
                <a:off x="-2465816" y="1060271"/>
                <a:ext cx="20951" cy="16611"/>
              </a:xfrm>
              <a:custGeom>
                <a:avLst/>
                <a:gdLst/>
                <a:ahLst/>
                <a:cxnLst/>
                <a:rect l="l" t="t" r="r" b="b"/>
                <a:pathLst>
                  <a:path w="502" h="398" extrusionOk="0">
                    <a:moveTo>
                      <a:pt x="502" y="0"/>
                    </a:moveTo>
                    <a:cubicBezTo>
                      <a:pt x="368" y="119"/>
                      <a:pt x="197" y="223"/>
                      <a:pt x="0" y="308"/>
                    </a:cubicBezTo>
                    <a:lnTo>
                      <a:pt x="0" y="397"/>
                    </a:lnTo>
                    <a:cubicBezTo>
                      <a:pt x="197" y="312"/>
                      <a:pt x="366" y="209"/>
                      <a:pt x="502" y="91"/>
                    </a:cubicBez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3983;p69">
                <a:extLst>
                  <a:ext uri="{FF2B5EF4-FFF2-40B4-BE49-F238E27FC236}">
                    <a16:creationId xmlns:a16="http://schemas.microsoft.com/office/drawing/2014/main" id="{41E6CB8E-3465-64DB-5A52-8078AAB9DB3B}"/>
                  </a:ext>
                </a:extLst>
              </p:cNvPr>
              <p:cNvSpPr/>
              <p:nvPr/>
            </p:nvSpPr>
            <p:spPr>
              <a:xfrm>
                <a:off x="-2577415" y="1073083"/>
                <a:ext cx="111641" cy="51543"/>
              </a:xfrm>
              <a:custGeom>
                <a:avLst/>
                <a:gdLst/>
                <a:ahLst/>
                <a:cxnLst/>
                <a:rect l="l" t="t" r="r" b="b"/>
                <a:pathLst>
                  <a:path w="2675" h="1235" extrusionOk="0">
                    <a:moveTo>
                      <a:pt x="2674" y="1"/>
                    </a:moveTo>
                    <a:lnTo>
                      <a:pt x="1" y="1144"/>
                    </a:lnTo>
                    <a:lnTo>
                      <a:pt x="1" y="1234"/>
                    </a:lnTo>
                    <a:lnTo>
                      <a:pt x="2674" y="92"/>
                    </a:lnTo>
                    <a:lnTo>
                      <a:pt x="267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3984;p69">
                <a:extLst>
                  <a:ext uri="{FF2B5EF4-FFF2-40B4-BE49-F238E27FC236}">
                    <a16:creationId xmlns:a16="http://schemas.microsoft.com/office/drawing/2014/main" id="{4C9D3A14-95FC-F880-E3BE-08D58A3F1F6D}"/>
                  </a:ext>
                </a:extLst>
              </p:cNvPr>
              <p:cNvSpPr/>
              <p:nvPr/>
            </p:nvSpPr>
            <p:spPr>
              <a:xfrm>
                <a:off x="-2592190" y="1112314"/>
                <a:ext cx="14816" cy="12312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95" extrusionOk="0">
                    <a:moveTo>
                      <a:pt x="1" y="1"/>
                    </a:moveTo>
                    <a:lnTo>
                      <a:pt x="1" y="90"/>
                    </a:lnTo>
                    <a:lnTo>
                      <a:pt x="355" y="294"/>
                    </a:lnTo>
                    <a:lnTo>
                      <a:pt x="355" y="204"/>
                    </a:lnTo>
                    <a:lnTo>
                      <a:pt x="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3985;p69">
                <a:extLst>
                  <a:ext uri="{FF2B5EF4-FFF2-40B4-BE49-F238E27FC236}">
                    <a16:creationId xmlns:a16="http://schemas.microsoft.com/office/drawing/2014/main" id="{5B4ABA91-E7B3-07AF-CB28-F92A7B59AD86}"/>
                  </a:ext>
                </a:extLst>
              </p:cNvPr>
              <p:cNvSpPr/>
              <p:nvPr/>
            </p:nvSpPr>
            <p:spPr>
              <a:xfrm>
                <a:off x="-2592190" y="1018870"/>
                <a:ext cx="174411" cy="101959"/>
              </a:xfrm>
              <a:custGeom>
                <a:avLst/>
                <a:gdLst/>
                <a:ahLst/>
                <a:cxnLst/>
                <a:rect l="l" t="t" r="r" b="b"/>
                <a:pathLst>
                  <a:path w="4179" h="2443" extrusionOk="0">
                    <a:moveTo>
                      <a:pt x="3608" y="0"/>
                    </a:moveTo>
                    <a:lnTo>
                      <a:pt x="2494" y="395"/>
                    </a:lnTo>
                    <a:cubicBezTo>
                      <a:pt x="2291" y="474"/>
                      <a:pt x="2111" y="572"/>
                      <a:pt x="1967" y="688"/>
                    </a:cubicBezTo>
                    <a:lnTo>
                      <a:pt x="1" y="2240"/>
                    </a:lnTo>
                    <a:lnTo>
                      <a:pt x="355" y="2443"/>
                    </a:lnTo>
                    <a:lnTo>
                      <a:pt x="3027" y="1300"/>
                    </a:lnTo>
                    <a:cubicBezTo>
                      <a:pt x="3225" y="1215"/>
                      <a:pt x="3394" y="1111"/>
                      <a:pt x="3530" y="992"/>
                    </a:cubicBezTo>
                    <a:lnTo>
                      <a:pt x="4179" y="329"/>
                    </a:lnTo>
                    <a:lnTo>
                      <a:pt x="4176" y="326"/>
                    </a:lnTo>
                    <a:cubicBezTo>
                      <a:pt x="4111" y="358"/>
                      <a:pt x="4032" y="373"/>
                      <a:pt x="3952" y="373"/>
                    </a:cubicBezTo>
                    <a:cubicBezTo>
                      <a:pt x="3864" y="373"/>
                      <a:pt x="3777" y="354"/>
                      <a:pt x="3710" y="315"/>
                    </a:cubicBezTo>
                    <a:cubicBezTo>
                      <a:pt x="3640" y="275"/>
                      <a:pt x="3608" y="225"/>
                      <a:pt x="3608" y="172"/>
                    </a:cubicBezTo>
                    <a:lnTo>
                      <a:pt x="360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208" name="Graphic 1207">
            <a:extLst>
              <a:ext uri="{FF2B5EF4-FFF2-40B4-BE49-F238E27FC236}">
                <a16:creationId xmlns:a16="http://schemas.microsoft.com/office/drawing/2014/main" id="{8069F3EC-C267-E5FA-AAE7-AB119D4E55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0817" y="2382795"/>
            <a:ext cx="220735" cy="22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43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>
          <a:extLst>
            <a:ext uri="{FF2B5EF4-FFF2-40B4-BE49-F238E27FC236}">
              <a16:creationId xmlns:a16="http://schemas.microsoft.com/office/drawing/2014/main" id="{D4451251-3CAE-036C-12E3-508DA017B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4">
            <a:extLst>
              <a:ext uri="{FF2B5EF4-FFF2-40B4-BE49-F238E27FC236}">
                <a16:creationId xmlns:a16="http://schemas.microsoft.com/office/drawing/2014/main" id="{2DDE5A1D-ECBB-8560-79E4-234564966C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582" y="1240787"/>
            <a:ext cx="662534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3200"/>
              <a:t>[RL] </a:t>
            </a:r>
            <a:r>
              <a:rPr lang="sv-SE" sz="2000"/>
              <a:t>Reinforcement learning</a:t>
            </a:r>
            <a:endParaRPr lang="en-GB" sz="3200"/>
          </a:p>
        </p:txBody>
      </p:sp>
      <p:sp>
        <p:nvSpPr>
          <p:cNvPr id="1019" name="Google Shape;1019;p44">
            <a:extLst>
              <a:ext uri="{FF2B5EF4-FFF2-40B4-BE49-F238E27FC236}">
                <a16:creationId xmlns:a16="http://schemas.microsoft.com/office/drawing/2014/main" id="{5FA758F3-0F18-3B9B-6DB1-8BD7E478950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032" y="398987"/>
            <a:ext cx="179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20" name="Google Shape;1020;p44">
            <a:extLst>
              <a:ext uri="{FF2B5EF4-FFF2-40B4-BE49-F238E27FC236}">
                <a16:creationId xmlns:a16="http://schemas.microsoft.com/office/drawing/2014/main" id="{63DC9BF9-02AB-EE6F-35BC-AAC88665CE9A}"/>
              </a:ext>
            </a:extLst>
          </p:cNvPr>
          <p:cNvSpPr/>
          <p:nvPr/>
        </p:nvSpPr>
        <p:spPr>
          <a:xfrm>
            <a:off x="217582" y="1974737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8" name="Google Shape;1198;p44">
            <a:extLst>
              <a:ext uri="{FF2B5EF4-FFF2-40B4-BE49-F238E27FC236}">
                <a16:creationId xmlns:a16="http://schemas.microsoft.com/office/drawing/2014/main" id="{35D3687F-8969-7B3A-004F-419666931F11}"/>
              </a:ext>
            </a:extLst>
          </p:cNvPr>
          <p:cNvGrpSpPr/>
          <p:nvPr/>
        </p:nvGrpSpPr>
        <p:grpSpPr>
          <a:xfrm>
            <a:off x="7520016" y="4134363"/>
            <a:ext cx="538155" cy="568125"/>
            <a:chOff x="-3171395" y="736983"/>
            <a:chExt cx="1712232" cy="1807587"/>
          </a:xfrm>
        </p:grpSpPr>
        <p:grpSp>
          <p:nvGrpSpPr>
            <p:cNvPr id="1199" name="Google Shape;1199;p44">
              <a:extLst>
                <a:ext uri="{FF2B5EF4-FFF2-40B4-BE49-F238E27FC236}">
                  <a16:creationId xmlns:a16="http://schemas.microsoft.com/office/drawing/2014/main" id="{AE32CA44-EB5F-2B2F-021F-C9BAC5B6316A}"/>
                </a:ext>
              </a:extLst>
            </p:cNvPr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200" name="Google Shape;1200;p44">
                <a:extLst>
                  <a:ext uri="{FF2B5EF4-FFF2-40B4-BE49-F238E27FC236}">
                    <a16:creationId xmlns:a16="http://schemas.microsoft.com/office/drawing/2014/main" id="{5899719A-641F-9C7B-3285-8574804F8DFE}"/>
                  </a:ext>
                </a:extLst>
              </p:cNvPr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4">
                <a:extLst>
                  <a:ext uri="{FF2B5EF4-FFF2-40B4-BE49-F238E27FC236}">
                    <a16:creationId xmlns:a16="http://schemas.microsoft.com/office/drawing/2014/main" id="{D7D496D2-83C3-FE5F-E62F-917CCF52553C}"/>
                  </a:ext>
                </a:extLst>
              </p:cNvPr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2" name="Google Shape;1202;p44">
              <a:extLst>
                <a:ext uri="{FF2B5EF4-FFF2-40B4-BE49-F238E27FC236}">
                  <a16:creationId xmlns:a16="http://schemas.microsoft.com/office/drawing/2014/main" id="{C7388FCD-5291-11FA-EC5C-F2292109566E}"/>
                </a:ext>
              </a:extLst>
            </p:cNvPr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203" name="Google Shape;1203;p44">
                <a:extLst>
                  <a:ext uri="{FF2B5EF4-FFF2-40B4-BE49-F238E27FC236}">
                    <a16:creationId xmlns:a16="http://schemas.microsoft.com/office/drawing/2014/main" id="{72505156-6A1A-0527-40B7-289DDFD9E8A9}"/>
                  </a:ext>
                </a:extLst>
              </p:cNvPr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4">
                <a:extLst>
                  <a:ext uri="{FF2B5EF4-FFF2-40B4-BE49-F238E27FC236}">
                    <a16:creationId xmlns:a16="http://schemas.microsoft.com/office/drawing/2014/main" id="{83224928-1793-A15B-EDA6-4A1023876C1C}"/>
                  </a:ext>
                </a:extLst>
              </p:cNvPr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4">
                <a:extLst>
                  <a:ext uri="{FF2B5EF4-FFF2-40B4-BE49-F238E27FC236}">
                    <a16:creationId xmlns:a16="http://schemas.microsoft.com/office/drawing/2014/main" id="{DE130FA9-2553-8061-42A8-EAA9FF386691}"/>
                  </a:ext>
                </a:extLst>
              </p:cNvPr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4">
                <a:extLst>
                  <a:ext uri="{FF2B5EF4-FFF2-40B4-BE49-F238E27FC236}">
                    <a16:creationId xmlns:a16="http://schemas.microsoft.com/office/drawing/2014/main" id="{594073FB-92CA-773D-8C54-C46EEE498E72}"/>
                  </a:ext>
                </a:extLst>
              </p:cNvPr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30" name="Subtitle 1229">
            <a:extLst>
              <a:ext uri="{FF2B5EF4-FFF2-40B4-BE49-F238E27FC236}">
                <a16:creationId xmlns:a16="http://schemas.microsoft.com/office/drawing/2014/main" id="{5C160F38-C579-A12F-8A3F-839454BFD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032" y="2334000"/>
            <a:ext cx="4032600" cy="475500"/>
          </a:xfrm>
        </p:spPr>
        <p:txBody>
          <a:bodyPr/>
          <a:lstStyle/>
          <a:p>
            <a:r>
              <a:rPr lang="sv-SE"/>
              <a:t>PPO – Proximal Policy optimization.</a:t>
            </a:r>
            <a:endParaRPr lang="en-SE"/>
          </a:p>
        </p:txBody>
      </p:sp>
      <p:grpSp>
        <p:nvGrpSpPr>
          <p:cNvPr id="1233" name="Google Shape;2198;p52">
            <a:extLst>
              <a:ext uri="{FF2B5EF4-FFF2-40B4-BE49-F238E27FC236}">
                <a16:creationId xmlns:a16="http://schemas.microsoft.com/office/drawing/2014/main" id="{3880A7CC-9B54-4D37-3CB9-49285F80C117}"/>
              </a:ext>
            </a:extLst>
          </p:cNvPr>
          <p:cNvGrpSpPr/>
          <p:nvPr/>
        </p:nvGrpSpPr>
        <p:grpSpPr>
          <a:xfrm flipH="1">
            <a:off x="6027737" y="207120"/>
            <a:ext cx="2323325" cy="1361764"/>
            <a:chOff x="2540729" y="391407"/>
            <a:chExt cx="2172753" cy="1362718"/>
          </a:xfrm>
        </p:grpSpPr>
        <p:sp>
          <p:nvSpPr>
            <p:cNvPr id="1234" name="Google Shape;2199;p52">
              <a:extLst>
                <a:ext uri="{FF2B5EF4-FFF2-40B4-BE49-F238E27FC236}">
                  <a16:creationId xmlns:a16="http://schemas.microsoft.com/office/drawing/2014/main" id="{8F3A93A3-C2E8-F426-AC28-AC7A19FC4EC6}"/>
                </a:ext>
              </a:extLst>
            </p:cNvPr>
            <p:cNvSpPr/>
            <p:nvPr/>
          </p:nvSpPr>
          <p:spPr>
            <a:xfrm>
              <a:off x="3927190" y="948713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2200;p52">
              <a:extLst>
                <a:ext uri="{FF2B5EF4-FFF2-40B4-BE49-F238E27FC236}">
                  <a16:creationId xmlns:a16="http://schemas.microsoft.com/office/drawing/2014/main" id="{89AB2A0C-CA6D-6BA8-A876-4016E7998A6F}"/>
                </a:ext>
              </a:extLst>
            </p:cNvPr>
            <p:cNvSpPr/>
            <p:nvPr/>
          </p:nvSpPr>
          <p:spPr>
            <a:xfrm rot="5400000">
              <a:off x="3577039" y="851418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2201;p52">
              <a:extLst>
                <a:ext uri="{FF2B5EF4-FFF2-40B4-BE49-F238E27FC236}">
                  <a16:creationId xmlns:a16="http://schemas.microsoft.com/office/drawing/2014/main" id="{F88D0477-1CD1-A795-BDB3-6B34F8EFD9B2}"/>
                </a:ext>
              </a:extLst>
            </p:cNvPr>
            <p:cNvSpPr/>
            <p:nvPr/>
          </p:nvSpPr>
          <p:spPr>
            <a:xfrm>
              <a:off x="3391357" y="62291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2202;p52">
              <a:extLst>
                <a:ext uri="{FF2B5EF4-FFF2-40B4-BE49-F238E27FC236}">
                  <a16:creationId xmlns:a16="http://schemas.microsoft.com/office/drawing/2014/main" id="{10354D01-DA26-4CBE-0091-06593722A0EF}"/>
                </a:ext>
              </a:extLst>
            </p:cNvPr>
            <p:cNvSpPr/>
            <p:nvPr/>
          </p:nvSpPr>
          <p:spPr>
            <a:xfrm>
              <a:off x="3418336" y="643668"/>
              <a:ext cx="732909" cy="18096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2203;p52">
              <a:extLst>
                <a:ext uri="{FF2B5EF4-FFF2-40B4-BE49-F238E27FC236}">
                  <a16:creationId xmlns:a16="http://schemas.microsoft.com/office/drawing/2014/main" id="{F6C69FF4-6E31-CEDB-CCBC-5B53BFCC6795}"/>
                </a:ext>
              </a:extLst>
            </p:cNvPr>
            <p:cNvSpPr/>
            <p:nvPr/>
          </p:nvSpPr>
          <p:spPr>
            <a:xfrm>
              <a:off x="3746784" y="64406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2204;p52">
              <a:extLst>
                <a:ext uri="{FF2B5EF4-FFF2-40B4-BE49-F238E27FC236}">
                  <a16:creationId xmlns:a16="http://schemas.microsoft.com/office/drawing/2014/main" id="{714358D2-A73D-E64B-367B-C2340C48E3C9}"/>
                </a:ext>
              </a:extLst>
            </p:cNvPr>
            <p:cNvSpPr/>
            <p:nvPr/>
          </p:nvSpPr>
          <p:spPr>
            <a:xfrm>
              <a:off x="3425920" y="39625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2205;p52">
              <a:extLst>
                <a:ext uri="{FF2B5EF4-FFF2-40B4-BE49-F238E27FC236}">
                  <a16:creationId xmlns:a16="http://schemas.microsoft.com/office/drawing/2014/main" id="{00BFACF6-C9C8-CB9E-85F5-9ED009CF2836}"/>
                </a:ext>
              </a:extLst>
            </p:cNvPr>
            <p:cNvSpPr/>
            <p:nvPr/>
          </p:nvSpPr>
          <p:spPr>
            <a:xfrm>
              <a:off x="3389259" y="39643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2206;p52">
              <a:extLst>
                <a:ext uri="{FF2B5EF4-FFF2-40B4-BE49-F238E27FC236}">
                  <a16:creationId xmlns:a16="http://schemas.microsoft.com/office/drawing/2014/main" id="{CCD88DDF-E229-B1BA-F412-B6BA571B7B11}"/>
                </a:ext>
              </a:extLst>
            </p:cNvPr>
            <p:cNvSpPr/>
            <p:nvPr/>
          </p:nvSpPr>
          <p:spPr>
            <a:xfrm>
              <a:off x="3773613" y="44729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2207;p52">
              <a:extLst>
                <a:ext uri="{FF2B5EF4-FFF2-40B4-BE49-F238E27FC236}">
                  <a16:creationId xmlns:a16="http://schemas.microsoft.com/office/drawing/2014/main" id="{7F03D51D-4D84-63BF-E18A-B7E7FCAD1E01}"/>
                </a:ext>
              </a:extLst>
            </p:cNvPr>
            <p:cNvSpPr/>
            <p:nvPr/>
          </p:nvSpPr>
          <p:spPr>
            <a:xfrm>
              <a:off x="3773613" y="60731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2208;p52">
              <a:extLst>
                <a:ext uri="{FF2B5EF4-FFF2-40B4-BE49-F238E27FC236}">
                  <a16:creationId xmlns:a16="http://schemas.microsoft.com/office/drawing/2014/main" id="{CE593850-7C82-9E1B-FC09-4FF76888E75A}"/>
                </a:ext>
              </a:extLst>
            </p:cNvPr>
            <p:cNvSpPr/>
            <p:nvPr/>
          </p:nvSpPr>
          <p:spPr>
            <a:xfrm>
              <a:off x="3734942" y="60359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2209;p52">
              <a:extLst>
                <a:ext uri="{FF2B5EF4-FFF2-40B4-BE49-F238E27FC236}">
                  <a16:creationId xmlns:a16="http://schemas.microsoft.com/office/drawing/2014/main" id="{504EBDC9-E45C-980E-DDC9-7F510F0F77A4}"/>
                </a:ext>
              </a:extLst>
            </p:cNvPr>
            <p:cNvSpPr/>
            <p:nvPr/>
          </p:nvSpPr>
          <p:spPr>
            <a:xfrm>
              <a:off x="3737913" y="58030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2210;p52">
              <a:extLst>
                <a:ext uri="{FF2B5EF4-FFF2-40B4-BE49-F238E27FC236}">
                  <a16:creationId xmlns:a16="http://schemas.microsoft.com/office/drawing/2014/main" id="{BFA2BA21-F476-3DCE-66F8-8316D7CA2F51}"/>
                </a:ext>
              </a:extLst>
            </p:cNvPr>
            <p:cNvSpPr/>
            <p:nvPr/>
          </p:nvSpPr>
          <p:spPr>
            <a:xfrm>
              <a:off x="3734374" y="57685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2211;p52">
              <a:extLst>
                <a:ext uri="{FF2B5EF4-FFF2-40B4-BE49-F238E27FC236}">
                  <a16:creationId xmlns:a16="http://schemas.microsoft.com/office/drawing/2014/main" id="{33F5ACDA-F69D-CE28-5E2C-8E2A5C65BF94}"/>
                </a:ext>
              </a:extLst>
            </p:cNvPr>
            <p:cNvSpPr/>
            <p:nvPr/>
          </p:nvSpPr>
          <p:spPr>
            <a:xfrm>
              <a:off x="3800006" y="45218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2212;p52">
              <a:extLst>
                <a:ext uri="{FF2B5EF4-FFF2-40B4-BE49-F238E27FC236}">
                  <a16:creationId xmlns:a16="http://schemas.microsoft.com/office/drawing/2014/main" id="{C19793EB-9934-C46F-E8E1-710D10F98C31}"/>
                </a:ext>
              </a:extLst>
            </p:cNvPr>
            <p:cNvSpPr/>
            <p:nvPr/>
          </p:nvSpPr>
          <p:spPr>
            <a:xfrm>
              <a:off x="3788994" y="39140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2213;p52">
              <a:extLst>
                <a:ext uri="{FF2B5EF4-FFF2-40B4-BE49-F238E27FC236}">
                  <a16:creationId xmlns:a16="http://schemas.microsoft.com/office/drawing/2014/main" id="{CDE69595-CAB4-7B8A-46D9-0240FA3D9408}"/>
                </a:ext>
              </a:extLst>
            </p:cNvPr>
            <p:cNvSpPr/>
            <p:nvPr/>
          </p:nvSpPr>
          <p:spPr>
            <a:xfrm>
              <a:off x="3761509" y="51563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2214;p52">
              <a:extLst>
                <a:ext uri="{FF2B5EF4-FFF2-40B4-BE49-F238E27FC236}">
                  <a16:creationId xmlns:a16="http://schemas.microsoft.com/office/drawing/2014/main" id="{17D2FE89-2812-C3AB-E4EE-5A0635ABF2D7}"/>
                </a:ext>
              </a:extLst>
            </p:cNvPr>
            <p:cNvSpPr/>
            <p:nvPr/>
          </p:nvSpPr>
          <p:spPr>
            <a:xfrm>
              <a:off x="3761640" y="50340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2215;p52">
              <a:extLst>
                <a:ext uri="{FF2B5EF4-FFF2-40B4-BE49-F238E27FC236}">
                  <a16:creationId xmlns:a16="http://schemas.microsoft.com/office/drawing/2014/main" id="{8E26B9E6-B5EC-D91C-96CA-F14FDBBB1B50}"/>
                </a:ext>
              </a:extLst>
            </p:cNvPr>
            <p:cNvSpPr/>
            <p:nvPr/>
          </p:nvSpPr>
          <p:spPr>
            <a:xfrm>
              <a:off x="3764000" y="50541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2216;p52">
              <a:extLst>
                <a:ext uri="{FF2B5EF4-FFF2-40B4-BE49-F238E27FC236}">
                  <a16:creationId xmlns:a16="http://schemas.microsoft.com/office/drawing/2014/main" id="{46CF5E58-F7E1-2F24-2AAC-DDDD6DCA2FBE}"/>
                </a:ext>
              </a:extLst>
            </p:cNvPr>
            <p:cNvSpPr/>
            <p:nvPr/>
          </p:nvSpPr>
          <p:spPr>
            <a:xfrm>
              <a:off x="3756921" y="54373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2217;p52">
              <a:extLst>
                <a:ext uri="{FF2B5EF4-FFF2-40B4-BE49-F238E27FC236}">
                  <a16:creationId xmlns:a16="http://schemas.microsoft.com/office/drawing/2014/main" id="{7CB0727F-4D2E-BCAA-CDE6-0FE51A5C5A52}"/>
                </a:ext>
              </a:extLst>
            </p:cNvPr>
            <p:cNvSpPr/>
            <p:nvPr/>
          </p:nvSpPr>
          <p:spPr>
            <a:xfrm>
              <a:off x="3726159" y="58441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2218;p52">
              <a:extLst>
                <a:ext uri="{FF2B5EF4-FFF2-40B4-BE49-F238E27FC236}">
                  <a16:creationId xmlns:a16="http://schemas.microsoft.com/office/drawing/2014/main" id="{41A5BEA7-92CF-5937-71DB-C403308CA0EB}"/>
                </a:ext>
              </a:extLst>
            </p:cNvPr>
            <p:cNvSpPr/>
            <p:nvPr/>
          </p:nvSpPr>
          <p:spPr>
            <a:xfrm>
              <a:off x="3562428" y="60320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2219;p52">
              <a:extLst>
                <a:ext uri="{FF2B5EF4-FFF2-40B4-BE49-F238E27FC236}">
                  <a16:creationId xmlns:a16="http://schemas.microsoft.com/office/drawing/2014/main" id="{605A1826-DC3B-1080-233E-6FE672B4642E}"/>
                </a:ext>
              </a:extLst>
            </p:cNvPr>
            <p:cNvSpPr/>
            <p:nvPr/>
          </p:nvSpPr>
          <p:spPr>
            <a:xfrm>
              <a:off x="3540711" y="66066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2220;p52">
              <a:extLst>
                <a:ext uri="{FF2B5EF4-FFF2-40B4-BE49-F238E27FC236}">
                  <a16:creationId xmlns:a16="http://schemas.microsoft.com/office/drawing/2014/main" id="{ECFAF239-728D-DFDF-32FF-1D88510DB704}"/>
                </a:ext>
              </a:extLst>
            </p:cNvPr>
            <p:cNvSpPr/>
            <p:nvPr/>
          </p:nvSpPr>
          <p:spPr>
            <a:xfrm>
              <a:off x="3540798" y="52354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2221;p52">
              <a:extLst>
                <a:ext uri="{FF2B5EF4-FFF2-40B4-BE49-F238E27FC236}">
                  <a16:creationId xmlns:a16="http://schemas.microsoft.com/office/drawing/2014/main" id="{6C2A5876-B61D-5C72-5FD5-6CBFF11661D3}"/>
                </a:ext>
              </a:extLst>
            </p:cNvPr>
            <p:cNvSpPr/>
            <p:nvPr/>
          </p:nvSpPr>
          <p:spPr>
            <a:xfrm>
              <a:off x="3106572" y="1450603"/>
              <a:ext cx="732890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2222;p52">
              <a:extLst>
                <a:ext uri="{FF2B5EF4-FFF2-40B4-BE49-F238E27FC236}">
                  <a16:creationId xmlns:a16="http://schemas.microsoft.com/office/drawing/2014/main" id="{348121B6-B973-23D1-7E8E-E57C8125A141}"/>
                </a:ext>
              </a:extLst>
            </p:cNvPr>
            <p:cNvSpPr/>
            <p:nvPr/>
          </p:nvSpPr>
          <p:spPr>
            <a:xfrm>
              <a:off x="2962182" y="1113887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2223;p52">
              <a:extLst>
                <a:ext uri="{FF2B5EF4-FFF2-40B4-BE49-F238E27FC236}">
                  <a16:creationId xmlns:a16="http://schemas.microsoft.com/office/drawing/2014/main" id="{FADB7F68-8A24-5E54-E76E-CD15740FF45A}"/>
                </a:ext>
              </a:extLst>
            </p:cNvPr>
            <p:cNvSpPr/>
            <p:nvPr/>
          </p:nvSpPr>
          <p:spPr>
            <a:xfrm>
              <a:off x="2542827" y="111122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2224;p52">
              <a:extLst>
                <a:ext uri="{FF2B5EF4-FFF2-40B4-BE49-F238E27FC236}">
                  <a16:creationId xmlns:a16="http://schemas.microsoft.com/office/drawing/2014/main" id="{BC12CAEE-6871-DD8F-1308-61BCD8FC9369}"/>
                </a:ext>
              </a:extLst>
            </p:cNvPr>
            <p:cNvSpPr/>
            <p:nvPr/>
          </p:nvSpPr>
          <p:spPr>
            <a:xfrm>
              <a:off x="3748368" y="922890"/>
              <a:ext cx="50077" cy="40726"/>
            </a:xfrm>
            <a:custGeom>
              <a:avLst/>
              <a:gdLst/>
              <a:ahLst/>
              <a:cxnLst/>
              <a:rect l="l" t="t" r="r" b="b"/>
              <a:pathLst>
                <a:path w="1146" h="932" extrusionOk="0">
                  <a:moveTo>
                    <a:pt x="571" y="0"/>
                  </a:moveTo>
                  <a:cubicBezTo>
                    <a:pt x="257" y="0"/>
                    <a:pt x="2" y="207"/>
                    <a:pt x="1" y="465"/>
                  </a:cubicBezTo>
                  <a:cubicBezTo>
                    <a:pt x="1" y="722"/>
                    <a:pt x="256" y="931"/>
                    <a:pt x="572" y="931"/>
                  </a:cubicBezTo>
                  <a:cubicBezTo>
                    <a:pt x="573" y="931"/>
                    <a:pt x="574" y="931"/>
                    <a:pt x="575" y="931"/>
                  </a:cubicBezTo>
                  <a:cubicBezTo>
                    <a:pt x="889" y="931"/>
                    <a:pt x="1144" y="724"/>
                    <a:pt x="1145" y="470"/>
                  </a:cubicBezTo>
                  <a:cubicBezTo>
                    <a:pt x="1145" y="211"/>
                    <a:pt x="890" y="2"/>
                    <a:pt x="575" y="0"/>
                  </a:cubicBezTo>
                  <a:cubicBezTo>
                    <a:pt x="574" y="0"/>
                    <a:pt x="572" y="0"/>
                    <a:pt x="57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2225;p52">
              <a:extLst>
                <a:ext uri="{FF2B5EF4-FFF2-40B4-BE49-F238E27FC236}">
                  <a16:creationId xmlns:a16="http://schemas.microsoft.com/office/drawing/2014/main" id="{5AADDEFC-BD70-AD59-6835-2D93461E029C}"/>
                </a:ext>
              </a:extLst>
            </p:cNvPr>
            <p:cNvSpPr/>
            <p:nvPr/>
          </p:nvSpPr>
          <p:spPr>
            <a:xfrm>
              <a:off x="3934952" y="789484"/>
              <a:ext cx="111647" cy="232340"/>
            </a:xfrm>
            <a:custGeom>
              <a:avLst/>
              <a:gdLst/>
              <a:ahLst/>
              <a:cxnLst/>
              <a:rect l="l" t="t" r="r" b="b"/>
              <a:pathLst>
                <a:path w="2555" h="5317" extrusionOk="0">
                  <a:moveTo>
                    <a:pt x="2547" y="0"/>
                  </a:moveTo>
                  <a:cubicBezTo>
                    <a:pt x="2424" y="71"/>
                    <a:pt x="2307" y="145"/>
                    <a:pt x="2191" y="220"/>
                  </a:cubicBezTo>
                  <a:cubicBezTo>
                    <a:pt x="2156" y="242"/>
                    <a:pt x="2122" y="266"/>
                    <a:pt x="2088" y="288"/>
                  </a:cubicBezTo>
                  <a:cubicBezTo>
                    <a:pt x="2010" y="342"/>
                    <a:pt x="1931" y="397"/>
                    <a:pt x="1858" y="451"/>
                  </a:cubicBezTo>
                  <a:cubicBezTo>
                    <a:pt x="1822" y="477"/>
                    <a:pt x="1787" y="502"/>
                    <a:pt x="1753" y="529"/>
                  </a:cubicBezTo>
                  <a:cubicBezTo>
                    <a:pt x="1676" y="588"/>
                    <a:pt x="1601" y="648"/>
                    <a:pt x="1528" y="709"/>
                  </a:cubicBezTo>
                  <a:cubicBezTo>
                    <a:pt x="1505" y="729"/>
                    <a:pt x="1481" y="748"/>
                    <a:pt x="1458" y="768"/>
                  </a:cubicBezTo>
                  <a:cubicBezTo>
                    <a:pt x="1364" y="849"/>
                    <a:pt x="1276" y="931"/>
                    <a:pt x="1192" y="1014"/>
                  </a:cubicBezTo>
                  <a:cubicBezTo>
                    <a:pt x="1173" y="1032"/>
                    <a:pt x="1156" y="1051"/>
                    <a:pt x="1138" y="1069"/>
                  </a:cubicBezTo>
                  <a:cubicBezTo>
                    <a:pt x="1073" y="1134"/>
                    <a:pt x="1012" y="1201"/>
                    <a:pt x="953" y="1268"/>
                  </a:cubicBezTo>
                  <a:cubicBezTo>
                    <a:pt x="929" y="1295"/>
                    <a:pt x="904" y="1324"/>
                    <a:pt x="879" y="1352"/>
                  </a:cubicBezTo>
                  <a:cubicBezTo>
                    <a:pt x="829" y="1414"/>
                    <a:pt x="781" y="1474"/>
                    <a:pt x="735" y="1535"/>
                  </a:cubicBezTo>
                  <a:cubicBezTo>
                    <a:pt x="713" y="1563"/>
                    <a:pt x="692" y="1591"/>
                    <a:pt x="672" y="1618"/>
                  </a:cubicBezTo>
                  <a:cubicBezTo>
                    <a:pt x="615" y="1697"/>
                    <a:pt x="561" y="1778"/>
                    <a:pt x="510" y="1860"/>
                  </a:cubicBezTo>
                  <a:cubicBezTo>
                    <a:pt x="506" y="1867"/>
                    <a:pt x="499" y="1874"/>
                    <a:pt x="495" y="1883"/>
                  </a:cubicBezTo>
                  <a:cubicBezTo>
                    <a:pt x="442" y="1972"/>
                    <a:pt x="393" y="2063"/>
                    <a:pt x="349" y="2152"/>
                  </a:cubicBezTo>
                  <a:cubicBezTo>
                    <a:pt x="335" y="2178"/>
                    <a:pt x="322" y="2206"/>
                    <a:pt x="310" y="2234"/>
                  </a:cubicBezTo>
                  <a:cubicBezTo>
                    <a:pt x="281" y="2300"/>
                    <a:pt x="252" y="2364"/>
                    <a:pt x="226" y="2429"/>
                  </a:cubicBezTo>
                  <a:cubicBezTo>
                    <a:pt x="215" y="2461"/>
                    <a:pt x="204" y="2490"/>
                    <a:pt x="192" y="2523"/>
                  </a:cubicBezTo>
                  <a:cubicBezTo>
                    <a:pt x="167" y="2590"/>
                    <a:pt x="146" y="2658"/>
                    <a:pt x="127" y="2727"/>
                  </a:cubicBezTo>
                  <a:cubicBezTo>
                    <a:pt x="119" y="2752"/>
                    <a:pt x="110" y="2775"/>
                    <a:pt x="104" y="2801"/>
                  </a:cubicBezTo>
                  <a:cubicBezTo>
                    <a:pt x="81" y="2893"/>
                    <a:pt x="63" y="2986"/>
                    <a:pt x="47" y="3078"/>
                  </a:cubicBezTo>
                  <a:cubicBezTo>
                    <a:pt x="44" y="3096"/>
                    <a:pt x="43" y="3113"/>
                    <a:pt x="41" y="3132"/>
                  </a:cubicBezTo>
                  <a:cubicBezTo>
                    <a:pt x="30" y="3207"/>
                    <a:pt x="21" y="3283"/>
                    <a:pt x="16" y="3359"/>
                  </a:cubicBezTo>
                  <a:cubicBezTo>
                    <a:pt x="15" y="3390"/>
                    <a:pt x="15" y="3421"/>
                    <a:pt x="13" y="3452"/>
                  </a:cubicBezTo>
                  <a:cubicBezTo>
                    <a:pt x="1" y="3842"/>
                    <a:pt x="67" y="4235"/>
                    <a:pt x="213" y="4621"/>
                  </a:cubicBezTo>
                  <a:lnTo>
                    <a:pt x="216" y="5316"/>
                  </a:lnTo>
                  <a:cubicBezTo>
                    <a:pt x="556" y="4407"/>
                    <a:pt x="1333" y="2544"/>
                    <a:pt x="2554" y="1838"/>
                  </a:cubicBezTo>
                  <a:lnTo>
                    <a:pt x="2547" y="0"/>
                  </a:ln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2226;p52">
              <a:extLst>
                <a:ext uri="{FF2B5EF4-FFF2-40B4-BE49-F238E27FC236}">
                  <a16:creationId xmlns:a16="http://schemas.microsoft.com/office/drawing/2014/main" id="{E7B90D4C-AD4B-2DB3-AE32-BCB003BAEE96}"/>
                </a:ext>
              </a:extLst>
            </p:cNvPr>
            <p:cNvSpPr/>
            <p:nvPr/>
          </p:nvSpPr>
          <p:spPr>
            <a:xfrm>
              <a:off x="3159908" y="841833"/>
              <a:ext cx="224037" cy="265331"/>
            </a:xfrm>
            <a:custGeom>
              <a:avLst/>
              <a:gdLst/>
              <a:ahLst/>
              <a:cxnLst/>
              <a:rect l="l" t="t" r="r" b="b"/>
              <a:pathLst>
                <a:path w="5127" h="6072" extrusionOk="0">
                  <a:moveTo>
                    <a:pt x="1" y="0"/>
                  </a:moveTo>
                  <a:lnTo>
                    <a:pt x="10" y="2840"/>
                  </a:lnTo>
                  <a:lnTo>
                    <a:pt x="1801" y="4576"/>
                  </a:lnTo>
                  <a:cubicBezTo>
                    <a:pt x="2273" y="5036"/>
                    <a:pt x="2993" y="5595"/>
                    <a:pt x="3643" y="6072"/>
                  </a:cubicBezTo>
                  <a:lnTo>
                    <a:pt x="3640" y="5138"/>
                  </a:lnTo>
                  <a:lnTo>
                    <a:pt x="5126" y="4281"/>
                  </a:lnTo>
                  <a:cubicBezTo>
                    <a:pt x="5011" y="4204"/>
                    <a:pt x="2820" y="2737"/>
                    <a:pt x="1791" y="17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2227;p52">
              <a:extLst>
                <a:ext uri="{FF2B5EF4-FFF2-40B4-BE49-F238E27FC236}">
                  <a16:creationId xmlns:a16="http://schemas.microsoft.com/office/drawing/2014/main" id="{6373728B-A858-101A-F8A6-64193FA19C45}"/>
                </a:ext>
              </a:extLst>
            </p:cNvPr>
            <p:cNvSpPr/>
            <p:nvPr/>
          </p:nvSpPr>
          <p:spPr>
            <a:xfrm>
              <a:off x="3325867" y="1091470"/>
              <a:ext cx="787" cy="4938"/>
            </a:xfrm>
            <a:custGeom>
              <a:avLst/>
              <a:gdLst/>
              <a:ahLst/>
              <a:cxnLst/>
              <a:rect l="l" t="t" r="r" b="b"/>
              <a:pathLst>
                <a:path w="18" h="113" extrusionOk="0">
                  <a:moveTo>
                    <a:pt x="1" y="0"/>
                  </a:moveTo>
                  <a:cubicBezTo>
                    <a:pt x="7" y="37"/>
                    <a:pt x="13" y="76"/>
                    <a:pt x="18" y="112"/>
                  </a:cubicBezTo>
                  <a:cubicBezTo>
                    <a:pt x="13" y="76"/>
                    <a:pt x="7" y="37"/>
                    <a:pt x="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2228;p52">
              <a:extLst>
                <a:ext uri="{FF2B5EF4-FFF2-40B4-BE49-F238E27FC236}">
                  <a16:creationId xmlns:a16="http://schemas.microsoft.com/office/drawing/2014/main" id="{ACD1FCF6-3EA5-91C6-CC75-EBFAB0F0EF10}"/>
                </a:ext>
              </a:extLst>
            </p:cNvPr>
            <p:cNvSpPr/>
            <p:nvPr/>
          </p:nvSpPr>
          <p:spPr>
            <a:xfrm>
              <a:off x="3327440" y="1104230"/>
              <a:ext cx="350" cy="5156"/>
            </a:xfrm>
            <a:custGeom>
              <a:avLst/>
              <a:gdLst/>
              <a:ahLst/>
              <a:cxnLst/>
              <a:rect l="l" t="t" r="r" b="b"/>
              <a:pathLst>
                <a:path w="8" h="118" extrusionOk="0">
                  <a:moveTo>
                    <a:pt x="0" y="0"/>
                  </a:moveTo>
                  <a:cubicBezTo>
                    <a:pt x="3" y="39"/>
                    <a:pt x="6" y="77"/>
                    <a:pt x="8" y="117"/>
                  </a:cubicBezTo>
                  <a:cubicBezTo>
                    <a:pt x="6" y="77"/>
                    <a:pt x="5" y="39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2229;p52">
              <a:extLst>
                <a:ext uri="{FF2B5EF4-FFF2-40B4-BE49-F238E27FC236}">
                  <a16:creationId xmlns:a16="http://schemas.microsoft.com/office/drawing/2014/main" id="{31AFC013-2393-7C14-8B5B-7FCC89FD8C48}"/>
                </a:ext>
              </a:extLst>
            </p:cNvPr>
            <p:cNvSpPr/>
            <p:nvPr/>
          </p:nvSpPr>
          <p:spPr>
            <a:xfrm>
              <a:off x="3323071" y="1078842"/>
              <a:ext cx="1049" cy="4195"/>
            </a:xfrm>
            <a:custGeom>
              <a:avLst/>
              <a:gdLst/>
              <a:ahLst/>
              <a:cxnLst/>
              <a:rect l="l" t="t" r="r" b="b"/>
              <a:pathLst>
                <a:path w="24" h="96" extrusionOk="0">
                  <a:moveTo>
                    <a:pt x="0" y="0"/>
                  </a:moveTo>
                  <a:cubicBezTo>
                    <a:pt x="9" y="32"/>
                    <a:pt x="16" y="65"/>
                    <a:pt x="23" y="95"/>
                  </a:cubicBezTo>
                  <a:cubicBezTo>
                    <a:pt x="16" y="65"/>
                    <a:pt x="9" y="32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2230;p52">
              <a:extLst>
                <a:ext uri="{FF2B5EF4-FFF2-40B4-BE49-F238E27FC236}">
                  <a16:creationId xmlns:a16="http://schemas.microsoft.com/office/drawing/2014/main" id="{20C0A700-2491-015D-930E-3EB0A96148F5}"/>
                </a:ext>
              </a:extLst>
            </p:cNvPr>
            <p:cNvSpPr/>
            <p:nvPr/>
          </p:nvSpPr>
          <p:spPr>
            <a:xfrm>
              <a:off x="4066915" y="1212990"/>
              <a:ext cx="32249" cy="42780"/>
            </a:xfrm>
            <a:custGeom>
              <a:avLst/>
              <a:gdLst/>
              <a:ahLst/>
              <a:cxnLst/>
              <a:rect l="l" t="t" r="r" b="b"/>
              <a:pathLst>
                <a:path w="738" h="979" extrusionOk="0">
                  <a:moveTo>
                    <a:pt x="728" y="0"/>
                  </a:moveTo>
                  <a:lnTo>
                    <a:pt x="1" y="420"/>
                  </a:lnTo>
                  <a:lnTo>
                    <a:pt x="8" y="979"/>
                  </a:lnTo>
                  <a:lnTo>
                    <a:pt x="737" y="557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2231;p52">
              <a:extLst>
                <a:ext uri="{FF2B5EF4-FFF2-40B4-BE49-F238E27FC236}">
                  <a16:creationId xmlns:a16="http://schemas.microsoft.com/office/drawing/2014/main" id="{BC4568B6-08A9-C56D-BED3-E6AB6947F0B6}"/>
                </a:ext>
              </a:extLst>
            </p:cNvPr>
            <p:cNvSpPr/>
            <p:nvPr/>
          </p:nvSpPr>
          <p:spPr>
            <a:xfrm>
              <a:off x="3732638" y="1087887"/>
              <a:ext cx="334679" cy="184272"/>
            </a:xfrm>
            <a:custGeom>
              <a:avLst/>
              <a:gdLst/>
              <a:ahLst/>
              <a:cxnLst/>
              <a:rect l="l" t="t" r="r" b="b"/>
              <a:pathLst>
                <a:path w="7659" h="4217" extrusionOk="0">
                  <a:moveTo>
                    <a:pt x="4230" y="1"/>
                  </a:moveTo>
                  <a:lnTo>
                    <a:pt x="7651" y="3283"/>
                  </a:lnTo>
                  <a:lnTo>
                    <a:pt x="7658" y="3840"/>
                  </a:lnTo>
                  <a:lnTo>
                    <a:pt x="5560" y="3226"/>
                  </a:lnTo>
                  <a:cubicBezTo>
                    <a:pt x="4716" y="2979"/>
                    <a:pt x="3807" y="3088"/>
                    <a:pt x="3044" y="3528"/>
                  </a:cubicBezTo>
                  <a:lnTo>
                    <a:pt x="1850" y="4217"/>
                  </a:lnTo>
                  <a:lnTo>
                    <a:pt x="1" y="2442"/>
                  </a:lnTo>
                  <a:lnTo>
                    <a:pt x="42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2232;p52">
              <a:extLst>
                <a:ext uri="{FF2B5EF4-FFF2-40B4-BE49-F238E27FC236}">
                  <a16:creationId xmlns:a16="http://schemas.microsoft.com/office/drawing/2014/main" id="{B88D1ACE-2301-A32A-066B-4E47526262B5}"/>
                </a:ext>
              </a:extLst>
            </p:cNvPr>
            <p:cNvSpPr/>
            <p:nvPr/>
          </p:nvSpPr>
          <p:spPr>
            <a:xfrm>
              <a:off x="3565979" y="1172309"/>
              <a:ext cx="65240" cy="124145"/>
            </a:xfrm>
            <a:custGeom>
              <a:avLst/>
              <a:gdLst/>
              <a:ahLst/>
              <a:cxnLst/>
              <a:rect l="l" t="t" r="r" b="b"/>
              <a:pathLst>
                <a:path w="1493" h="2841" extrusionOk="0">
                  <a:moveTo>
                    <a:pt x="1485" y="1"/>
                  </a:moveTo>
                  <a:lnTo>
                    <a:pt x="0" y="859"/>
                  </a:lnTo>
                  <a:lnTo>
                    <a:pt x="6" y="2654"/>
                  </a:lnTo>
                  <a:lnTo>
                    <a:pt x="1492" y="2840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2233;p52">
              <a:extLst>
                <a:ext uri="{FF2B5EF4-FFF2-40B4-BE49-F238E27FC236}">
                  <a16:creationId xmlns:a16="http://schemas.microsoft.com/office/drawing/2014/main" id="{9950E1C4-3BC4-B8A1-5152-18F4549C6524}"/>
                </a:ext>
              </a:extLst>
            </p:cNvPr>
            <p:cNvSpPr/>
            <p:nvPr/>
          </p:nvSpPr>
          <p:spPr>
            <a:xfrm>
              <a:off x="3630825" y="1172309"/>
              <a:ext cx="70353" cy="164740"/>
            </a:xfrm>
            <a:custGeom>
              <a:avLst/>
              <a:gdLst/>
              <a:ahLst/>
              <a:cxnLst/>
              <a:rect l="l" t="t" r="r" b="b"/>
              <a:pathLst>
                <a:path w="1610" h="3770" extrusionOk="0">
                  <a:moveTo>
                    <a:pt x="1" y="1"/>
                  </a:moveTo>
                  <a:lnTo>
                    <a:pt x="8" y="2840"/>
                  </a:lnTo>
                  <a:lnTo>
                    <a:pt x="1610" y="3769"/>
                  </a:lnTo>
                  <a:lnTo>
                    <a:pt x="1600" y="9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2234;p52">
              <a:extLst>
                <a:ext uri="{FF2B5EF4-FFF2-40B4-BE49-F238E27FC236}">
                  <a16:creationId xmlns:a16="http://schemas.microsoft.com/office/drawing/2014/main" id="{C681C09A-5F29-AB93-0395-E19394BE7C54}"/>
                </a:ext>
              </a:extLst>
            </p:cNvPr>
            <p:cNvSpPr/>
            <p:nvPr/>
          </p:nvSpPr>
          <p:spPr>
            <a:xfrm>
              <a:off x="3217063" y="1204513"/>
              <a:ext cx="349230" cy="142061"/>
            </a:xfrm>
            <a:custGeom>
              <a:avLst/>
              <a:gdLst/>
              <a:ahLst/>
              <a:cxnLst/>
              <a:rect l="l" t="t" r="r" b="b"/>
              <a:pathLst>
                <a:path w="7992" h="3251" extrusionOk="0">
                  <a:moveTo>
                    <a:pt x="6088" y="0"/>
                  </a:moveTo>
                  <a:cubicBezTo>
                    <a:pt x="3887" y="0"/>
                    <a:pt x="1685" y="485"/>
                    <a:pt x="0" y="1457"/>
                  </a:cubicBezTo>
                  <a:lnTo>
                    <a:pt x="8" y="3251"/>
                  </a:lnTo>
                  <a:cubicBezTo>
                    <a:pt x="1691" y="2279"/>
                    <a:pt x="3892" y="1794"/>
                    <a:pt x="6090" y="1794"/>
                  </a:cubicBezTo>
                  <a:cubicBezTo>
                    <a:pt x="6728" y="1794"/>
                    <a:pt x="7366" y="1835"/>
                    <a:pt x="7991" y="1917"/>
                  </a:cubicBezTo>
                  <a:lnTo>
                    <a:pt x="7985" y="122"/>
                  </a:lnTo>
                  <a:cubicBezTo>
                    <a:pt x="7361" y="41"/>
                    <a:pt x="6725" y="0"/>
                    <a:pt x="6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2235;p52">
              <a:extLst>
                <a:ext uri="{FF2B5EF4-FFF2-40B4-BE49-F238E27FC236}">
                  <a16:creationId xmlns:a16="http://schemas.microsoft.com/office/drawing/2014/main" id="{1CE26E80-DFBF-051C-4AEB-F56E31F84D77}"/>
                </a:ext>
              </a:extLst>
            </p:cNvPr>
            <p:cNvSpPr/>
            <p:nvPr/>
          </p:nvSpPr>
          <p:spPr>
            <a:xfrm>
              <a:off x="3850225" y="1338050"/>
              <a:ext cx="32249" cy="42824"/>
            </a:xfrm>
            <a:custGeom>
              <a:avLst/>
              <a:gdLst/>
              <a:ahLst/>
              <a:cxnLst/>
              <a:rect l="l" t="t" r="r" b="b"/>
              <a:pathLst>
                <a:path w="738" h="980" extrusionOk="0">
                  <a:moveTo>
                    <a:pt x="729" y="1"/>
                  </a:moveTo>
                  <a:lnTo>
                    <a:pt x="0" y="422"/>
                  </a:lnTo>
                  <a:lnTo>
                    <a:pt x="8" y="979"/>
                  </a:lnTo>
                  <a:lnTo>
                    <a:pt x="737" y="5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2236;p52">
              <a:extLst>
                <a:ext uri="{FF2B5EF4-FFF2-40B4-BE49-F238E27FC236}">
                  <a16:creationId xmlns:a16="http://schemas.microsoft.com/office/drawing/2014/main" id="{9DA33347-A626-C775-878D-75241DA2630E}"/>
                </a:ext>
              </a:extLst>
            </p:cNvPr>
            <p:cNvSpPr/>
            <p:nvPr/>
          </p:nvSpPr>
          <p:spPr>
            <a:xfrm>
              <a:off x="3700739" y="1212990"/>
              <a:ext cx="149839" cy="167886"/>
            </a:xfrm>
            <a:custGeom>
              <a:avLst/>
              <a:gdLst/>
              <a:ahLst/>
              <a:cxnLst/>
              <a:rect l="l" t="t" r="r" b="b"/>
              <a:pathLst>
                <a:path w="3429" h="3842" extrusionOk="0">
                  <a:moveTo>
                    <a:pt x="0" y="0"/>
                  </a:moveTo>
                  <a:lnTo>
                    <a:pt x="10" y="2838"/>
                  </a:lnTo>
                  <a:lnTo>
                    <a:pt x="3429" y="3841"/>
                  </a:lnTo>
                  <a:lnTo>
                    <a:pt x="3429" y="3841"/>
                  </a:lnTo>
                  <a:lnTo>
                    <a:pt x="3421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2237;p52">
              <a:extLst>
                <a:ext uri="{FF2B5EF4-FFF2-40B4-BE49-F238E27FC236}">
                  <a16:creationId xmlns:a16="http://schemas.microsoft.com/office/drawing/2014/main" id="{216AEDE0-728D-1D99-2EC5-186A2270236C}"/>
                </a:ext>
              </a:extLst>
            </p:cNvPr>
            <p:cNvSpPr/>
            <p:nvPr/>
          </p:nvSpPr>
          <p:spPr>
            <a:xfrm>
              <a:off x="3159908" y="755051"/>
              <a:ext cx="472588" cy="273896"/>
            </a:xfrm>
            <a:custGeom>
              <a:avLst/>
              <a:gdLst/>
              <a:ahLst/>
              <a:cxnLst/>
              <a:rect l="l" t="t" r="r" b="b"/>
              <a:pathLst>
                <a:path w="10815" h="6268" extrusionOk="0">
                  <a:moveTo>
                    <a:pt x="3443" y="0"/>
                  </a:moveTo>
                  <a:lnTo>
                    <a:pt x="1" y="1986"/>
                  </a:lnTo>
                  <a:lnTo>
                    <a:pt x="1791" y="3724"/>
                  </a:lnTo>
                  <a:cubicBezTo>
                    <a:pt x="2820" y="4723"/>
                    <a:pt x="5011" y="6190"/>
                    <a:pt x="5126" y="6267"/>
                  </a:cubicBezTo>
                  <a:lnTo>
                    <a:pt x="10815" y="2982"/>
                  </a:lnTo>
                  <a:cubicBezTo>
                    <a:pt x="10681" y="2915"/>
                    <a:pt x="8158" y="1642"/>
                    <a:pt x="6437" y="1042"/>
                  </a:cubicBezTo>
                  <a:lnTo>
                    <a:pt x="3443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2238;p52">
              <a:extLst>
                <a:ext uri="{FF2B5EF4-FFF2-40B4-BE49-F238E27FC236}">
                  <a16:creationId xmlns:a16="http://schemas.microsoft.com/office/drawing/2014/main" id="{B5756C9D-A23C-1B35-F9CF-5935715D0A67}"/>
                </a:ext>
              </a:extLst>
            </p:cNvPr>
            <p:cNvSpPr/>
            <p:nvPr/>
          </p:nvSpPr>
          <p:spPr>
            <a:xfrm>
              <a:off x="3217063" y="789484"/>
              <a:ext cx="881728" cy="567062"/>
            </a:xfrm>
            <a:custGeom>
              <a:avLst/>
              <a:gdLst/>
              <a:ahLst/>
              <a:cxnLst/>
              <a:rect l="l" t="t" r="r" b="b"/>
              <a:pathLst>
                <a:path w="20178" h="12977" extrusionOk="0">
                  <a:moveTo>
                    <a:pt x="18976" y="0"/>
                  </a:moveTo>
                  <a:lnTo>
                    <a:pt x="18976" y="0"/>
                  </a:lnTo>
                  <a:cubicBezTo>
                    <a:pt x="18972" y="2"/>
                    <a:pt x="18969" y="4"/>
                    <a:pt x="18966" y="6"/>
                  </a:cubicBezTo>
                  <a:lnTo>
                    <a:pt x="18966" y="6"/>
                  </a:lnTo>
                  <a:cubicBezTo>
                    <a:pt x="18969" y="4"/>
                    <a:pt x="18972" y="2"/>
                    <a:pt x="18976" y="0"/>
                  </a:cubicBezTo>
                  <a:close/>
                  <a:moveTo>
                    <a:pt x="18966" y="6"/>
                  </a:moveTo>
                  <a:lnTo>
                    <a:pt x="18966" y="6"/>
                  </a:lnTo>
                  <a:cubicBezTo>
                    <a:pt x="17282" y="975"/>
                    <a:pt x="15083" y="1458"/>
                    <a:pt x="12886" y="1458"/>
                  </a:cubicBezTo>
                  <a:cubicBezTo>
                    <a:pt x="12250" y="1458"/>
                    <a:pt x="11614" y="1418"/>
                    <a:pt x="10991" y="1337"/>
                  </a:cubicBezTo>
                  <a:lnTo>
                    <a:pt x="9507" y="2194"/>
                  </a:lnTo>
                  <a:lnTo>
                    <a:pt x="3818" y="5479"/>
                  </a:lnTo>
                  <a:lnTo>
                    <a:pt x="2332" y="6336"/>
                  </a:lnTo>
                  <a:cubicBezTo>
                    <a:pt x="2369" y="6431"/>
                    <a:pt x="2400" y="6527"/>
                    <a:pt x="2426" y="6622"/>
                  </a:cubicBezTo>
                  <a:cubicBezTo>
                    <a:pt x="2435" y="6654"/>
                    <a:pt x="2442" y="6687"/>
                    <a:pt x="2449" y="6717"/>
                  </a:cubicBezTo>
                  <a:cubicBezTo>
                    <a:pt x="2465" y="6782"/>
                    <a:pt x="2480" y="6847"/>
                    <a:pt x="2491" y="6911"/>
                  </a:cubicBezTo>
                  <a:cubicBezTo>
                    <a:pt x="2497" y="6948"/>
                    <a:pt x="2503" y="6987"/>
                    <a:pt x="2508" y="7023"/>
                  </a:cubicBezTo>
                  <a:cubicBezTo>
                    <a:pt x="2515" y="7083"/>
                    <a:pt x="2523" y="7143"/>
                    <a:pt x="2526" y="7203"/>
                  </a:cubicBezTo>
                  <a:cubicBezTo>
                    <a:pt x="2529" y="7242"/>
                    <a:pt x="2532" y="7280"/>
                    <a:pt x="2534" y="7320"/>
                  </a:cubicBezTo>
                  <a:cubicBezTo>
                    <a:pt x="2546" y="7713"/>
                    <a:pt x="2483" y="8102"/>
                    <a:pt x="2338" y="8485"/>
                  </a:cubicBezTo>
                  <a:cubicBezTo>
                    <a:pt x="1999" y="9391"/>
                    <a:pt x="1219" y="10251"/>
                    <a:pt x="0" y="10955"/>
                  </a:cubicBezTo>
                  <a:cubicBezTo>
                    <a:pt x="1684" y="9984"/>
                    <a:pt x="3888" y="9498"/>
                    <a:pt x="6089" y="9498"/>
                  </a:cubicBezTo>
                  <a:cubicBezTo>
                    <a:pt x="6725" y="9498"/>
                    <a:pt x="7361" y="9539"/>
                    <a:pt x="7984" y="9620"/>
                  </a:cubicBezTo>
                  <a:lnTo>
                    <a:pt x="9470" y="8762"/>
                  </a:lnTo>
                  <a:lnTo>
                    <a:pt x="11069" y="9692"/>
                  </a:lnTo>
                  <a:lnTo>
                    <a:pt x="14490" y="12976"/>
                  </a:lnTo>
                  <a:lnTo>
                    <a:pt x="15219" y="12555"/>
                  </a:lnTo>
                  <a:lnTo>
                    <a:pt x="13649" y="11046"/>
                  </a:lnTo>
                  <a:lnTo>
                    <a:pt x="12901" y="10329"/>
                  </a:lnTo>
                  <a:cubicBezTo>
                    <a:pt x="12349" y="9798"/>
                    <a:pt x="12460" y="8889"/>
                    <a:pt x="13121" y="8506"/>
                  </a:cubicBezTo>
                  <a:lnTo>
                    <a:pt x="14576" y="7668"/>
                  </a:lnTo>
                  <a:cubicBezTo>
                    <a:pt x="14925" y="7467"/>
                    <a:pt x="15310" y="7368"/>
                    <a:pt x="15692" y="7368"/>
                  </a:cubicBezTo>
                  <a:cubicBezTo>
                    <a:pt x="16254" y="7368"/>
                    <a:pt x="16810" y="7580"/>
                    <a:pt x="17236" y="7989"/>
                  </a:cubicBezTo>
                  <a:lnTo>
                    <a:pt x="19450" y="10112"/>
                  </a:lnTo>
                  <a:lnTo>
                    <a:pt x="20177" y="9692"/>
                  </a:lnTo>
                  <a:lnTo>
                    <a:pt x="16756" y="6408"/>
                  </a:lnTo>
                  <a:lnTo>
                    <a:pt x="16648" y="6345"/>
                  </a:lnTo>
                  <a:lnTo>
                    <a:pt x="15156" y="5479"/>
                  </a:lnTo>
                  <a:lnTo>
                    <a:pt x="16642" y="4621"/>
                  </a:lnTo>
                  <a:cubicBezTo>
                    <a:pt x="16496" y="4236"/>
                    <a:pt x="16430" y="3842"/>
                    <a:pt x="16442" y="3452"/>
                  </a:cubicBezTo>
                  <a:cubicBezTo>
                    <a:pt x="16442" y="3421"/>
                    <a:pt x="16444" y="3390"/>
                    <a:pt x="16445" y="3359"/>
                  </a:cubicBezTo>
                  <a:cubicBezTo>
                    <a:pt x="16450" y="3283"/>
                    <a:pt x="16458" y="3207"/>
                    <a:pt x="16468" y="3132"/>
                  </a:cubicBezTo>
                  <a:cubicBezTo>
                    <a:pt x="16472" y="3115"/>
                    <a:pt x="16473" y="3096"/>
                    <a:pt x="16476" y="3080"/>
                  </a:cubicBezTo>
                  <a:cubicBezTo>
                    <a:pt x="16490" y="2986"/>
                    <a:pt x="16510" y="2893"/>
                    <a:pt x="16533" y="2801"/>
                  </a:cubicBezTo>
                  <a:cubicBezTo>
                    <a:pt x="16539" y="2775"/>
                    <a:pt x="16548" y="2752"/>
                    <a:pt x="16555" y="2727"/>
                  </a:cubicBezTo>
                  <a:cubicBezTo>
                    <a:pt x="16575" y="2660"/>
                    <a:pt x="16596" y="2590"/>
                    <a:pt x="16621" y="2523"/>
                  </a:cubicBezTo>
                  <a:cubicBezTo>
                    <a:pt x="16632" y="2492"/>
                    <a:pt x="16642" y="2461"/>
                    <a:pt x="16655" y="2430"/>
                  </a:cubicBezTo>
                  <a:cubicBezTo>
                    <a:pt x="16681" y="2364"/>
                    <a:pt x="16710" y="2300"/>
                    <a:pt x="16739" y="2234"/>
                  </a:cubicBezTo>
                  <a:cubicBezTo>
                    <a:pt x="16751" y="2206"/>
                    <a:pt x="16764" y="2178"/>
                    <a:pt x="16778" y="2152"/>
                  </a:cubicBezTo>
                  <a:cubicBezTo>
                    <a:pt x="16822" y="2063"/>
                    <a:pt x="16870" y="1972"/>
                    <a:pt x="16924" y="1883"/>
                  </a:cubicBezTo>
                  <a:cubicBezTo>
                    <a:pt x="16928" y="1875"/>
                    <a:pt x="16935" y="1867"/>
                    <a:pt x="16939" y="1860"/>
                  </a:cubicBezTo>
                  <a:cubicBezTo>
                    <a:pt x="16990" y="1778"/>
                    <a:pt x="17044" y="1698"/>
                    <a:pt x="17101" y="1618"/>
                  </a:cubicBezTo>
                  <a:cubicBezTo>
                    <a:pt x="17121" y="1591"/>
                    <a:pt x="17142" y="1563"/>
                    <a:pt x="17162" y="1537"/>
                  </a:cubicBezTo>
                  <a:cubicBezTo>
                    <a:pt x="17210" y="1474"/>
                    <a:pt x="17258" y="1414"/>
                    <a:pt x="17308" y="1354"/>
                  </a:cubicBezTo>
                  <a:cubicBezTo>
                    <a:pt x="17333" y="1324"/>
                    <a:pt x="17358" y="1297"/>
                    <a:pt x="17382" y="1268"/>
                  </a:cubicBezTo>
                  <a:cubicBezTo>
                    <a:pt x="17441" y="1201"/>
                    <a:pt x="17502" y="1134"/>
                    <a:pt x="17567" y="1069"/>
                  </a:cubicBezTo>
                  <a:cubicBezTo>
                    <a:pt x="17585" y="1051"/>
                    <a:pt x="17602" y="1032"/>
                    <a:pt x="17621" y="1014"/>
                  </a:cubicBezTo>
                  <a:cubicBezTo>
                    <a:pt x="17704" y="931"/>
                    <a:pt x="17793" y="849"/>
                    <a:pt x="17885" y="769"/>
                  </a:cubicBezTo>
                  <a:cubicBezTo>
                    <a:pt x="17910" y="749"/>
                    <a:pt x="17934" y="729"/>
                    <a:pt x="17957" y="709"/>
                  </a:cubicBezTo>
                  <a:cubicBezTo>
                    <a:pt x="18030" y="649"/>
                    <a:pt x="18104" y="588"/>
                    <a:pt x="18182" y="529"/>
                  </a:cubicBezTo>
                  <a:cubicBezTo>
                    <a:pt x="18216" y="502"/>
                    <a:pt x="18250" y="477"/>
                    <a:pt x="18287" y="451"/>
                  </a:cubicBezTo>
                  <a:cubicBezTo>
                    <a:pt x="18360" y="397"/>
                    <a:pt x="18437" y="342"/>
                    <a:pt x="18517" y="289"/>
                  </a:cubicBezTo>
                  <a:cubicBezTo>
                    <a:pt x="18551" y="266"/>
                    <a:pt x="18585" y="242"/>
                    <a:pt x="18620" y="220"/>
                  </a:cubicBezTo>
                  <a:cubicBezTo>
                    <a:pt x="18731" y="147"/>
                    <a:pt x="18846" y="75"/>
                    <a:pt x="18966" y="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2239;p52">
              <a:extLst>
                <a:ext uri="{FF2B5EF4-FFF2-40B4-BE49-F238E27FC236}">
                  <a16:creationId xmlns:a16="http://schemas.microsoft.com/office/drawing/2014/main" id="{6A34D90C-CDB3-CB8A-4A1D-E32DEC507A52}"/>
                </a:ext>
              </a:extLst>
            </p:cNvPr>
            <p:cNvSpPr/>
            <p:nvPr/>
          </p:nvSpPr>
          <p:spPr>
            <a:xfrm>
              <a:off x="3879370" y="991362"/>
              <a:ext cx="65197" cy="75422"/>
            </a:xfrm>
            <a:custGeom>
              <a:avLst/>
              <a:gdLst/>
              <a:ahLst/>
              <a:cxnLst/>
              <a:rect l="l" t="t" r="r" b="b"/>
              <a:pathLst>
                <a:path w="1492" h="1726" extrusionOk="0">
                  <a:moveTo>
                    <a:pt x="1485" y="1"/>
                  </a:moveTo>
                  <a:lnTo>
                    <a:pt x="1" y="859"/>
                  </a:lnTo>
                  <a:lnTo>
                    <a:pt x="1491" y="1725"/>
                  </a:lnTo>
                  <a:lnTo>
                    <a:pt x="1488" y="696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2240;p52">
              <a:extLst>
                <a:ext uri="{FF2B5EF4-FFF2-40B4-BE49-F238E27FC236}">
                  <a16:creationId xmlns:a16="http://schemas.microsoft.com/office/drawing/2014/main" id="{B9D84FBD-ED30-ECA8-6D2C-D96ED1A21F1B}"/>
                </a:ext>
              </a:extLst>
            </p:cNvPr>
            <p:cNvSpPr/>
            <p:nvPr/>
          </p:nvSpPr>
          <p:spPr>
            <a:xfrm>
              <a:off x="3381012" y="1028897"/>
              <a:ext cx="249862" cy="145687"/>
            </a:xfrm>
            <a:custGeom>
              <a:avLst/>
              <a:gdLst/>
              <a:ahLst/>
              <a:cxnLst/>
              <a:rect l="l" t="t" r="r" b="b"/>
              <a:pathLst>
                <a:path w="5718" h="3334" extrusionOk="0">
                  <a:moveTo>
                    <a:pt x="66" y="0"/>
                  </a:moveTo>
                  <a:lnTo>
                    <a:pt x="0" y="40"/>
                  </a:lnTo>
                  <a:lnTo>
                    <a:pt x="5662" y="3333"/>
                  </a:lnTo>
                  <a:lnTo>
                    <a:pt x="5718" y="3283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2241;p52">
              <a:extLst>
                <a:ext uri="{FF2B5EF4-FFF2-40B4-BE49-F238E27FC236}">
                  <a16:creationId xmlns:a16="http://schemas.microsoft.com/office/drawing/2014/main" id="{466892D2-6998-8330-5155-7FDD08C64ACF}"/>
                </a:ext>
              </a:extLst>
            </p:cNvPr>
            <p:cNvSpPr/>
            <p:nvPr/>
          </p:nvSpPr>
          <p:spPr>
            <a:xfrm>
              <a:off x="3632442" y="883563"/>
              <a:ext cx="250780" cy="145556"/>
            </a:xfrm>
            <a:custGeom>
              <a:avLst/>
              <a:gdLst/>
              <a:ahLst/>
              <a:cxnLst/>
              <a:rect l="l" t="t" r="r" b="b"/>
              <a:pathLst>
                <a:path w="5739" h="3331" extrusionOk="0">
                  <a:moveTo>
                    <a:pt x="70" y="1"/>
                  </a:moveTo>
                  <a:lnTo>
                    <a:pt x="1" y="41"/>
                  </a:lnTo>
                  <a:lnTo>
                    <a:pt x="5658" y="3331"/>
                  </a:lnTo>
                  <a:lnTo>
                    <a:pt x="5738" y="3295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2242;p52">
              <a:extLst>
                <a:ext uri="{FF2B5EF4-FFF2-40B4-BE49-F238E27FC236}">
                  <a16:creationId xmlns:a16="http://schemas.microsoft.com/office/drawing/2014/main" id="{2290D484-A486-822B-DB93-A0FA7C9003F3}"/>
                </a:ext>
              </a:extLst>
            </p:cNvPr>
            <p:cNvSpPr/>
            <p:nvPr/>
          </p:nvSpPr>
          <p:spPr>
            <a:xfrm>
              <a:off x="2569788" y="1131977"/>
              <a:ext cx="334723" cy="15600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2243;p52">
              <a:extLst>
                <a:ext uri="{FF2B5EF4-FFF2-40B4-BE49-F238E27FC236}">
                  <a16:creationId xmlns:a16="http://schemas.microsoft.com/office/drawing/2014/main" id="{E91150D8-2D0B-B4F9-30E6-08CB257C62B3}"/>
                </a:ext>
              </a:extLst>
            </p:cNvPr>
            <p:cNvSpPr/>
            <p:nvPr/>
          </p:nvSpPr>
          <p:spPr>
            <a:xfrm>
              <a:off x="2898254" y="113237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2244;p52">
              <a:extLst>
                <a:ext uri="{FF2B5EF4-FFF2-40B4-BE49-F238E27FC236}">
                  <a16:creationId xmlns:a16="http://schemas.microsoft.com/office/drawing/2014/main" id="{249584AB-D7B6-57E1-40FB-4BBD5880B2CF}"/>
                </a:ext>
              </a:extLst>
            </p:cNvPr>
            <p:cNvSpPr/>
            <p:nvPr/>
          </p:nvSpPr>
          <p:spPr>
            <a:xfrm>
              <a:off x="2577391" y="88456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2245;p52">
              <a:extLst>
                <a:ext uri="{FF2B5EF4-FFF2-40B4-BE49-F238E27FC236}">
                  <a16:creationId xmlns:a16="http://schemas.microsoft.com/office/drawing/2014/main" id="{E6E75D36-41DF-6821-9FEC-F367E97F18A9}"/>
                </a:ext>
              </a:extLst>
            </p:cNvPr>
            <p:cNvSpPr/>
            <p:nvPr/>
          </p:nvSpPr>
          <p:spPr>
            <a:xfrm>
              <a:off x="2540729" y="88474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2246;p52">
              <a:extLst>
                <a:ext uri="{FF2B5EF4-FFF2-40B4-BE49-F238E27FC236}">
                  <a16:creationId xmlns:a16="http://schemas.microsoft.com/office/drawing/2014/main" id="{9E45FF52-8B1B-3B3A-3FC6-FCF8E620C5C0}"/>
                </a:ext>
              </a:extLst>
            </p:cNvPr>
            <p:cNvSpPr/>
            <p:nvPr/>
          </p:nvSpPr>
          <p:spPr>
            <a:xfrm>
              <a:off x="2925083" y="93560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2247;p52">
              <a:extLst>
                <a:ext uri="{FF2B5EF4-FFF2-40B4-BE49-F238E27FC236}">
                  <a16:creationId xmlns:a16="http://schemas.microsoft.com/office/drawing/2014/main" id="{C2B9D698-87F6-F035-791A-8CBB4F3854C6}"/>
                </a:ext>
              </a:extLst>
            </p:cNvPr>
            <p:cNvSpPr/>
            <p:nvPr/>
          </p:nvSpPr>
          <p:spPr>
            <a:xfrm>
              <a:off x="2925083" y="109562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2248;p52">
              <a:extLst>
                <a:ext uri="{FF2B5EF4-FFF2-40B4-BE49-F238E27FC236}">
                  <a16:creationId xmlns:a16="http://schemas.microsoft.com/office/drawing/2014/main" id="{C1FA29B6-6841-2036-9F04-6431E1813217}"/>
                </a:ext>
              </a:extLst>
            </p:cNvPr>
            <p:cNvSpPr/>
            <p:nvPr/>
          </p:nvSpPr>
          <p:spPr>
            <a:xfrm>
              <a:off x="2886412" y="109190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2249;p52">
              <a:extLst>
                <a:ext uri="{FF2B5EF4-FFF2-40B4-BE49-F238E27FC236}">
                  <a16:creationId xmlns:a16="http://schemas.microsoft.com/office/drawing/2014/main" id="{E82EE9D8-BC09-DF26-F27E-3DA66679ABDB}"/>
                </a:ext>
              </a:extLst>
            </p:cNvPr>
            <p:cNvSpPr/>
            <p:nvPr/>
          </p:nvSpPr>
          <p:spPr>
            <a:xfrm>
              <a:off x="2889383" y="106861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2250;p52">
              <a:extLst>
                <a:ext uri="{FF2B5EF4-FFF2-40B4-BE49-F238E27FC236}">
                  <a16:creationId xmlns:a16="http://schemas.microsoft.com/office/drawing/2014/main" id="{3142F429-515E-F712-166C-7C5643EAA5C5}"/>
                </a:ext>
              </a:extLst>
            </p:cNvPr>
            <p:cNvSpPr/>
            <p:nvPr/>
          </p:nvSpPr>
          <p:spPr>
            <a:xfrm>
              <a:off x="2885844" y="106516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2251;p52">
              <a:extLst>
                <a:ext uri="{FF2B5EF4-FFF2-40B4-BE49-F238E27FC236}">
                  <a16:creationId xmlns:a16="http://schemas.microsoft.com/office/drawing/2014/main" id="{60FCDFE4-D435-F6DD-A2EB-80E1AB272E2D}"/>
                </a:ext>
              </a:extLst>
            </p:cNvPr>
            <p:cNvSpPr/>
            <p:nvPr/>
          </p:nvSpPr>
          <p:spPr>
            <a:xfrm>
              <a:off x="3092834" y="883213"/>
              <a:ext cx="82195" cy="62924"/>
            </a:xfrm>
            <a:custGeom>
              <a:avLst/>
              <a:gdLst/>
              <a:ahLst/>
              <a:cxnLst/>
              <a:rect l="l" t="t" r="r" b="b"/>
              <a:pathLst>
                <a:path w="1881" h="1440" extrusionOk="0">
                  <a:moveTo>
                    <a:pt x="1880" y="1"/>
                  </a:moveTo>
                  <a:lnTo>
                    <a:pt x="1" y="1313"/>
                  </a:lnTo>
                  <a:lnTo>
                    <a:pt x="1" y="1439"/>
                  </a:lnTo>
                  <a:lnTo>
                    <a:pt x="1880" y="127"/>
                  </a:lnTo>
                  <a:lnTo>
                    <a:pt x="18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2252;p52">
              <a:extLst>
                <a:ext uri="{FF2B5EF4-FFF2-40B4-BE49-F238E27FC236}">
                  <a16:creationId xmlns:a16="http://schemas.microsoft.com/office/drawing/2014/main" id="{E2B58455-5476-569E-08B7-4BC4C0BEE211}"/>
                </a:ext>
              </a:extLst>
            </p:cNvPr>
            <p:cNvSpPr/>
            <p:nvPr/>
          </p:nvSpPr>
          <p:spPr>
            <a:xfrm>
              <a:off x="2951476" y="94049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2253;p52">
              <a:extLst>
                <a:ext uri="{FF2B5EF4-FFF2-40B4-BE49-F238E27FC236}">
                  <a16:creationId xmlns:a16="http://schemas.microsoft.com/office/drawing/2014/main" id="{180A0866-EEFF-F70E-11BB-9B4A175F8E3D}"/>
                </a:ext>
              </a:extLst>
            </p:cNvPr>
            <p:cNvSpPr/>
            <p:nvPr/>
          </p:nvSpPr>
          <p:spPr>
            <a:xfrm>
              <a:off x="2940465" y="87971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2254;p52">
              <a:extLst>
                <a:ext uri="{FF2B5EF4-FFF2-40B4-BE49-F238E27FC236}">
                  <a16:creationId xmlns:a16="http://schemas.microsoft.com/office/drawing/2014/main" id="{51A0E09A-C8FD-49AD-C485-D641D07893EB}"/>
                </a:ext>
              </a:extLst>
            </p:cNvPr>
            <p:cNvSpPr/>
            <p:nvPr/>
          </p:nvSpPr>
          <p:spPr>
            <a:xfrm>
              <a:off x="2912979" y="100394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2255;p52">
              <a:extLst>
                <a:ext uri="{FF2B5EF4-FFF2-40B4-BE49-F238E27FC236}">
                  <a16:creationId xmlns:a16="http://schemas.microsoft.com/office/drawing/2014/main" id="{D4D139A1-8B3B-D5EB-13C5-39E7BF12A9E7}"/>
                </a:ext>
              </a:extLst>
            </p:cNvPr>
            <p:cNvSpPr/>
            <p:nvPr/>
          </p:nvSpPr>
          <p:spPr>
            <a:xfrm>
              <a:off x="2913111" y="99171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2256;p52">
              <a:extLst>
                <a:ext uri="{FF2B5EF4-FFF2-40B4-BE49-F238E27FC236}">
                  <a16:creationId xmlns:a16="http://schemas.microsoft.com/office/drawing/2014/main" id="{CBB200AF-5D3D-BB00-7E3B-C5471E17A00A}"/>
                </a:ext>
              </a:extLst>
            </p:cNvPr>
            <p:cNvSpPr/>
            <p:nvPr/>
          </p:nvSpPr>
          <p:spPr>
            <a:xfrm>
              <a:off x="2915470" y="99372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2257;p52">
              <a:extLst>
                <a:ext uri="{FF2B5EF4-FFF2-40B4-BE49-F238E27FC236}">
                  <a16:creationId xmlns:a16="http://schemas.microsoft.com/office/drawing/2014/main" id="{FB5152EF-E1AC-6D85-8946-D939630C6596}"/>
                </a:ext>
              </a:extLst>
            </p:cNvPr>
            <p:cNvSpPr/>
            <p:nvPr/>
          </p:nvSpPr>
          <p:spPr>
            <a:xfrm>
              <a:off x="2908391" y="103204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2258;p52">
              <a:extLst>
                <a:ext uri="{FF2B5EF4-FFF2-40B4-BE49-F238E27FC236}">
                  <a16:creationId xmlns:a16="http://schemas.microsoft.com/office/drawing/2014/main" id="{3A988D8B-0D86-679C-48CB-949D92CF9470}"/>
                </a:ext>
              </a:extLst>
            </p:cNvPr>
            <p:cNvSpPr/>
            <p:nvPr/>
          </p:nvSpPr>
          <p:spPr>
            <a:xfrm>
              <a:off x="2877629" y="107272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2259;p52">
              <a:extLst>
                <a:ext uri="{FF2B5EF4-FFF2-40B4-BE49-F238E27FC236}">
                  <a16:creationId xmlns:a16="http://schemas.microsoft.com/office/drawing/2014/main" id="{C0260B28-1756-622B-52C3-02245BD99F8F}"/>
                </a:ext>
              </a:extLst>
            </p:cNvPr>
            <p:cNvSpPr/>
            <p:nvPr/>
          </p:nvSpPr>
          <p:spPr>
            <a:xfrm>
              <a:off x="2713898" y="109151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2260;p52">
              <a:extLst>
                <a:ext uri="{FF2B5EF4-FFF2-40B4-BE49-F238E27FC236}">
                  <a16:creationId xmlns:a16="http://schemas.microsoft.com/office/drawing/2014/main" id="{5B17F211-3BCD-F57F-A696-D294F069DB62}"/>
                </a:ext>
              </a:extLst>
            </p:cNvPr>
            <p:cNvSpPr/>
            <p:nvPr/>
          </p:nvSpPr>
          <p:spPr>
            <a:xfrm>
              <a:off x="2692181" y="114897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2261;p52">
              <a:extLst>
                <a:ext uri="{FF2B5EF4-FFF2-40B4-BE49-F238E27FC236}">
                  <a16:creationId xmlns:a16="http://schemas.microsoft.com/office/drawing/2014/main" id="{3D805B17-6583-2BD0-6741-80C3BCA164CA}"/>
                </a:ext>
              </a:extLst>
            </p:cNvPr>
            <p:cNvSpPr/>
            <p:nvPr/>
          </p:nvSpPr>
          <p:spPr>
            <a:xfrm>
              <a:off x="2692269" y="101185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2262;p52">
              <a:extLst>
                <a:ext uri="{FF2B5EF4-FFF2-40B4-BE49-F238E27FC236}">
                  <a16:creationId xmlns:a16="http://schemas.microsoft.com/office/drawing/2014/main" id="{6F36ABDC-17BF-F677-D9B8-D46D6C0C4676}"/>
                </a:ext>
              </a:extLst>
            </p:cNvPr>
            <p:cNvSpPr/>
            <p:nvPr/>
          </p:nvSpPr>
          <p:spPr>
            <a:xfrm>
              <a:off x="2925083" y="116164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2263;p52">
              <a:extLst>
                <a:ext uri="{FF2B5EF4-FFF2-40B4-BE49-F238E27FC236}">
                  <a16:creationId xmlns:a16="http://schemas.microsoft.com/office/drawing/2014/main" id="{CE8ABA6B-C7CD-616F-5132-3570254FCF22}"/>
                </a:ext>
              </a:extLst>
            </p:cNvPr>
            <p:cNvSpPr/>
            <p:nvPr/>
          </p:nvSpPr>
          <p:spPr>
            <a:xfrm>
              <a:off x="2925083" y="1321663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2264;p52">
              <a:extLst>
                <a:ext uri="{FF2B5EF4-FFF2-40B4-BE49-F238E27FC236}">
                  <a16:creationId xmlns:a16="http://schemas.microsoft.com/office/drawing/2014/main" id="{0218E8FF-3856-D8D4-0F10-C9433E3C1F33}"/>
                </a:ext>
              </a:extLst>
            </p:cNvPr>
            <p:cNvSpPr/>
            <p:nvPr/>
          </p:nvSpPr>
          <p:spPr>
            <a:xfrm>
              <a:off x="3808058" y="1132807"/>
              <a:ext cx="157093" cy="284558"/>
            </a:xfrm>
            <a:custGeom>
              <a:avLst/>
              <a:gdLst/>
              <a:ahLst/>
              <a:cxnLst/>
              <a:rect l="l" t="t" r="r" b="b"/>
              <a:pathLst>
                <a:path w="3595" h="6512" extrusionOk="0">
                  <a:moveTo>
                    <a:pt x="1" y="0"/>
                  </a:moveTo>
                  <a:lnTo>
                    <a:pt x="12" y="4138"/>
                  </a:lnTo>
                  <a:cubicBezTo>
                    <a:pt x="13" y="4333"/>
                    <a:pt x="81" y="4469"/>
                    <a:pt x="192" y="4535"/>
                  </a:cubicBezTo>
                  <a:lnTo>
                    <a:pt x="3594" y="6511"/>
                  </a:lnTo>
                  <a:cubicBezTo>
                    <a:pt x="3579" y="6502"/>
                    <a:pt x="3566" y="6490"/>
                    <a:pt x="3554" y="6478"/>
                  </a:cubicBezTo>
                  <a:cubicBezTo>
                    <a:pt x="3542" y="6468"/>
                    <a:pt x="3530" y="6461"/>
                    <a:pt x="3519" y="6451"/>
                  </a:cubicBezTo>
                  <a:cubicBezTo>
                    <a:pt x="3506" y="6435"/>
                    <a:pt x="3497" y="6416"/>
                    <a:pt x="3486" y="6398"/>
                  </a:cubicBezTo>
                  <a:cubicBezTo>
                    <a:pt x="3479" y="6385"/>
                    <a:pt x="3470" y="6375"/>
                    <a:pt x="3462" y="6362"/>
                  </a:cubicBezTo>
                  <a:cubicBezTo>
                    <a:pt x="3453" y="6339"/>
                    <a:pt x="3446" y="6315"/>
                    <a:pt x="3440" y="6290"/>
                  </a:cubicBezTo>
                  <a:cubicBezTo>
                    <a:pt x="3436" y="6276"/>
                    <a:pt x="3430" y="6264"/>
                    <a:pt x="3426" y="6250"/>
                  </a:cubicBezTo>
                  <a:cubicBezTo>
                    <a:pt x="3419" y="6208"/>
                    <a:pt x="3414" y="6164"/>
                    <a:pt x="3414" y="6113"/>
                  </a:cubicBezTo>
                  <a:lnTo>
                    <a:pt x="3402" y="197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2265;p52">
              <a:extLst>
                <a:ext uri="{FF2B5EF4-FFF2-40B4-BE49-F238E27FC236}">
                  <a16:creationId xmlns:a16="http://schemas.microsoft.com/office/drawing/2014/main" id="{B0BAB81F-E6FB-93BB-AB02-4D04D6B9F9DA}"/>
                </a:ext>
              </a:extLst>
            </p:cNvPr>
            <p:cNvSpPr/>
            <p:nvPr/>
          </p:nvSpPr>
          <p:spPr>
            <a:xfrm>
              <a:off x="3808014" y="1058480"/>
              <a:ext cx="236447" cy="160719"/>
            </a:xfrm>
            <a:custGeom>
              <a:avLst/>
              <a:gdLst/>
              <a:ahLst/>
              <a:cxnLst/>
              <a:rect l="l" t="t" r="r" b="b"/>
              <a:pathLst>
                <a:path w="5411" h="3678" extrusionOk="0">
                  <a:moveTo>
                    <a:pt x="1847" y="0"/>
                  </a:moveTo>
                  <a:cubicBezTo>
                    <a:pt x="1763" y="0"/>
                    <a:pt x="1668" y="27"/>
                    <a:pt x="1569" y="85"/>
                  </a:cubicBezTo>
                  <a:lnTo>
                    <a:pt x="617" y="634"/>
                  </a:lnTo>
                  <a:lnTo>
                    <a:pt x="617" y="635"/>
                  </a:lnTo>
                  <a:cubicBezTo>
                    <a:pt x="276" y="832"/>
                    <a:pt x="0" y="1307"/>
                    <a:pt x="2" y="1701"/>
                  </a:cubicBezTo>
                  <a:lnTo>
                    <a:pt x="3403" y="3678"/>
                  </a:lnTo>
                  <a:cubicBezTo>
                    <a:pt x="3401" y="3286"/>
                    <a:pt x="3677" y="2809"/>
                    <a:pt x="4018" y="2612"/>
                  </a:cubicBezTo>
                  <a:lnTo>
                    <a:pt x="4970" y="2061"/>
                  </a:lnTo>
                  <a:cubicBezTo>
                    <a:pt x="5013" y="2037"/>
                    <a:pt x="5055" y="2018"/>
                    <a:pt x="5096" y="2004"/>
                  </a:cubicBezTo>
                  <a:cubicBezTo>
                    <a:pt x="5109" y="2000"/>
                    <a:pt x="5121" y="2000"/>
                    <a:pt x="5133" y="1995"/>
                  </a:cubicBezTo>
                  <a:cubicBezTo>
                    <a:pt x="5159" y="1989"/>
                    <a:pt x="5187" y="1981"/>
                    <a:pt x="5212" y="1978"/>
                  </a:cubicBezTo>
                  <a:cubicBezTo>
                    <a:pt x="5227" y="1978"/>
                    <a:pt x="5241" y="1980"/>
                    <a:pt x="5255" y="1980"/>
                  </a:cubicBezTo>
                  <a:cubicBezTo>
                    <a:pt x="5276" y="1981"/>
                    <a:pt x="5298" y="1980"/>
                    <a:pt x="5316" y="1983"/>
                  </a:cubicBezTo>
                  <a:cubicBezTo>
                    <a:pt x="5332" y="1987"/>
                    <a:pt x="5344" y="1993"/>
                    <a:pt x="5356" y="2000"/>
                  </a:cubicBezTo>
                  <a:cubicBezTo>
                    <a:pt x="5375" y="2004"/>
                    <a:pt x="5393" y="2009"/>
                    <a:pt x="5410" y="2018"/>
                  </a:cubicBezTo>
                  <a:lnTo>
                    <a:pt x="2009" y="41"/>
                  </a:lnTo>
                  <a:cubicBezTo>
                    <a:pt x="1962" y="14"/>
                    <a:pt x="1907" y="0"/>
                    <a:pt x="184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2266;p52">
              <a:extLst>
                <a:ext uri="{FF2B5EF4-FFF2-40B4-BE49-F238E27FC236}">
                  <a16:creationId xmlns:a16="http://schemas.microsoft.com/office/drawing/2014/main" id="{38EAD387-73F7-5692-DB85-7982C41307E9}"/>
                </a:ext>
              </a:extLst>
            </p:cNvPr>
            <p:cNvSpPr/>
            <p:nvPr/>
          </p:nvSpPr>
          <p:spPr>
            <a:xfrm>
              <a:off x="3956626" y="1144868"/>
              <a:ext cx="96309" cy="274202"/>
            </a:xfrm>
            <a:custGeom>
              <a:avLst/>
              <a:gdLst/>
              <a:ahLst/>
              <a:cxnLst/>
              <a:rect l="l" t="t" r="r" b="b"/>
              <a:pathLst>
                <a:path w="2204" h="6275" extrusionOk="0">
                  <a:moveTo>
                    <a:pt x="1820" y="1"/>
                  </a:moveTo>
                  <a:cubicBezTo>
                    <a:pt x="1817" y="1"/>
                    <a:pt x="1814" y="1"/>
                    <a:pt x="1811" y="1"/>
                  </a:cubicBezTo>
                  <a:cubicBezTo>
                    <a:pt x="1786" y="4"/>
                    <a:pt x="1758" y="10"/>
                    <a:pt x="1732" y="18"/>
                  </a:cubicBezTo>
                  <a:cubicBezTo>
                    <a:pt x="1720" y="21"/>
                    <a:pt x="1708" y="23"/>
                    <a:pt x="1695" y="26"/>
                  </a:cubicBezTo>
                  <a:cubicBezTo>
                    <a:pt x="1654" y="40"/>
                    <a:pt x="1614" y="60"/>
                    <a:pt x="1571" y="84"/>
                  </a:cubicBezTo>
                  <a:lnTo>
                    <a:pt x="617" y="633"/>
                  </a:lnTo>
                  <a:cubicBezTo>
                    <a:pt x="276" y="830"/>
                    <a:pt x="0" y="1307"/>
                    <a:pt x="2" y="1701"/>
                  </a:cubicBezTo>
                  <a:lnTo>
                    <a:pt x="14" y="5837"/>
                  </a:lnTo>
                  <a:cubicBezTo>
                    <a:pt x="14" y="5888"/>
                    <a:pt x="19" y="5932"/>
                    <a:pt x="26" y="5972"/>
                  </a:cubicBezTo>
                  <a:cubicBezTo>
                    <a:pt x="30" y="5988"/>
                    <a:pt x="36" y="5999"/>
                    <a:pt x="40" y="6014"/>
                  </a:cubicBezTo>
                  <a:cubicBezTo>
                    <a:pt x="46" y="6039"/>
                    <a:pt x="53" y="6063"/>
                    <a:pt x="62" y="6086"/>
                  </a:cubicBezTo>
                  <a:cubicBezTo>
                    <a:pt x="70" y="6099"/>
                    <a:pt x="79" y="6109"/>
                    <a:pt x="86" y="6122"/>
                  </a:cubicBezTo>
                  <a:cubicBezTo>
                    <a:pt x="97" y="6139"/>
                    <a:pt x="106" y="6159"/>
                    <a:pt x="119" y="6174"/>
                  </a:cubicBezTo>
                  <a:cubicBezTo>
                    <a:pt x="130" y="6185"/>
                    <a:pt x="142" y="6192"/>
                    <a:pt x="154" y="6200"/>
                  </a:cubicBezTo>
                  <a:cubicBezTo>
                    <a:pt x="211" y="6248"/>
                    <a:pt x="282" y="6275"/>
                    <a:pt x="364" y="6275"/>
                  </a:cubicBezTo>
                  <a:cubicBezTo>
                    <a:pt x="445" y="6275"/>
                    <a:pt x="536" y="6248"/>
                    <a:pt x="634" y="6192"/>
                  </a:cubicBezTo>
                  <a:lnTo>
                    <a:pt x="1586" y="5642"/>
                  </a:lnTo>
                  <a:cubicBezTo>
                    <a:pt x="1926" y="5443"/>
                    <a:pt x="2203" y="4966"/>
                    <a:pt x="2201" y="4574"/>
                  </a:cubicBezTo>
                  <a:lnTo>
                    <a:pt x="2189" y="438"/>
                  </a:lnTo>
                  <a:cubicBezTo>
                    <a:pt x="2189" y="241"/>
                    <a:pt x="2120" y="104"/>
                    <a:pt x="2009" y="40"/>
                  </a:cubicBezTo>
                  <a:cubicBezTo>
                    <a:pt x="1992" y="30"/>
                    <a:pt x="1974" y="27"/>
                    <a:pt x="1957" y="21"/>
                  </a:cubicBezTo>
                  <a:cubicBezTo>
                    <a:pt x="1943" y="16"/>
                    <a:pt x="1931" y="10"/>
                    <a:pt x="1915" y="6"/>
                  </a:cubicBezTo>
                  <a:cubicBezTo>
                    <a:pt x="1897" y="3"/>
                    <a:pt x="1875" y="4"/>
                    <a:pt x="1854" y="3"/>
                  </a:cubicBezTo>
                  <a:cubicBezTo>
                    <a:pt x="1843" y="3"/>
                    <a:pt x="1832" y="1"/>
                    <a:pt x="1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2267;p52">
              <a:extLst>
                <a:ext uri="{FF2B5EF4-FFF2-40B4-BE49-F238E27FC236}">
                  <a16:creationId xmlns:a16="http://schemas.microsoft.com/office/drawing/2014/main" id="{79B4A7E7-C306-5D4E-802E-63648F2FC77D}"/>
                </a:ext>
              </a:extLst>
            </p:cNvPr>
            <p:cNvSpPr/>
            <p:nvPr/>
          </p:nvSpPr>
          <p:spPr>
            <a:xfrm>
              <a:off x="4005959" y="1174537"/>
              <a:ext cx="30282" cy="8390"/>
            </a:xfrm>
            <a:custGeom>
              <a:avLst/>
              <a:gdLst/>
              <a:ahLst/>
              <a:cxnLst/>
              <a:rect l="l" t="t" r="r" b="b"/>
              <a:pathLst>
                <a:path w="693" h="192" extrusionOk="0">
                  <a:moveTo>
                    <a:pt x="682" y="133"/>
                  </a:moveTo>
                  <a:lnTo>
                    <a:pt x="693" y="139"/>
                  </a:lnTo>
                  <a:cubicBezTo>
                    <a:pt x="693" y="137"/>
                    <a:pt x="691" y="137"/>
                    <a:pt x="691" y="137"/>
                  </a:cubicBezTo>
                  <a:cubicBezTo>
                    <a:pt x="688" y="136"/>
                    <a:pt x="685" y="134"/>
                    <a:pt x="682" y="133"/>
                  </a:cubicBezTo>
                  <a:close/>
                  <a:moveTo>
                    <a:pt x="343" y="0"/>
                  </a:moveTo>
                  <a:cubicBezTo>
                    <a:pt x="240" y="0"/>
                    <a:pt x="124" y="34"/>
                    <a:pt x="0" y="105"/>
                  </a:cubicBezTo>
                  <a:lnTo>
                    <a:pt x="151" y="191"/>
                  </a:lnTo>
                  <a:cubicBezTo>
                    <a:pt x="203" y="162"/>
                    <a:pt x="256" y="137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2"/>
                    <a:pt x="419" y="93"/>
                    <a:pt x="448" y="90"/>
                  </a:cubicBezTo>
                  <a:cubicBezTo>
                    <a:pt x="452" y="89"/>
                    <a:pt x="456" y="89"/>
                    <a:pt x="459" y="89"/>
                  </a:cubicBezTo>
                  <a:cubicBezTo>
                    <a:pt x="474" y="89"/>
                    <a:pt x="487" y="91"/>
                    <a:pt x="500" y="91"/>
                  </a:cubicBezTo>
                  <a:cubicBezTo>
                    <a:pt x="526" y="93"/>
                    <a:pt x="554" y="91"/>
                    <a:pt x="579" y="96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6" y="121"/>
                    <a:pt x="665" y="125"/>
                    <a:pt x="682" y="133"/>
                  </a:cubicBezTo>
                  <a:lnTo>
                    <a:pt x="682" y="133"/>
                  </a:lnTo>
                  <a:lnTo>
                    <a:pt x="543" y="51"/>
                  </a:lnTo>
                  <a:cubicBezTo>
                    <a:pt x="485" y="18"/>
                    <a:pt x="418" y="0"/>
                    <a:pt x="343" y="0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2268;p52">
              <a:extLst>
                <a:ext uri="{FF2B5EF4-FFF2-40B4-BE49-F238E27FC236}">
                  <a16:creationId xmlns:a16="http://schemas.microsoft.com/office/drawing/2014/main" id="{24B0D36E-B306-8E5C-7A68-839E460076C9}"/>
                </a:ext>
              </a:extLst>
            </p:cNvPr>
            <p:cNvSpPr/>
            <p:nvPr/>
          </p:nvSpPr>
          <p:spPr>
            <a:xfrm>
              <a:off x="3972837" y="1179126"/>
              <a:ext cx="39765" cy="82632"/>
            </a:xfrm>
            <a:custGeom>
              <a:avLst/>
              <a:gdLst/>
              <a:ahLst/>
              <a:cxnLst/>
              <a:rect l="l" t="t" r="r" b="b"/>
              <a:pathLst>
                <a:path w="910" h="1891" extrusionOk="0">
                  <a:moveTo>
                    <a:pt x="758" y="0"/>
                  </a:moveTo>
                  <a:cubicBezTo>
                    <a:pt x="338" y="242"/>
                    <a:pt x="0" y="832"/>
                    <a:pt x="2" y="1314"/>
                  </a:cubicBezTo>
                  <a:cubicBezTo>
                    <a:pt x="2" y="1555"/>
                    <a:pt x="86" y="1723"/>
                    <a:pt x="223" y="1803"/>
                  </a:cubicBezTo>
                  <a:lnTo>
                    <a:pt x="372" y="1890"/>
                  </a:lnTo>
                  <a:cubicBezTo>
                    <a:pt x="354" y="1878"/>
                    <a:pt x="338" y="1863"/>
                    <a:pt x="321" y="1847"/>
                  </a:cubicBezTo>
                  <a:cubicBezTo>
                    <a:pt x="308" y="1837"/>
                    <a:pt x="294" y="1827"/>
                    <a:pt x="282" y="1815"/>
                  </a:cubicBezTo>
                  <a:cubicBezTo>
                    <a:pt x="265" y="1797"/>
                    <a:pt x="254" y="1774"/>
                    <a:pt x="240" y="1752"/>
                  </a:cubicBezTo>
                  <a:cubicBezTo>
                    <a:pt x="231" y="1737"/>
                    <a:pt x="218" y="1723"/>
                    <a:pt x="211" y="1706"/>
                  </a:cubicBezTo>
                  <a:cubicBezTo>
                    <a:pt x="198" y="1680"/>
                    <a:pt x="191" y="1646"/>
                    <a:pt x="182" y="1614"/>
                  </a:cubicBezTo>
                  <a:cubicBezTo>
                    <a:pt x="177" y="1598"/>
                    <a:pt x="171" y="1586"/>
                    <a:pt x="166" y="1569"/>
                  </a:cubicBezTo>
                  <a:cubicBezTo>
                    <a:pt x="155" y="1518"/>
                    <a:pt x="151" y="1461"/>
                    <a:pt x="151" y="1401"/>
                  </a:cubicBezTo>
                  <a:cubicBezTo>
                    <a:pt x="149" y="918"/>
                    <a:pt x="489" y="331"/>
                    <a:pt x="909" y="86"/>
                  </a:cubicBezTo>
                  <a:lnTo>
                    <a:pt x="7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2269;p52">
              <a:extLst>
                <a:ext uri="{FF2B5EF4-FFF2-40B4-BE49-F238E27FC236}">
                  <a16:creationId xmlns:a16="http://schemas.microsoft.com/office/drawing/2014/main" id="{3AD7E973-840D-74E3-935E-A538A5608F59}"/>
                </a:ext>
              </a:extLst>
            </p:cNvPr>
            <p:cNvSpPr/>
            <p:nvPr/>
          </p:nvSpPr>
          <p:spPr>
            <a:xfrm>
              <a:off x="3990490" y="1189525"/>
              <a:ext cx="44484" cy="63230"/>
            </a:xfrm>
            <a:custGeom>
              <a:avLst/>
              <a:gdLst/>
              <a:ahLst/>
              <a:cxnLst/>
              <a:rect l="l" t="t" r="r" b="b"/>
              <a:pathLst>
                <a:path w="1018" h="1447" extrusionOk="0">
                  <a:moveTo>
                    <a:pt x="817" y="0"/>
                  </a:moveTo>
                  <a:cubicBezTo>
                    <a:pt x="807" y="2"/>
                    <a:pt x="797" y="7"/>
                    <a:pt x="787" y="8"/>
                  </a:cubicBezTo>
                  <a:lnTo>
                    <a:pt x="771" y="13"/>
                  </a:lnTo>
                  <a:cubicBezTo>
                    <a:pt x="759" y="16"/>
                    <a:pt x="748" y="17"/>
                    <a:pt x="733" y="22"/>
                  </a:cubicBezTo>
                  <a:cubicBezTo>
                    <a:pt x="700" y="33"/>
                    <a:pt x="667" y="50"/>
                    <a:pt x="633" y="68"/>
                  </a:cubicBezTo>
                  <a:cubicBezTo>
                    <a:pt x="290" y="267"/>
                    <a:pt x="1" y="768"/>
                    <a:pt x="1" y="1162"/>
                  </a:cubicBezTo>
                  <a:cubicBezTo>
                    <a:pt x="1" y="1202"/>
                    <a:pt x="4" y="1237"/>
                    <a:pt x="10" y="1271"/>
                  </a:cubicBezTo>
                  <a:cubicBezTo>
                    <a:pt x="14" y="1283"/>
                    <a:pt x="17" y="1294"/>
                    <a:pt x="22" y="1308"/>
                  </a:cubicBezTo>
                  <a:lnTo>
                    <a:pt x="27" y="1323"/>
                  </a:lnTo>
                  <a:cubicBezTo>
                    <a:pt x="28" y="1334"/>
                    <a:pt x="31" y="1343"/>
                    <a:pt x="34" y="1353"/>
                  </a:cubicBezTo>
                  <a:cubicBezTo>
                    <a:pt x="41" y="1362"/>
                    <a:pt x="47" y="1371"/>
                    <a:pt x="53" y="1380"/>
                  </a:cubicBezTo>
                  <a:lnTo>
                    <a:pt x="65" y="1402"/>
                  </a:lnTo>
                  <a:lnTo>
                    <a:pt x="65" y="1403"/>
                  </a:lnTo>
                  <a:cubicBezTo>
                    <a:pt x="71" y="1408"/>
                    <a:pt x="77" y="1413"/>
                    <a:pt x="82" y="1416"/>
                  </a:cubicBezTo>
                  <a:cubicBezTo>
                    <a:pt x="97" y="1429"/>
                    <a:pt x="124" y="1446"/>
                    <a:pt x="174" y="1446"/>
                  </a:cubicBezTo>
                  <a:cubicBezTo>
                    <a:pt x="216" y="1446"/>
                    <a:pt x="285" y="1434"/>
                    <a:pt x="384" y="1379"/>
                  </a:cubicBezTo>
                  <a:cubicBezTo>
                    <a:pt x="728" y="1180"/>
                    <a:pt x="1017" y="679"/>
                    <a:pt x="1016" y="283"/>
                  </a:cubicBezTo>
                  <a:cubicBezTo>
                    <a:pt x="1016" y="154"/>
                    <a:pt x="982" y="56"/>
                    <a:pt x="925" y="17"/>
                  </a:cubicBezTo>
                  <a:lnTo>
                    <a:pt x="925" y="19"/>
                  </a:lnTo>
                  <a:cubicBezTo>
                    <a:pt x="923" y="19"/>
                    <a:pt x="923" y="19"/>
                    <a:pt x="922" y="17"/>
                  </a:cubicBezTo>
                  <a:lnTo>
                    <a:pt x="897" y="11"/>
                  </a:lnTo>
                  <a:cubicBezTo>
                    <a:pt x="891" y="8"/>
                    <a:pt x="885" y="7"/>
                    <a:pt x="877" y="2"/>
                  </a:cubicBezTo>
                  <a:lnTo>
                    <a:pt x="850" y="2"/>
                  </a:lnTo>
                  <a:cubicBezTo>
                    <a:pt x="839" y="2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2270;p52">
              <a:extLst>
                <a:ext uri="{FF2B5EF4-FFF2-40B4-BE49-F238E27FC236}">
                  <a16:creationId xmlns:a16="http://schemas.microsoft.com/office/drawing/2014/main" id="{44C8B5D9-A20E-FDE5-D4AC-974EF79B0BAD}"/>
                </a:ext>
              </a:extLst>
            </p:cNvPr>
            <p:cNvSpPr/>
            <p:nvPr/>
          </p:nvSpPr>
          <p:spPr>
            <a:xfrm>
              <a:off x="3979348" y="1178426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6"/>
                    <a:pt x="1105" y="256"/>
                  </a:cubicBezTo>
                  <a:lnTo>
                    <a:pt x="1132" y="256"/>
                  </a:lnTo>
                  <a:cubicBezTo>
                    <a:pt x="1140" y="261"/>
                    <a:pt x="1146" y="262"/>
                    <a:pt x="1152" y="265"/>
                  </a:cubicBezTo>
                  <a:lnTo>
                    <a:pt x="1177" y="271"/>
                  </a:lnTo>
                  <a:cubicBezTo>
                    <a:pt x="1178" y="273"/>
                    <a:pt x="1180" y="273"/>
                    <a:pt x="1180" y="273"/>
                  </a:cubicBezTo>
                  <a:lnTo>
                    <a:pt x="1180" y="271"/>
                  </a:lnTo>
                  <a:cubicBezTo>
                    <a:pt x="1237" y="310"/>
                    <a:pt x="1271" y="408"/>
                    <a:pt x="1271" y="537"/>
                  </a:cubicBezTo>
                  <a:cubicBezTo>
                    <a:pt x="1272" y="933"/>
                    <a:pt x="983" y="1434"/>
                    <a:pt x="639" y="1633"/>
                  </a:cubicBezTo>
                  <a:cubicBezTo>
                    <a:pt x="542" y="1690"/>
                    <a:pt x="471" y="1700"/>
                    <a:pt x="431" y="1700"/>
                  </a:cubicBezTo>
                  <a:cubicBezTo>
                    <a:pt x="379" y="1700"/>
                    <a:pt x="352" y="1683"/>
                    <a:pt x="337" y="1670"/>
                  </a:cubicBezTo>
                  <a:cubicBezTo>
                    <a:pt x="332" y="1667"/>
                    <a:pt x="326" y="1662"/>
                    <a:pt x="320" y="1657"/>
                  </a:cubicBezTo>
                  <a:lnTo>
                    <a:pt x="320" y="1656"/>
                  </a:lnTo>
                  <a:lnTo>
                    <a:pt x="308" y="1634"/>
                  </a:lnTo>
                  <a:cubicBezTo>
                    <a:pt x="302" y="1625"/>
                    <a:pt x="296" y="1617"/>
                    <a:pt x="291" y="1607"/>
                  </a:cubicBezTo>
                  <a:cubicBezTo>
                    <a:pt x="286" y="1597"/>
                    <a:pt x="285" y="1588"/>
                    <a:pt x="282" y="1577"/>
                  </a:cubicBezTo>
                  <a:lnTo>
                    <a:pt x="277" y="1562"/>
                  </a:lnTo>
                  <a:cubicBezTo>
                    <a:pt x="274" y="1548"/>
                    <a:pt x="269" y="1537"/>
                    <a:pt x="265" y="1525"/>
                  </a:cubicBezTo>
                  <a:cubicBezTo>
                    <a:pt x="259" y="1491"/>
                    <a:pt x="256" y="1456"/>
                    <a:pt x="256" y="1417"/>
                  </a:cubicBezTo>
                  <a:lnTo>
                    <a:pt x="256" y="1417"/>
                  </a:lnTo>
                  <a:cubicBezTo>
                    <a:pt x="256" y="1021"/>
                    <a:pt x="545" y="520"/>
                    <a:pt x="888" y="322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1"/>
                    <a:pt x="1014" y="270"/>
                    <a:pt x="1026" y="267"/>
                  </a:cubicBezTo>
                  <a:lnTo>
                    <a:pt x="1043" y="262"/>
                  </a:lnTo>
                  <a:cubicBezTo>
                    <a:pt x="1052" y="261"/>
                    <a:pt x="1062" y="256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3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48"/>
                    <a:pt x="812" y="73"/>
                    <a:pt x="760" y="102"/>
                  </a:cubicBezTo>
                  <a:cubicBezTo>
                    <a:pt x="339" y="347"/>
                    <a:pt x="0" y="934"/>
                    <a:pt x="2" y="1417"/>
                  </a:cubicBezTo>
                  <a:cubicBezTo>
                    <a:pt x="2" y="1477"/>
                    <a:pt x="6" y="1533"/>
                    <a:pt x="17" y="1585"/>
                  </a:cubicBezTo>
                  <a:cubicBezTo>
                    <a:pt x="22" y="1602"/>
                    <a:pt x="28" y="1614"/>
                    <a:pt x="33" y="1630"/>
                  </a:cubicBezTo>
                  <a:cubicBezTo>
                    <a:pt x="42" y="1662"/>
                    <a:pt x="49" y="1694"/>
                    <a:pt x="62" y="1722"/>
                  </a:cubicBezTo>
                  <a:cubicBezTo>
                    <a:pt x="69" y="1739"/>
                    <a:pt x="82" y="1753"/>
                    <a:pt x="91" y="1768"/>
                  </a:cubicBezTo>
                  <a:cubicBezTo>
                    <a:pt x="105" y="1790"/>
                    <a:pt x="116" y="1813"/>
                    <a:pt x="133" y="1830"/>
                  </a:cubicBezTo>
                  <a:cubicBezTo>
                    <a:pt x="145" y="1843"/>
                    <a:pt x="159" y="1853"/>
                    <a:pt x="172" y="1863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2"/>
                    <a:pt x="765" y="1853"/>
                  </a:cubicBezTo>
                  <a:cubicBezTo>
                    <a:pt x="1185" y="1610"/>
                    <a:pt x="1526" y="1022"/>
                    <a:pt x="1525" y="537"/>
                  </a:cubicBezTo>
                  <a:cubicBezTo>
                    <a:pt x="1525" y="298"/>
                    <a:pt x="1438" y="128"/>
                    <a:pt x="1300" y="48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7"/>
                  </a:cubicBezTo>
                  <a:cubicBezTo>
                    <a:pt x="1163" y="2"/>
                    <a:pt x="1135" y="4"/>
                    <a:pt x="1109" y="2"/>
                  </a:cubicBezTo>
                  <a:cubicBezTo>
                    <a:pt x="1095" y="2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2271;p52">
              <a:extLst>
                <a:ext uri="{FF2B5EF4-FFF2-40B4-BE49-F238E27FC236}">
                  <a16:creationId xmlns:a16="http://schemas.microsoft.com/office/drawing/2014/main" id="{38E44242-0B80-568B-86CE-008A2B2DBBFD}"/>
                </a:ext>
              </a:extLst>
            </p:cNvPr>
            <p:cNvSpPr/>
            <p:nvPr/>
          </p:nvSpPr>
          <p:spPr>
            <a:xfrm>
              <a:off x="4005959" y="1287930"/>
              <a:ext cx="30282" cy="8434"/>
            </a:xfrm>
            <a:custGeom>
              <a:avLst/>
              <a:gdLst/>
              <a:ahLst/>
              <a:cxnLst/>
              <a:rect l="l" t="t" r="r" b="b"/>
              <a:pathLst>
                <a:path w="693" h="193" extrusionOk="0">
                  <a:moveTo>
                    <a:pt x="342" y="0"/>
                  </a:moveTo>
                  <a:cubicBezTo>
                    <a:pt x="239" y="0"/>
                    <a:pt x="123" y="34"/>
                    <a:pt x="0" y="105"/>
                  </a:cubicBezTo>
                  <a:lnTo>
                    <a:pt x="151" y="193"/>
                  </a:lnTo>
                  <a:cubicBezTo>
                    <a:pt x="203" y="162"/>
                    <a:pt x="256" y="139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3"/>
                    <a:pt x="419" y="93"/>
                    <a:pt x="448" y="90"/>
                  </a:cubicBezTo>
                  <a:cubicBezTo>
                    <a:pt x="451" y="89"/>
                    <a:pt x="454" y="89"/>
                    <a:pt x="456" y="89"/>
                  </a:cubicBezTo>
                  <a:cubicBezTo>
                    <a:pt x="472" y="89"/>
                    <a:pt x="486" y="93"/>
                    <a:pt x="500" y="93"/>
                  </a:cubicBezTo>
                  <a:cubicBezTo>
                    <a:pt x="526" y="93"/>
                    <a:pt x="554" y="93"/>
                    <a:pt x="579" y="97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9" y="122"/>
                    <a:pt x="673" y="128"/>
                    <a:pt x="691" y="139"/>
                  </a:cubicBezTo>
                  <a:lnTo>
                    <a:pt x="693" y="139"/>
                  </a:lnTo>
                  <a:lnTo>
                    <a:pt x="543" y="53"/>
                  </a:lnTo>
                  <a:cubicBezTo>
                    <a:pt x="485" y="18"/>
                    <a:pt x="417" y="0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2272;p52">
              <a:extLst>
                <a:ext uri="{FF2B5EF4-FFF2-40B4-BE49-F238E27FC236}">
                  <a16:creationId xmlns:a16="http://schemas.microsoft.com/office/drawing/2014/main" id="{7773B469-11BA-6D6F-7900-EFC6FDAACCC6}"/>
                </a:ext>
              </a:extLst>
            </p:cNvPr>
            <p:cNvSpPr/>
            <p:nvPr/>
          </p:nvSpPr>
          <p:spPr>
            <a:xfrm>
              <a:off x="3972837" y="1292474"/>
              <a:ext cx="39765" cy="82676"/>
            </a:xfrm>
            <a:custGeom>
              <a:avLst/>
              <a:gdLst/>
              <a:ahLst/>
              <a:cxnLst/>
              <a:rect l="l" t="t" r="r" b="b"/>
              <a:pathLst>
                <a:path w="910" h="1892" extrusionOk="0">
                  <a:moveTo>
                    <a:pt x="758" y="1"/>
                  </a:moveTo>
                  <a:cubicBezTo>
                    <a:pt x="338" y="244"/>
                    <a:pt x="0" y="833"/>
                    <a:pt x="2" y="1316"/>
                  </a:cubicBezTo>
                  <a:cubicBezTo>
                    <a:pt x="2" y="1556"/>
                    <a:pt x="86" y="1725"/>
                    <a:pt x="223" y="1805"/>
                  </a:cubicBezTo>
                  <a:lnTo>
                    <a:pt x="372" y="1891"/>
                  </a:lnTo>
                  <a:cubicBezTo>
                    <a:pt x="354" y="1881"/>
                    <a:pt x="338" y="1864"/>
                    <a:pt x="321" y="1850"/>
                  </a:cubicBezTo>
                  <a:cubicBezTo>
                    <a:pt x="308" y="1839"/>
                    <a:pt x="294" y="1830"/>
                    <a:pt x="282" y="1816"/>
                  </a:cubicBezTo>
                  <a:cubicBezTo>
                    <a:pt x="265" y="1799"/>
                    <a:pt x="254" y="1775"/>
                    <a:pt x="240" y="1755"/>
                  </a:cubicBezTo>
                  <a:cubicBezTo>
                    <a:pt x="231" y="1739"/>
                    <a:pt x="218" y="1725"/>
                    <a:pt x="211" y="1708"/>
                  </a:cubicBezTo>
                  <a:cubicBezTo>
                    <a:pt x="198" y="1681"/>
                    <a:pt x="191" y="1648"/>
                    <a:pt x="182" y="1616"/>
                  </a:cubicBezTo>
                  <a:cubicBezTo>
                    <a:pt x="177" y="1601"/>
                    <a:pt x="171" y="1588"/>
                    <a:pt x="166" y="1571"/>
                  </a:cubicBezTo>
                  <a:cubicBezTo>
                    <a:pt x="155" y="1519"/>
                    <a:pt x="151" y="1464"/>
                    <a:pt x="151" y="1404"/>
                  </a:cubicBezTo>
                  <a:cubicBezTo>
                    <a:pt x="149" y="921"/>
                    <a:pt x="489" y="332"/>
                    <a:pt x="909" y="89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2273;p52">
              <a:extLst>
                <a:ext uri="{FF2B5EF4-FFF2-40B4-BE49-F238E27FC236}">
                  <a16:creationId xmlns:a16="http://schemas.microsoft.com/office/drawing/2014/main" id="{939A3422-75B6-CDB6-175B-CC68DE8E14C9}"/>
                </a:ext>
              </a:extLst>
            </p:cNvPr>
            <p:cNvSpPr/>
            <p:nvPr/>
          </p:nvSpPr>
          <p:spPr>
            <a:xfrm>
              <a:off x="3990490" y="1302918"/>
              <a:ext cx="44484" cy="63361"/>
            </a:xfrm>
            <a:custGeom>
              <a:avLst/>
              <a:gdLst/>
              <a:ahLst/>
              <a:cxnLst/>
              <a:rect l="l" t="t" r="r" b="b"/>
              <a:pathLst>
                <a:path w="1018" h="1450" extrusionOk="0">
                  <a:moveTo>
                    <a:pt x="817" y="0"/>
                  </a:moveTo>
                  <a:cubicBezTo>
                    <a:pt x="807" y="3"/>
                    <a:pt x="797" y="7"/>
                    <a:pt x="787" y="10"/>
                  </a:cubicBezTo>
                  <a:lnTo>
                    <a:pt x="771" y="13"/>
                  </a:lnTo>
                  <a:cubicBezTo>
                    <a:pt x="759" y="17"/>
                    <a:pt x="748" y="19"/>
                    <a:pt x="733" y="22"/>
                  </a:cubicBezTo>
                  <a:cubicBezTo>
                    <a:pt x="700" y="33"/>
                    <a:pt x="667" y="50"/>
                    <a:pt x="633" y="70"/>
                  </a:cubicBezTo>
                  <a:cubicBezTo>
                    <a:pt x="290" y="268"/>
                    <a:pt x="1" y="768"/>
                    <a:pt x="1" y="1165"/>
                  </a:cubicBezTo>
                  <a:cubicBezTo>
                    <a:pt x="1" y="1203"/>
                    <a:pt x="4" y="1239"/>
                    <a:pt x="10" y="1272"/>
                  </a:cubicBezTo>
                  <a:cubicBezTo>
                    <a:pt x="14" y="1285"/>
                    <a:pt x="17" y="1296"/>
                    <a:pt x="22" y="1308"/>
                  </a:cubicBezTo>
                  <a:lnTo>
                    <a:pt x="27" y="1323"/>
                  </a:lnTo>
                  <a:cubicBezTo>
                    <a:pt x="28" y="1336"/>
                    <a:pt x="31" y="1345"/>
                    <a:pt x="34" y="1354"/>
                  </a:cubicBezTo>
                  <a:cubicBezTo>
                    <a:pt x="41" y="1362"/>
                    <a:pt x="47" y="1372"/>
                    <a:pt x="53" y="1380"/>
                  </a:cubicBezTo>
                  <a:lnTo>
                    <a:pt x="65" y="1403"/>
                  </a:lnTo>
                  <a:lnTo>
                    <a:pt x="65" y="1405"/>
                  </a:lnTo>
                  <a:cubicBezTo>
                    <a:pt x="71" y="1408"/>
                    <a:pt x="77" y="1412"/>
                    <a:pt x="82" y="1417"/>
                  </a:cubicBezTo>
                  <a:cubicBezTo>
                    <a:pt x="97" y="1429"/>
                    <a:pt x="124" y="1449"/>
                    <a:pt x="174" y="1449"/>
                  </a:cubicBezTo>
                  <a:cubicBezTo>
                    <a:pt x="216" y="1449"/>
                    <a:pt x="285" y="1437"/>
                    <a:pt x="384" y="1379"/>
                  </a:cubicBezTo>
                  <a:cubicBezTo>
                    <a:pt x="728" y="1182"/>
                    <a:pt x="1017" y="680"/>
                    <a:pt x="1016" y="287"/>
                  </a:cubicBezTo>
                  <a:cubicBezTo>
                    <a:pt x="1016" y="156"/>
                    <a:pt x="982" y="57"/>
                    <a:pt x="925" y="20"/>
                  </a:cubicBezTo>
                  <a:cubicBezTo>
                    <a:pt x="923" y="20"/>
                    <a:pt x="923" y="20"/>
                    <a:pt x="922" y="19"/>
                  </a:cubicBezTo>
                  <a:lnTo>
                    <a:pt x="897" y="13"/>
                  </a:lnTo>
                  <a:cubicBezTo>
                    <a:pt x="891" y="10"/>
                    <a:pt x="885" y="7"/>
                    <a:pt x="877" y="3"/>
                  </a:cubicBezTo>
                  <a:lnTo>
                    <a:pt x="850" y="3"/>
                  </a:lnTo>
                  <a:cubicBezTo>
                    <a:pt x="839" y="3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2274;p52">
              <a:extLst>
                <a:ext uri="{FF2B5EF4-FFF2-40B4-BE49-F238E27FC236}">
                  <a16:creationId xmlns:a16="http://schemas.microsoft.com/office/drawing/2014/main" id="{92404933-9A22-6B17-E887-24E823636409}"/>
                </a:ext>
              </a:extLst>
            </p:cNvPr>
            <p:cNvSpPr/>
            <p:nvPr/>
          </p:nvSpPr>
          <p:spPr>
            <a:xfrm>
              <a:off x="3979348" y="1291819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7"/>
                    <a:pt x="1105" y="257"/>
                  </a:cubicBezTo>
                  <a:lnTo>
                    <a:pt x="1132" y="257"/>
                  </a:lnTo>
                  <a:cubicBezTo>
                    <a:pt x="1140" y="261"/>
                    <a:pt x="1146" y="264"/>
                    <a:pt x="1152" y="267"/>
                  </a:cubicBezTo>
                  <a:lnTo>
                    <a:pt x="1177" y="273"/>
                  </a:lnTo>
                  <a:cubicBezTo>
                    <a:pt x="1178" y="274"/>
                    <a:pt x="1180" y="274"/>
                    <a:pt x="1180" y="274"/>
                  </a:cubicBezTo>
                  <a:cubicBezTo>
                    <a:pt x="1237" y="311"/>
                    <a:pt x="1271" y="410"/>
                    <a:pt x="1271" y="541"/>
                  </a:cubicBezTo>
                  <a:cubicBezTo>
                    <a:pt x="1272" y="934"/>
                    <a:pt x="983" y="1436"/>
                    <a:pt x="639" y="1633"/>
                  </a:cubicBezTo>
                  <a:cubicBezTo>
                    <a:pt x="542" y="1691"/>
                    <a:pt x="471" y="1703"/>
                    <a:pt x="431" y="1703"/>
                  </a:cubicBezTo>
                  <a:cubicBezTo>
                    <a:pt x="379" y="1703"/>
                    <a:pt x="352" y="1683"/>
                    <a:pt x="337" y="1671"/>
                  </a:cubicBezTo>
                  <a:cubicBezTo>
                    <a:pt x="332" y="1666"/>
                    <a:pt x="326" y="1662"/>
                    <a:pt x="320" y="1659"/>
                  </a:cubicBezTo>
                  <a:lnTo>
                    <a:pt x="320" y="1657"/>
                  </a:lnTo>
                  <a:lnTo>
                    <a:pt x="308" y="1634"/>
                  </a:lnTo>
                  <a:cubicBezTo>
                    <a:pt x="302" y="1626"/>
                    <a:pt x="296" y="1616"/>
                    <a:pt x="291" y="1608"/>
                  </a:cubicBezTo>
                  <a:cubicBezTo>
                    <a:pt x="286" y="1599"/>
                    <a:pt x="285" y="1590"/>
                    <a:pt x="282" y="1577"/>
                  </a:cubicBezTo>
                  <a:lnTo>
                    <a:pt x="277" y="1562"/>
                  </a:lnTo>
                  <a:cubicBezTo>
                    <a:pt x="274" y="1550"/>
                    <a:pt x="269" y="1539"/>
                    <a:pt x="265" y="1526"/>
                  </a:cubicBezTo>
                  <a:cubicBezTo>
                    <a:pt x="259" y="1493"/>
                    <a:pt x="256" y="1457"/>
                    <a:pt x="256" y="1419"/>
                  </a:cubicBezTo>
                  <a:cubicBezTo>
                    <a:pt x="256" y="1022"/>
                    <a:pt x="545" y="521"/>
                    <a:pt x="888" y="324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3"/>
                    <a:pt x="1014" y="271"/>
                    <a:pt x="1026" y="267"/>
                  </a:cubicBezTo>
                  <a:lnTo>
                    <a:pt x="1043" y="264"/>
                  </a:lnTo>
                  <a:cubicBezTo>
                    <a:pt x="1052" y="261"/>
                    <a:pt x="1062" y="257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4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50"/>
                    <a:pt x="812" y="73"/>
                    <a:pt x="760" y="104"/>
                  </a:cubicBezTo>
                  <a:cubicBezTo>
                    <a:pt x="339" y="347"/>
                    <a:pt x="0" y="936"/>
                    <a:pt x="2" y="1419"/>
                  </a:cubicBezTo>
                  <a:cubicBezTo>
                    <a:pt x="2" y="1479"/>
                    <a:pt x="6" y="1534"/>
                    <a:pt x="17" y="1586"/>
                  </a:cubicBezTo>
                  <a:cubicBezTo>
                    <a:pt x="22" y="1603"/>
                    <a:pt x="28" y="1616"/>
                    <a:pt x="33" y="1631"/>
                  </a:cubicBezTo>
                  <a:cubicBezTo>
                    <a:pt x="42" y="1663"/>
                    <a:pt x="49" y="1696"/>
                    <a:pt x="62" y="1723"/>
                  </a:cubicBezTo>
                  <a:cubicBezTo>
                    <a:pt x="69" y="1740"/>
                    <a:pt x="82" y="1754"/>
                    <a:pt x="91" y="1770"/>
                  </a:cubicBezTo>
                  <a:cubicBezTo>
                    <a:pt x="105" y="1790"/>
                    <a:pt x="116" y="1814"/>
                    <a:pt x="133" y="1831"/>
                  </a:cubicBezTo>
                  <a:cubicBezTo>
                    <a:pt x="145" y="1845"/>
                    <a:pt x="159" y="1854"/>
                    <a:pt x="172" y="1865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3"/>
                    <a:pt x="765" y="1854"/>
                  </a:cubicBezTo>
                  <a:cubicBezTo>
                    <a:pt x="1185" y="1611"/>
                    <a:pt x="1526" y="1022"/>
                    <a:pt x="1525" y="539"/>
                  </a:cubicBezTo>
                  <a:cubicBezTo>
                    <a:pt x="1525" y="297"/>
                    <a:pt x="1438" y="128"/>
                    <a:pt x="1300" y="50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8"/>
                  </a:cubicBezTo>
                  <a:cubicBezTo>
                    <a:pt x="1163" y="4"/>
                    <a:pt x="1135" y="4"/>
                    <a:pt x="1109" y="4"/>
                  </a:cubicBezTo>
                  <a:cubicBezTo>
                    <a:pt x="1095" y="4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2275;p52">
              <a:extLst>
                <a:ext uri="{FF2B5EF4-FFF2-40B4-BE49-F238E27FC236}">
                  <a16:creationId xmlns:a16="http://schemas.microsoft.com/office/drawing/2014/main" id="{BE9B6DD3-CBE1-B88D-ADA0-3EFC0D06DEDE}"/>
                </a:ext>
              </a:extLst>
            </p:cNvPr>
            <p:cNvSpPr/>
            <p:nvPr/>
          </p:nvSpPr>
          <p:spPr>
            <a:xfrm>
              <a:off x="3796172" y="1320658"/>
              <a:ext cx="27136" cy="34783"/>
            </a:xfrm>
            <a:custGeom>
              <a:avLst/>
              <a:gdLst/>
              <a:ahLst/>
              <a:cxnLst/>
              <a:rect l="l" t="t" r="r" b="b"/>
              <a:pathLst>
                <a:path w="621" h="796" extrusionOk="0">
                  <a:moveTo>
                    <a:pt x="191" y="0"/>
                  </a:moveTo>
                  <a:cubicBezTo>
                    <a:pt x="184" y="0"/>
                    <a:pt x="177" y="2"/>
                    <a:pt x="170" y="2"/>
                  </a:cubicBezTo>
                  <a:cubicBezTo>
                    <a:pt x="159" y="2"/>
                    <a:pt x="148" y="2"/>
                    <a:pt x="139" y="4"/>
                  </a:cubicBezTo>
                  <a:cubicBezTo>
                    <a:pt x="131" y="5"/>
                    <a:pt x="125" y="10"/>
                    <a:pt x="119" y="11"/>
                  </a:cubicBezTo>
                  <a:cubicBezTo>
                    <a:pt x="111" y="14"/>
                    <a:pt x="101" y="17"/>
                    <a:pt x="93" y="22"/>
                  </a:cubicBezTo>
                  <a:cubicBezTo>
                    <a:pt x="36" y="53"/>
                    <a:pt x="2" y="122"/>
                    <a:pt x="2" y="220"/>
                  </a:cubicBezTo>
                  <a:cubicBezTo>
                    <a:pt x="1" y="417"/>
                    <a:pt x="139" y="657"/>
                    <a:pt x="308" y="754"/>
                  </a:cubicBezTo>
                  <a:cubicBezTo>
                    <a:pt x="357" y="783"/>
                    <a:pt x="404" y="796"/>
                    <a:pt x="445" y="796"/>
                  </a:cubicBezTo>
                  <a:cubicBezTo>
                    <a:pt x="486" y="796"/>
                    <a:pt x="522" y="783"/>
                    <a:pt x="551" y="759"/>
                  </a:cubicBezTo>
                  <a:cubicBezTo>
                    <a:pt x="556" y="754"/>
                    <a:pt x="562" y="751"/>
                    <a:pt x="567" y="745"/>
                  </a:cubicBezTo>
                  <a:cubicBezTo>
                    <a:pt x="574" y="739"/>
                    <a:pt x="579" y="728"/>
                    <a:pt x="584" y="719"/>
                  </a:cubicBezTo>
                  <a:cubicBezTo>
                    <a:pt x="588" y="714"/>
                    <a:pt x="593" y="708"/>
                    <a:pt x="596" y="702"/>
                  </a:cubicBezTo>
                  <a:cubicBezTo>
                    <a:pt x="602" y="691"/>
                    <a:pt x="604" y="676"/>
                    <a:pt x="608" y="663"/>
                  </a:cubicBezTo>
                  <a:cubicBezTo>
                    <a:pt x="610" y="657"/>
                    <a:pt x="613" y="651"/>
                    <a:pt x="614" y="645"/>
                  </a:cubicBezTo>
                  <a:cubicBezTo>
                    <a:pt x="617" y="623"/>
                    <a:pt x="620" y="602"/>
                    <a:pt x="620" y="577"/>
                  </a:cubicBezTo>
                  <a:cubicBezTo>
                    <a:pt x="620" y="380"/>
                    <a:pt x="482" y="140"/>
                    <a:pt x="311" y="40"/>
                  </a:cubicBezTo>
                  <a:cubicBezTo>
                    <a:pt x="290" y="30"/>
                    <a:pt x="270" y="20"/>
                    <a:pt x="250" y="13"/>
                  </a:cubicBezTo>
                  <a:cubicBezTo>
                    <a:pt x="242" y="11"/>
                    <a:pt x="236" y="11"/>
                    <a:pt x="230" y="10"/>
                  </a:cubicBezTo>
                  <a:cubicBezTo>
                    <a:pt x="216" y="5"/>
                    <a:pt x="202" y="2"/>
                    <a:pt x="19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2276;p52">
              <a:extLst>
                <a:ext uri="{FF2B5EF4-FFF2-40B4-BE49-F238E27FC236}">
                  <a16:creationId xmlns:a16="http://schemas.microsoft.com/office/drawing/2014/main" id="{71F948D4-6E0D-7F72-3FCA-7676EDFA86FF}"/>
                </a:ext>
              </a:extLst>
            </p:cNvPr>
            <p:cNvSpPr/>
            <p:nvPr/>
          </p:nvSpPr>
          <p:spPr>
            <a:xfrm rot="-5400000">
              <a:off x="3353950" y="1319338"/>
              <a:ext cx="237781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2277;p52">
              <a:extLst>
                <a:ext uri="{FF2B5EF4-FFF2-40B4-BE49-F238E27FC236}">
                  <a16:creationId xmlns:a16="http://schemas.microsoft.com/office/drawing/2014/main" id="{56E2D3D0-83FC-E605-D276-9B7FBBC137E7}"/>
                </a:ext>
              </a:extLst>
            </p:cNvPr>
            <p:cNvSpPr/>
            <p:nvPr/>
          </p:nvSpPr>
          <p:spPr>
            <a:xfrm>
              <a:off x="3079604" y="1429847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2278;p52">
              <a:extLst>
                <a:ext uri="{FF2B5EF4-FFF2-40B4-BE49-F238E27FC236}">
                  <a16:creationId xmlns:a16="http://schemas.microsoft.com/office/drawing/2014/main" id="{DA0A2732-C206-53B5-CF94-4FE164A1F462}"/>
                </a:ext>
              </a:extLst>
            </p:cNvPr>
            <p:cNvSpPr/>
            <p:nvPr/>
          </p:nvSpPr>
          <p:spPr>
            <a:xfrm>
              <a:off x="3435031" y="1450996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2279;p52">
              <a:extLst>
                <a:ext uri="{FF2B5EF4-FFF2-40B4-BE49-F238E27FC236}">
                  <a16:creationId xmlns:a16="http://schemas.microsoft.com/office/drawing/2014/main" id="{C4660DB2-089F-E06D-7065-AF91D4B3954F}"/>
                </a:ext>
              </a:extLst>
            </p:cNvPr>
            <p:cNvSpPr/>
            <p:nvPr/>
          </p:nvSpPr>
          <p:spPr>
            <a:xfrm>
              <a:off x="3114168" y="1203193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2280;p52">
              <a:extLst>
                <a:ext uri="{FF2B5EF4-FFF2-40B4-BE49-F238E27FC236}">
                  <a16:creationId xmlns:a16="http://schemas.microsoft.com/office/drawing/2014/main" id="{744DB1E2-0749-23E6-D865-982C30A2C5A2}"/>
                </a:ext>
              </a:extLst>
            </p:cNvPr>
            <p:cNvSpPr/>
            <p:nvPr/>
          </p:nvSpPr>
          <p:spPr>
            <a:xfrm>
              <a:off x="3077506" y="1203368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2281;p52">
              <a:extLst>
                <a:ext uri="{FF2B5EF4-FFF2-40B4-BE49-F238E27FC236}">
                  <a16:creationId xmlns:a16="http://schemas.microsoft.com/office/drawing/2014/main" id="{54C25A66-4D6D-62FC-93A8-60757410A9AD}"/>
                </a:ext>
              </a:extLst>
            </p:cNvPr>
            <p:cNvSpPr/>
            <p:nvPr/>
          </p:nvSpPr>
          <p:spPr>
            <a:xfrm>
              <a:off x="3461860" y="1414247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2282;p52">
              <a:extLst>
                <a:ext uri="{FF2B5EF4-FFF2-40B4-BE49-F238E27FC236}">
                  <a16:creationId xmlns:a16="http://schemas.microsoft.com/office/drawing/2014/main" id="{CCE249F2-7367-BB1E-5C31-2DF0A458331A}"/>
                </a:ext>
              </a:extLst>
            </p:cNvPr>
            <p:cNvSpPr/>
            <p:nvPr/>
          </p:nvSpPr>
          <p:spPr>
            <a:xfrm>
              <a:off x="3423189" y="1410533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2283;p52">
              <a:extLst>
                <a:ext uri="{FF2B5EF4-FFF2-40B4-BE49-F238E27FC236}">
                  <a16:creationId xmlns:a16="http://schemas.microsoft.com/office/drawing/2014/main" id="{1AD7FAC8-E42F-E8BF-B39C-6E090B8259D8}"/>
                </a:ext>
              </a:extLst>
            </p:cNvPr>
            <p:cNvSpPr/>
            <p:nvPr/>
          </p:nvSpPr>
          <p:spPr>
            <a:xfrm>
              <a:off x="3426160" y="1387243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2284;p52">
              <a:extLst>
                <a:ext uri="{FF2B5EF4-FFF2-40B4-BE49-F238E27FC236}">
                  <a16:creationId xmlns:a16="http://schemas.microsoft.com/office/drawing/2014/main" id="{08DB7336-C670-5851-59B1-A34069CC5D0E}"/>
                </a:ext>
              </a:extLst>
            </p:cNvPr>
            <p:cNvSpPr/>
            <p:nvPr/>
          </p:nvSpPr>
          <p:spPr>
            <a:xfrm>
              <a:off x="3422621" y="1383791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2285;p52">
              <a:extLst>
                <a:ext uri="{FF2B5EF4-FFF2-40B4-BE49-F238E27FC236}">
                  <a16:creationId xmlns:a16="http://schemas.microsoft.com/office/drawing/2014/main" id="{51FA4A29-CCD2-D306-95BF-2C40ECF073B3}"/>
                </a:ext>
              </a:extLst>
            </p:cNvPr>
            <p:cNvSpPr/>
            <p:nvPr/>
          </p:nvSpPr>
          <p:spPr>
            <a:xfrm>
              <a:off x="3488253" y="1259125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2286;p52">
              <a:extLst>
                <a:ext uri="{FF2B5EF4-FFF2-40B4-BE49-F238E27FC236}">
                  <a16:creationId xmlns:a16="http://schemas.microsoft.com/office/drawing/2014/main" id="{F32D4491-E2B4-DB11-EE29-59E9FC7BEFE9}"/>
                </a:ext>
              </a:extLst>
            </p:cNvPr>
            <p:cNvSpPr/>
            <p:nvPr/>
          </p:nvSpPr>
          <p:spPr>
            <a:xfrm>
              <a:off x="3477241" y="1198343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2287;p52">
              <a:extLst>
                <a:ext uri="{FF2B5EF4-FFF2-40B4-BE49-F238E27FC236}">
                  <a16:creationId xmlns:a16="http://schemas.microsoft.com/office/drawing/2014/main" id="{479D60D0-B667-3420-2E62-35BED5146BA7}"/>
                </a:ext>
              </a:extLst>
            </p:cNvPr>
            <p:cNvSpPr/>
            <p:nvPr/>
          </p:nvSpPr>
          <p:spPr>
            <a:xfrm>
              <a:off x="3449756" y="1322572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2288;p52">
              <a:extLst>
                <a:ext uri="{FF2B5EF4-FFF2-40B4-BE49-F238E27FC236}">
                  <a16:creationId xmlns:a16="http://schemas.microsoft.com/office/drawing/2014/main" id="{E3D2DB74-0E36-6E4F-21B0-F39E8AAE88B9}"/>
                </a:ext>
              </a:extLst>
            </p:cNvPr>
            <p:cNvSpPr/>
            <p:nvPr/>
          </p:nvSpPr>
          <p:spPr>
            <a:xfrm>
              <a:off x="3449887" y="1310337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2289;p52">
              <a:extLst>
                <a:ext uri="{FF2B5EF4-FFF2-40B4-BE49-F238E27FC236}">
                  <a16:creationId xmlns:a16="http://schemas.microsoft.com/office/drawing/2014/main" id="{A90C4A57-8FCD-1530-A5F7-B8D23C694380}"/>
                </a:ext>
              </a:extLst>
            </p:cNvPr>
            <p:cNvSpPr/>
            <p:nvPr/>
          </p:nvSpPr>
          <p:spPr>
            <a:xfrm>
              <a:off x="3452247" y="1312347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2290;p52">
              <a:extLst>
                <a:ext uri="{FF2B5EF4-FFF2-40B4-BE49-F238E27FC236}">
                  <a16:creationId xmlns:a16="http://schemas.microsoft.com/office/drawing/2014/main" id="{D10E8189-18FA-11CF-7E14-68162B58B2C1}"/>
                </a:ext>
              </a:extLst>
            </p:cNvPr>
            <p:cNvSpPr/>
            <p:nvPr/>
          </p:nvSpPr>
          <p:spPr>
            <a:xfrm>
              <a:off x="3445168" y="1350669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2291;p52">
              <a:extLst>
                <a:ext uri="{FF2B5EF4-FFF2-40B4-BE49-F238E27FC236}">
                  <a16:creationId xmlns:a16="http://schemas.microsoft.com/office/drawing/2014/main" id="{96DF4674-EBF4-87DF-DF78-D607FCB3F74F}"/>
                </a:ext>
              </a:extLst>
            </p:cNvPr>
            <p:cNvSpPr/>
            <p:nvPr/>
          </p:nvSpPr>
          <p:spPr>
            <a:xfrm>
              <a:off x="3414406" y="1391350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2292;p52">
              <a:extLst>
                <a:ext uri="{FF2B5EF4-FFF2-40B4-BE49-F238E27FC236}">
                  <a16:creationId xmlns:a16="http://schemas.microsoft.com/office/drawing/2014/main" id="{0CE27737-8C56-6112-8A94-F37880016564}"/>
                </a:ext>
              </a:extLst>
            </p:cNvPr>
            <p:cNvSpPr/>
            <p:nvPr/>
          </p:nvSpPr>
          <p:spPr>
            <a:xfrm>
              <a:off x="3250675" y="1410139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2293;p52">
              <a:extLst>
                <a:ext uri="{FF2B5EF4-FFF2-40B4-BE49-F238E27FC236}">
                  <a16:creationId xmlns:a16="http://schemas.microsoft.com/office/drawing/2014/main" id="{76C5BAAE-3A8E-7C2E-B74B-AACC7C53F84B}"/>
                </a:ext>
              </a:extLst>
            </p:cNvPr>
            <p:cNvSpPr/>
            <p:nvPr/>
          </p:nvSpPr>
          <p:spPr>
            <a:xfrm>
              <a:off x="3228958" y="1467600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2294;p52">
              <a:extLst>
                <a:ext uri="{FF2B5EF4-FFF2-40B4-BE49-F238E27FC236}">
                  <a16:creationId xmlns:a16="http://schemas.microsoft.com/office/drawing/2014/main" id="{E0F621EA-F222-403C-C27C-B3E09FBF107C}"/>
                </a:ext>
              </a:extLst>
            </p:cNvPr>
            <p:cNvSpPr/>
            <p:nvPr/>
          </p:nvSpPr>
          <p:spPr>
            <a:xfrm>
              <a:off x="3229046" y="1330481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2295;p52">
              <a:extLst>
                <a:ext uri="{FF2B5EF4-FFF2-40B4-BE49-F238E27FC236}">
                  <a16:creationId xmlns:a16="http://schemas.microsoft.com/office/drawing/2014/main" id="{73CB51C5-E9B8-6F2F-0D66-2EE36D6DA440}"/>
                </a:ext>
              </a:extLst>
            </p:cNvPr>
            <p:cNvSpPr/>
            <p:nvPr/>
          </p:nvSpPr>
          <p:spPr>
            <a:xfrm>
              <a:off x="3461860" y="1480272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2296;p52">
              <a:extLst>
                <a:ext uri="{FF2B5EF4-FFF2-40B4-BE49-F238E27FC236}">
                  <a16:creationId xmlns:a16="http://schemas.microsoft.com/office/drawing/2014/main" id="{978DA021-346E-ECDF-0414-06703663788C}"/>
                </a:ext>
              </a:extLst>
            </p:cNvPr>
            <p:cNvSpPr/>
            <p:nvPr/>
          </p:nvSpPr>
          <p:spPr>
            <a:xfrm>
              <a:off x="3461860" y="1640289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2297;p52">
              <a:extLst>
                <a:ext uri="{FF2B5EF4-FFF2-40B4-BE49-F238E27FC236}">
                  <a16:creationId xmlns:a16="http://schemas.microsoft.com/office/drawing/2014/main" id="{87FA995A-4F3F-3F64-D9A6-79CCFF7D35DE}"/>
                </a:ext>
              </a:extLst>
            </p:cNvPr>
            <p:cNvSpPr/>
            <p:nvPr/>
          </p:nvSpPr>
          <p:spPr>
            <a:xfrm>
              <a:off x="3800149" y="1279802"/>
              <a:ext cx="96353" cy="74854"/>
            </a:xfrm>
            <a:custGeom>
              <a:avLst/>
              <a:gdLst/>
              <a:ahLst/>
              <a:cxnLst/>
              <a:rect l="l" t="t" r="r" b="b"/>
              <a:pathLst>
                <a:path w="2205" h="1713" extrusionOk="0">
                  <a:moveTo>
                    <a:pt x="1757" y="0"/>
                  </a:moveTo>
                  <a:cubicBezTo>
                    <a:pt x="1727" y="0"/>
                    <a:pt x="1699" y="8"/>
                    <a:pt x="1675" y="22"/>
                  </a:cubicBezTo>
                  <a:lnTo>
                    <a:pt x="0" y="957"/>
                  </a:lnTo>
                  <a:cubicBezTo>
                    <a:pt x="10" y="952"/>
                    <a:pt x="19" y="949"/>
                    <a:pt x="28" y="946"/>
                  </a:cubicBezTo>
                  <a:cubicBezTo>
                    <a:pt x="34" y="945"/>
                    <a:pt x="40" y="940"/>
                    <a:pt x="48" y="939"/>
                  </a:cubicBezTo>
                  <a:cubicBezTo>
                    <a:pt x="57" y="937"/>
                    <a:pt x="68" y="937"/>
                    <a:pt x="79" y="937"/>
                  </a:cubicBezTo>
                  <a:cubicBezTo>
                    <a:pt x="83" y="937"/>
                    <a:pt x="88" y="936"/>
                    <a:pt x="93" y="936"/>
                  </a:cubicBezTo>
                  <a:cubicBezTo>
                    <a:pt x="95" y="936"/>
                    <a:pt x="98" y="937"/>
                    <a:pt x="100" y="937"/>
                  </a:cubicBezTo>
                  <a:cubicBezTo>
                    <a:pt x="111" y="937"/>
                    <a:pt x="125" y="942"/>
                    <a:pt x="137" y="945"/>
                  </a:cubicBezTo>
                  <a:cubicBezTo>
                    <a:pt x="145" y="946"/>
                    <a:pt x="151" y="946"/>
                    <a:pt x="157" y="948"/>
                  </a:cubicBezTo>
                  <a:cubicBezTo>
                    <a:pt x="179" y="955"/>
                    <a:pt x="199" y="965"/>
                    <a:pt x="220" y="977"/>
                  </a:cubicBezTo>
                  <a:cubicBezTo>
                    <a:pt x="391" y="1075"/>
                    <a:pt x="529" y="1315"/>
                    <a:pt x="528" y="1512"/>
                  </a:cubicBezTo>
                  <a:cubicBezTo>
                    <a:pt x="528" y="1537"/>
                    <a:pt x="526" y="1560"/>
                    <a:pt x="522" y="1580"/>
                  </a:cubicBezTo>
                  <a:cubicBezTo>
                    <a:pt x="520" y="1586"/>
                    <a:pt x="517" y="1592"/>
                    <a:pt x="517" y="1598"/>
                  </a:cubicBezTo>
                  <a:cubicBezTo>
                    <a:pt x="513" y="1611"/>
                    <a:pt x="509" y="1626"/>
                    <a:pt x="503" y="1637"/>
                  </a:cubicBezTo>
                  <a:cubicBezTo>
                    <a:pt x="500" y="1645"/>
                    <a:pt x="496" y="1649"/>
                    <a:pt x="493" y="1655"/>
                  </a:cubicBezTo>
                  <a:cubicBezTo>
                    <a:pt x="488" y="1663"/>
                    <a:pt x="482" y="1674"/>
                    <a:pt x="474" y="1680"/>
                  </a:cubicBezTo>
                  <a:cubicBezTo>
                    <a:pt x="471" y="1686"/>
                    <a:pt x="465" y="1691"/>
                    <a:pt x="460" y="1694"/>
                  </a:cubicBezTo>
                  <a:cubicBezTo>
                    <a:pt x="453" y="1700"/>
                    <a:pt x="446" y="1706"/>
                    <a:pt x="439" y="1712"/>
                  </a:cubicBezTo>
                  <a:lnTo>
                    <a:pt x="2114" y="777"/>
                  </a:lnTo>
                  <a:cubicBezTo>
                    <a:pt x="2169" y="745"/>
                    <a:pt x="2205" y="676"/>
                    <a:pt x="2205" y="579"/>
                  </a:cubicBezTo>
                  <a:cubicBezTo>
                    <a:pt x="2205" y="382"/>
                    <a:pt x="2066" y="140"/>
                    <a:pt x="1895" y="43"/>
                  </a:cubicBezTo>
                  <a:cubicBezTo>
                    <a:pt x="1846" y="14"/>
                    <a:pt x="1799" y="0"/>
                    <a:pt x="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2298;p52">
              <a:extLst>
                <a:ext uri="{FF2B5EF4-FFF2-40B4-BE49-F238E27FC236}">
                  <a16:creationId xmlns:a16="http://schemas.microsoft.com/office/drawing/2014/main" id="{A7A2A87D-C75E-942A-16AD-4E07ED50083B}"/>
                </a:ext>
              </a:extLst>
            </p:cNvPr>
            <p:cNvSpPr/>
            <p:nvPr/>
          </p:nvSpPr>
          <p:spPr>
            <a:xfrm>
              <a:off x="3964820" y="951388"/>
              <a:ext cx="368100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2299;p52">
              <a:extLst>
                <a:ext uri="{FF2B5EF4-FFF2-40B4-BE49-F238E27FC236}">
                  <a16:creationId xmlns:a16="http://schemas.microsoft.com/office/drawing/2014/main" id="{78778D16-0E99-D8C5-6C8A-2F37AD9807CC}"/>
                </a:ext>
              </a:extLst>
            </p:cNvPr>
            <p:cNvSpPr/>
            <p:nvPr/>
          </p:nvSpPr>
          <p:spPr>
            <a:xfrm>
              <a:off x="3954148" y="969464"/>
              <a:ext cx="757287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2300;p52">
              <a:extLst>
                <a:ext uri="{FF2B5EF4-FFF2-40B4-BE49-F238E27FC236}">
                  <a16:creationId xmlns:a16="http://schemas.microsoft.com/office/drawing/2014/main" id="{B83C1766-30E7-A1C4-900C-C6E2007850A4}"/>
                </a:ext>
              </a:extLst>
            </p:cNvPr>
            <p:cNvSpPr/>
            <p:nvPr/>
          </p:nvSpPr>
          <p:spPr>
            <a:xfrm>
              <a:off x="4282617" y="969862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2301;p52">
              <a:extLst>
                <a:ext uri="{FF2B5EF4-FFF2-40B4-BE49-F238E27FC236}">
                  <a16:creationId xmlns:a16="http://schemas.microsoft.com/office/drawing/2014/main" id="{6BD0AB61-C516-F6C2-F64E-A58B94E5EC9E}"/>
                </a:ext>
              </a:extLst>
            </p:cNvPr>
            <p:cNvSpPr/>
            <p:nvPr/>
          </p:nvSpPr>
          <p:spPr>
            <a:xfrm>
              <a:off x="3961754" y="722060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2302;p52">
              <a:extLst>
                <a:ext uri="{FF2B5EF4-FFF2-40B4-BE49-F238E27FC236}">
                  <a16:creationId xmlns:a16="http://schemas.microsoft.com/office/drawing/2014/main" id="{63619148-F6E8-1E87-C1E3-FFB8A6E8A1C8}"/>
                </a:ext>
              </a:extLst>
            </p:cNvPr>
            <p:cNvSpPr/>
            <p:nvPr/>
          </p:nvSpPr>
          <p:spPr>
            <a:xfrm>
              <a:off x="3925093" y="722235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2303;p52">
              <a:extLst>
                <a:ext uri="{FF2B5EF4-FFF2-40B4-BE49-F238E27FC236}">
                  <a16:creationId xmlns:a16="http://schemas.microsoft.com/office/drawing/2014/main" id="{2C1B2CC9-F0B8-6D36-B24C-88682CD66565}"/>
                </a:ext>
              </a:extLst>
            </p:cNvPr>
            <p:cNvSpPr/>
            <p:nvPr/>
          </p:nvSpPr>
          <p:spPr>
            <a:xfrm>
              <a:off x="4309447" y="77309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2304;p52">
              <a:extLst>
                <a:ext uri="{FF2B5EF4-FFF2-40B4-BE49-F238E27FC236}">
                  <a16:creationId xmlns:a16="http://schemas.microsoft.com/office/drawing/2014/main" id="{A3678F20-E360-1A3A-B9CC-1947CCF5B0E8}"/>
                </a:ext>
              </a:extLst>
            </p:cNvPr>
            <p:cNvSpPr/>
            <p:nvPr/>
          </p:nvSpPr>
          <p:spPr>
            <a:xfrm>
              <a:off x="4309447" y="933114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2305;p52">
              <a:extLst>
                <a:ext uri="{FF2B5EF4-FFF2-40B4-BE49-F238E27FC236}">
                  <a16:creationId xmlns:a16="http://schemas.microsoft.com/office/drawing/2014/main" id="{5969CB9D-24B2-E372-3DA2-6E158F2B09A0}"/>
                </a:ext>
              </a:extLst>
            </p:cNvPr>
            <p:cNvSpPr/>
            <p:nvPr/>
          </p:nvSpPr>
          <p:spPr>
            <a:xfrm>
              <a:off x="4270775" y="929399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2306;p52">
              <a:extLst>
                <a:ext uri="{FF2B5EF4-FFF2-40B4-BE49-F238E27FC236}">
                  <a16:creationId xmlns:a16="http://schemas.microsoft.com/office/drawing/2014/main" id="{7FA2E00E-CAF6-0C98-1423-8EB5B7D73145}"/>
                </a:ext>
              </a:extLst>
            </p:cNvPr>
            <p:cNvSpPr/>
            <p:nvPr/>
          </p:nvSpPr>
          <p:spPr>
            <a:xfrm>
              <a:off x="4273747" y="906109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2307;p52">
              <a:extLst>
                <a:ext uri="{FF2B5EF4-FFF2-40B4-BE49-F238E27FC236}">
                  <a16:creationId xmlns:a16="http://schemas.microsoft.com/office/drawing/2014/main" id="{8FBBCBD2-8F22-3CA7-5469-5C132B4BB21D}"/>
                </a:ext>
              </a:extLst>
            </p:cNvPr>
            <p:cNvSpPr/>
            <p:nvPr/>
          </p:nvSpPr>
          <p:spPr>
            <a:xfrm>
              <a:off x="4270207" y="902657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2308;p52">
              <a:extLst>
                <a:ext uri="{FF2B5EF4-FFF2-40B4-BE49-F238E27FC236}">
                  <a16:creationId xmlns:a16="http://schemas.microsoft.com/office/drawing/2014/main" id="{186C5ACF-9024-5F7E-E9DF-C03A0B2FB319}"/>
                </a:ext>
              </a:extLst>
            </p:cNvPr>
            <p:cNvSpPr/>
            <p:nvPr/>
          </p:nvSpPr>
          <p:spPr>
            <a:xfrm>
              <a:off x="4335839" y="777991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2309;p52">
              <a:extLst>
                <a:ext uri="{FF2B5EF4-FFF2-40B4-BE49-F238E27FC236}">
                  <a16:creationId xmlns:a16="http://schemas.microsoft.com/office/drawing/2014/main" id="{C5BFA07B-D569-17A9-1BC9-0CC67A84E1D7}"/>
                </a:ext>
              </a:extLst>
            </p:cNvPr>
            <p:cNvSpPr/>
            <p:nvPr/>
          </p:nvSpPr>
          <p:spPr>
            <a:xfrm>
              <a:off x="4324828" y="717209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2310;p52">
              <a:extLst>
                <a:ext uri="{FF2B5EF4-FFF2-40B4-BE49-F238E27FC236}">
                  <a16:creationId xmlns:a16="http://schemas.microsoft.com/office/drawing/2014/main" id="{1FDE4371-AA1C-6827-6F8A-0B2A9D482891}"/>
                </a:ext>
              </a:extLst>
            </p:cNvPr>
            <p:cNvSpPr/>
            <p:nvPr/>
          </p:nvSpPr>
          <p:spPr>
            <a:xfrm>
              <a:off x="4297343" y="841438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2311;p52">
              <a:extLst>
                <a:ext uri="{FF2B5EF4-FFF2-40B4-BE49-F238E27FC236}">
                  <a16:creationId xmlns:a16="http://schemas.microsoft.com/office/drawing/2014/main" id="{7500CB05-0198-2A7F-C4ED-18C855524567}"/>
                </a:ext>
              </a:extLst>
            </p:cNvPr>
            <p:cNvSpPr/>
            <p:nvPr/>
          </p:nvSpPr>
          <p:spPr>
            <a:xfrm>
              <a:off x="4297474" y="829203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2312;p52">
              <a:extLst>
                <a:ext uri="{FF2B5EF4-FFF2-40B4-BE49-F238E27FC236}">
                  <a16:creationId xmlns:a16="http://schemas.microsoft.com/office/drawing/2014/main" id="{45D80632-E341-D000-537D-FAD97EAC4EB8}"/>
                </a:ext>
              </a:extLst>
            </p:cNvPr>
            <p:cNvSpPr/>
            <p:nvPr/>
          </p:nvSpPr>
          <p:spPr>
            <a:xfrm>
              <a:off x="4299833" y="831214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2313;p52">
              <a:extLst>
                <a:ext uri="{FF2B5EF4-FFF2-40B4-BE49-F238E27FC236}">
                  <a16:creationId xmlns:a16="http://schemas.microsoft.com/office/drawing/2014/main" id="{0CDBF691-3A1B-A7A8-3CA0-794687BBE2C4}"/>
                </a:ext>
              </a:extLst>
            </p:cNvPr>
            <p:cNvSpPr/>
            <p:nvPr/>
          </p:nvSpPr>
          <p:spPr>
            <a:xfrm>
              <a:off x="4292755" y="869535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2314;p52">
              <a:extLst>
                <a:ext uri="{FF2B5EF4-FFF2-40B4-BE49-F238E27FC236}">
                  <a16:creationId xmlns:a16="http://schemas.microsoft.com/office/drawing/2014/main" id="{2AEBA85B-4451-B9B2-F7C8-C7FF970ECF50}"/>
                </a:ext>
              </a:extLst>
            </p:cNvPr>
            <p:cNvSpPr/>
            <p:nvPr/>
          </p:nvSpPr>
          <p:spPr>
            <a:xfrm>
              <a:off x="4261992" y="910217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2315;p52">
              <a:extLst>
                <a:ext uri="{FF2B5EF4-FFF2-40B4-BE49-F238E27FC236}">
                  <a16:creationId xmlns:a16="http://schemas.microsoft.com/office/drawing/2014/main" id="{64B72598-B39F-EB75-27A7-EBF7269503D2}"/>
                </a:ext>
              </a:extLst>
            </p:cNvPr>
            <p:cNvSpPr/>
            <p:nvPr/>
          </p:nvSpPr>
          <p:spPr>
            <a:xfrm>
              <a:off x="4098262" y="929006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2316;p52">
              <a:extLst>
                <a:ext uri="{FF2B5EF4-FFF2-40B4-BE49-F238E27FC236}">
                  <a16:creationId xmlns:a16="http://schemas.microsoft.com/office/drawing/2014/main" id="{F5A0CAE2-F039-D3C5-2197-EE2B8AF6402E}"/>
                </a:ext>
              </a:extLst>
            </p:cNvPr>
            <p:cNvSpPr/>
            <p:nvPr/>
          </p:nvSpPr>
          <p:spPr>
            <a:xfrm>
              <a:off x="4080409" y="986467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2317;p52">
              <a:extLst>
                <a:ext uri="{FF2B5EF4-FFF2-40B4-BE49-F238E27FC236}">
                  <a16:creationId xmlns:a16="http://schemas.microsoft.com/office/drawing/2014/main" id="{874E7E98-B300-AC0F-DFBE-62CDAF296D28}"/>
                </a:ext>
              </a:extLst>
            </p:cNvPr>
            <p:cNvSpPr/>
            <p:nvPr/>
          </p:nvSpPr>
          <p:spPr>
            <a:xfrm>
              <a:off x="4076632" y="849348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2318;p52">
              <a:extLst>
                <a:ext uri="{FF2B5EF4-FFF2-40B4-BE49-F238E27FC236}">
                  <a16:creationId xmlns:a16="http://schemas.microsoft.com/office/drawing/2014/main" id="{85246B98-FA20-3F87-9E02-9360459878C7}"/>
                </a:ext>
              </a:extLst>
            </p:cNvPr>
            <p:cNvSpPr/>
            <p:nvPr/>
          </p:nvSpPr>
          <p:spPr>
            <a:xfrm>
              <a:off x="4309447" y="999139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2319;p52">
              <a:extLst>
                <a:ext uri="{FF2B5EF4-FFF2-40B4-BE49-F238E27FC236}">
                  <a16:creationId xmlns:a16="http://schemas.microsoft.com/office/drawing/2014/main" id="{796C25CE-101D-C65B-7F1F-6D4C0B99DC26}"/>
                </a:ext>
              </a:extLst>
            </p:cNvPr>
            <p:cNvSpPr/>
            <p:nvPr/>
          </p:nvSpPr>
          <p:spPr>
            <a:xfrm>
              <a:off x="4309447" y="1159155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2339;p52">
            <a:extLst>
              <a:ext uri="{FF2B5EF4-FFF2-40B4-BE49-F238E27FC236}">
                <a16:creationId xmlns:a16="http://schemas.microsoft.com/office/drawing/2014/main" id="{BBA74994-86A9-0E67-84F6-906AA92622C6}"/>
              </a:ext>
            </a:extLst>
          </p:cNvPr>
          <p:cNvGrpSpPr/>
          <p:nvPr/>
        </p:nvGrpSpPr>
        <p:grpSpPr>
          <a:xfrm>
            <a:off x="6684543" y="3455881"/>
            <a:ext cx="1746235" cy="1092954"/>
            <a:chOff x="660857" y="991303"/>
            <a:chExt cx="2504639" cy="1567634"/>
          </a:xfrm>
        </p:grpSpPr>
        <p:sp>
          <p:nvSpPr>
            <p:cNvPr id="1356" name="Google Shape;2340;p52">
              <a:extLst>
                <a:ext uri="{FF2B5EF4-FFF2-40B4-BE49-F238E27FC236}">
                  <a16:creationId xmlns:a16="http://schemas.microsoft.com/office/drawing/2014/main" id="{31AE216F-448D-D312-E235-6FE3395EC951}"/>
                </a:ext>
              </a:extLst>
            </p:cNvPr>
            <p:cNvSpPr/>
            <p:nvPr/>
          </p:nvSpPr>
          <p:spPr>
            <a:xfrm>
              <a:off x="1461130" y="1862640"/>
              <a:ext cx="906715" cy="328316"/>
            </a:xfrm>
            <a:custGeom>
              <a:avLst/>
              <a:gdLst/>
              <a:ahLst/>
              <a:cxnLst/>
              <a:rect l="l" t="t" r="r" b="b"/>
              <a:pathLst>
                <a:path w="15681" h="5678" extrusionOk="0">
                  <a:moveTo>
                    <a:pt x="13127" y="1703"/>
                  </a:moveTo>
                  <a:cubicBezTo>
                    <a:pt x="10194" y="9"/>
                    <a:pt x="5433" y="0"/>
                    <a:pt x="2518" y="1684"/>
                  </a:cubicBezTo>
                  <a:cubicBezTo>
                    <a:pt x="672" y="2750"/>
                    <a:pt x="0" y="4242"/>
                    <a:pt x="502" y="5624"/>
                  </a:cubicBezTo>
                  <a:cubicBezTo>
                    <a:pt x="788" y="4835"/>
                    <a:pt x="1460" y="4082"/>
                    <a:pt x="2518" y="3472"/>
                  </a:cubicBezTo>
                  <a:cubicBezTo>
                    <a:pt x="5433" y="1789"/>
                    <a:pt x="10194" y="1797"/>
                    <a:pt x="13127" y="3492"/>
                  </a:cubicBezTo>
                  <a:cubicBezTo>
                    <a:pt x="14204" y="4113"/>
                    <a:pt x="14887" y="4876"/>
                    <a:pt x="15178" y="5678"/>
                  </a:cubicBezTo>
                  <a:cubicBezTo>
                    <a:pt x="15681" y="4290"/>
                    <a:pt x="14996" y="2783"/>
                    <a:pt x="13127" y="17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2341;p52">
              <a:extLst>
                <a:ext uri="{FF2B5EF4-FFF2-40B4-BE49-F238E27FC236}">
                  <a16:creationId xmlns:a16="http://schemas.microsoft.com/office/drawing/2014/main" id="{7727ECB1-D9D5-36AC-26C0-7F232845EC45}"/>
                </a:ext>
              </a:extLst>
            </p:cNvPr>
            <p:cNvSpPr/>
            <p:nvPr/>
          </p:nvSpPr>
          <p:spPr>
            <a:xfrm>
              <a:off x="2157552" y="1476150"/>
              <a:ext cx="906830" cy="312704"/>
            </a:xfrm>
            <a:custGeom>
              <a:avLst/>
              <a:gdLst/>
              <a:ahLst/>
              <a:cxnLst/>
              <a:rect l="l" t="t" r="r" b="b"/>
              <a:pathLst>
                <a:path w="15683" h="5408" extrusionOk="0">
                  <a:moveTo>
                    <a:pt x="13128" y="1434"/>
                  </a:moveTo>
                  <a:cubicBezTo>
                    <a:pt x="11354" y="410"/>
                    <a:pt x="8913" y="1"/>
                    <a:pt x="6615" y="211"/>
                  </a:cubicBezTo>
                  <a:cubicBezTo>
                    <a:pt x="6252" y="244"/>
                    <a:pt x="5893" y="293"/>
                    <a:pt x="5541" y="356"/>
                  </a:cubicBezTo>
                  <a:cubicBezTo>
                    <a:pt x="4434" y="557"/>
                    <a:pt x="3394" y="910"/>
                    <a:pt x="2518" y="1414"/>
                  </a:cubicBezTo>
                  <a:cubicBezTo>
                    <a:pt x="673" y="2480"/>
                    <a:pt x="0" y="3972"/>
                    <a:pt x="500" y="5354"/>
                  </a:cubicBezTo>
                  <a:cubicBezTo>
                    <a:pt x="788" y="4564"/>
                    <a:pt x="1460" y="3812"/>
                    <a:pt x="2518" y="3202"/>
                  </a:cubicBezTo>
                  <a:cubicBezTo>
                    <a:pt x="5433" y="1519"/>
                    <a:pt x="10194" y="1528"/>
                    <a:pt x="13128" y="3222"/>
                  </a:cubicBezTo>
                  <a:cubicBezTo>
                    <a:pt x="14204" y="3843"/>
                    <a:pt x="14889" y="4607"/>
                    <a:pt x="15178" y="5407"/>
                  </a:cubicBezTo>
                  <a:cubicBezTo>
                    <a:pt x="15682" y="4021"/>
                    <a:pt x="14998" y="2514"/>
                    <a:pt x="13128" y="1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2342;p52">
              <a:extLst>
                <a:ext uri="{FF2B5EF4-FFF2-40B4-BE49-F238E27FC236}">
                  <a16:creationId xmlns:a16="http://schemas.microsoft.com/office/drawing/2014/main" id="{7A014F3E-3962-A2E7-B3F7-2BB6892ABC6E}"/>
                </a:ext>
              </a:extLst>
            </p:cNvPr>
            <p:cNvSpPr/>
            <p:nvPr/>
          </p:nvSpPr>
          <p:spPr>
            <a:xfrm>
              <a:off x="1456735" y="1056007"/>
              <a:ext cx="906772" cy="328258"/>
            </a:xfrm>
            <a:custGeom>
              <a:avLst/>
              <a:gdLst/>
              <a:ahLst/>
              <a:cxnLst/>
              <a:rect l="l" t="t" r="r" b="b"/>
              <a:pathLst>
                <a:path w="15682" h="5677" extrusionOk="0">
                  <a:moveTo>
                    <a:pt x="2517" y="3470"/>
                  </a:moveTo>
                  <a:cubicBezTo>
                    <a:pt x="5434" y="1787"/>
                    <a:pt x="10193" y="1797"/>
                    <a:pt x="13128" y="3490"/>
                  </a:cubicBezTo>
                  <a:cubicBezTo>
                    <a:pt x="14205" y="4112"/>
                    <a:pt x="14888" y="4876"/>
                    <a:pt x="15178" y="5676"/>
                  </a:cubicBezTo>
                  <a:cubicBezTo>
                    <a:pt x="15681" y="4289"/>
                    <a:pt x="14997" y="2783"/>
                    <a:pt x="13128" y="1703"/>
                  </a:cubicBezTo>
                  <a:cubicBezTo>
                    <a:pt x="10193" y="8"/>
                    <a:pt x="5434" y="0"/>
                    <a:pt x="2517" y="1683"/>
                  </a:cubicBezTo>
                  <a:cubicBezTo>
                    <a:pt x="673" y="2749"/>
                    <a:pt x="1" y="4241"/>
                    <a:pt x="501" y="5622"/>
                  </a:cubicBezTo>
                  <a:cubicBezTo>
                    <a:pt x="788" y="4833"/>
                    <a:pt x="1461" y="4081"/>
                    <a:pt x="2517" y="34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2343;p52">
              <a:extLst>
                <a:ext uri="{FF2B5EF4-FFF2-40B4-BE49-F238E27FC236}">
                  <a16:creationId xmlns:a16="http://schemas.microsoft.com/office/drawing/2014/main" id="{7AB80FA4-BB8B-BD3E-FB4F-57987F2CEA25}"/>
                </a:ext>
              </a:extLst>
            </p:cNvPr>
            <p:cNvSpPr/>
            <p:nvPr/>
          </p:nvSpPr>
          <p:spPr>
            <a:xfrm>
              <a:off x="760313" y="1473490"/>
              <a:ext cx="906772" cy="312878"/>
            </a:xfrm>
            <a:custGeom>
              <a:avLst/>
              <a:gdLst/>
              <a:ahLst/>
              <a:cxnLst/>
              <a:rect l="l" t="t" r="r" b="b"/>
              <a:pathLst>
                <a:path w="15682" h="5411" extrusionOk="0">
                  <a:moveTo>
                    <a:pt x="13128" y="1436"/>
                  </a:moveTo>
                  <a:cubicBezTo>
                    <a:pt x="12246" y="928"/>
                    <a:pt x="11202" y="571"/>
                    <a:pt x="10091" y="367"/>
                  </a:cubicBezTo>
                  <a:lnTo>
                    <a:pt x="10090" y="367"/>
                  </a:lnTo>
                  <a:cubicBezTo>
                    <a:pt x="9733" y="300"/>
                    <a:pt x="9371" y="251"/>
                    <a:pt x="9005" y="217"/>
                  </a:cubicBezTo>
                  <a:lnTo>
                    <a:pt x="9004" y="217"/>
                  </a:lnTo>
                  <a:cubicBezTo>
                    <a:pt x="6709" y="0"/>
                    <a:pt x="4277" y="400"/>
                    <a:pt x="2517" y="1417"/>
                  </a:cubicBezTo>
                  <a:cubicBezTo>
                    <a:pt x="671" y="2483"/>
                    <a:pt x="1" y="3975"/>
                    <a:pt x="501" y="5356"/>
                  </a:cubicBezTo>
                  <a:cubicBezTo>
                    <a:pt x="788" y="4567"/>
                    <a:pt x="1460" y="3815"/>
                    <a:pt x="2517" y="3205"/>
                  </a:cubicBezTo>
                  <a:cubicBezTo>
                    <a:pt x="5434" y="1520"/>
                    <a:pt x="10193" y="1529"/>
                    <a:pt x="13128" y="3225"/>
                  </a:cubicBezTo>
                  <a:cubicBezTo>
                    <a:pt x="14205" y="3846"/>
                    <a:pt x="14887" y="4609"/>
                    <a:pt x="15178" y="5410"/>
                  </a:cubicBezTo>
                  <a:cubicBezTo>
                    <a:pt x="15681" y="4023"/>
                    <a:pt x="14997" y="2515"/>
                    <a:pt x="13128" y="14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2344;p52">
              <a:extLst>
                <a:ext uri="{FF2B5EF4-FFF2-40B4-BE49-F238E27FC236}">
                  <a16:creationId xmlns:a16="http://schemas.microsoft.com/office/drawing/2014/main" id="{545705F4-1457-7BA6-D3CB-066693735B10}"/>
                </a:ext>
              </a:extLst>
            </p:cNvPr>
            <p:cNvSpPr/>
            <p:nvPr/>
          </p:nvSpPr>
          <p:spPr>
            <a:xfrm>
              <a:off x="675833" y="1706691"/>
              <a:ext cx="2472606" cy="852246"/>
            </a:xfrm>
            <a:custGeom>
              <a:avLst/>
              <a:gdLst/>
              <a:ahLst/>
              <a:cxnLst/>
              <a:rect l="l" t="t" r="r" b="b"/>
              <a:pathLst>
                <a:path w="42762" h="14739" extrusionOk="0">
                  <a:moveTo>
                    <a:pt x="42692" y="71"/>
                  </a:moveTo>
                  <a:cubicBezTo>
                    <a:pt x="42690" y="64"/>
                    <a:pt x="42687" y="56"/>
                    <a:pt x="42686" y="47"/>
                  </a:cubicBezTo>
                  <a:cubicBezTo>
                    <a:pt x="42753" y="485"/>
                    <a:pt x="42732" y="928"/>
                    <a:pt x="42615" y="1363"/>
                  </a:cubicBezTo>
                  <a:cubicBezTo>
                    <a:pt x="42324" y="2437"/>
                    <a:pt x="41464" y="3469"/>
                    <a:pt x="40035" y="4294"/>
                  </a:cubicBezTo>
                  <a:cubicBezTo>
                    <a:pt x="39269" y="4737"/>
                    <a:pt x="38400" y="5084"/>
                    <a:pt x="37471" y="5338"/>
                  </a:cubicBezTo>
                  <a:cubicBezTo>
                    <a:pt x="35699" y="5823"/>
                    <a:pt x="34113" y="6483"/>
                    <a:pt x="32775" y="7282"/>
                  </a:cubicBezTo>
                  <a:cubicBezTo>
                    <a:pt x="32383" y="7516"/>
                    <a:pt x="32012" y="7764"/>
                    <a:pt x="31663" y="8021"/>
                  </a:cubicBezTo>
                  <a:cubicBezTo>
                    <a:pt x="30938" y="8558"/>
                    <a:pt x="30314" y="9142"/>
                    <a:pt x="29802" y="9767"/>
                  </a:cubicBezTo>
                  <a:cubicBezTo>
                    <a:pt x="29402" y="10254"/>
                    <a:pt x="28866" y="10713"/>
                    <a:pt x="28196" y="11125"/>
                  </a:cubicBezTo>
                  <a:cubicBezTo>
                    <a:pt x="28130" y="11166"/>
                    <a:pt x="28060" y="11208"/>
                    <a:pt x="27991" y="11248"/>
                  </a:cubicBezTo>
                  <a:cubicBezTo>
                    <a:pt x="24389" y="13328"/>
                    <a:pt x="18516" y="13317"/>
                    <a:pt x="14890" y="11223"/>
                  </a:cubicBezTo>
                  <a:cubicBezTo>
                    <a:pt x="14806" y="11176"/>
                    <a:pt x="14724" y="11126"/>
                    <a:pt x="14644" y="11077"/>
                  </a:cubicBezTo>
                  <a:cubicBezTo>
                    <a:pt x="13987" y="10668"/>
                    <a:pt x="13461" y="10216"/>
                    <a:pt x="13064" y="9736"/>
                  </a:cubicBezTo>
                  <a:cubicBezTo>
                    <a:pt x="12546" y="9110"/>
                    <a:pt x="11914" y="8524"/>
                    <a:pt x="11185" y="7985"/>
                  </a:cubicBezTo>
                  <a:cubicBezTo>
                    <a:pt x="10829" y="7724"/>
                    <a:pt x="10453" y="7473"/>
                    <a:pt x="10053" y="7235"/>
                  </a:cubicBezTo>
                  <a:cubicBezTo>
                    <a:pt x="8708" y="6433"/>
                    <a:pt x="7118" y="5770"/>
                    <a:pt x="5346" y="5281"/>
                  </a:cubicBezTo>
                  <a:cubicBezTo>
                    <a:pt x="4415" y="5023"/>
                    <a:pt x="3541" y="4672"/>
                    <a:pt x="2769" y="4226"/>
                  </a:cubicBezTo>
                  <a:cubicBezTo>
                    <a:pt x="1279" y="3366"/>
                    <a:pt x="399" y="2286"/>
                    <a:pt x="130" y="1168"/>
                  </a:cubicBezTo>
                  <a:cubicBezTo>
                    <a:pt x="36" y="780"/>
                    <a:pt x="17" y="390"/>
                    <a:pt x="70" y="1"/>
                  </a:cubicBezTo>
                  <a:cubicBezTo>
                    <a:pt x="68" y="8"/>
                    <a:pt x="67" y="14"/>
                    <a:pt x="65" y="21"/>
                  </a:cubicBezTo>
                  <a:cubicBezTo>
                    <a:pt x="0" y="396"/>
                    <a:pt x="37" y="1525"/>
                    <a:pt x="39" y="1850"/>
                  </a:cubicBezTo>
                  <a:cubicBezTo>
                    <a:pt x="47" y="3219"/>
                    <a:pt x="957" y="4589"/>
                    <a:pt x="2769" y="5637"/>
                  </a:cubicBezTo>
                  <a:cubicBezTo>
                    <a:pt x="3541" y="6081"/>
                    <a:pt x="4415" y="6433"/>
                    <a:pt x="5346" y="6690"/>
                  </a:cubicBezTo>
                  <a:cubicBezTo>
                    <a:pt x="8730" y="7624"/>
                    <a:pt x="11446" y="9193"/>
                    <a:pt x="13064" y="11146"/>
                  </a:cubicBezTo>
                  <a:cubicBezTo>
                    <a:pt x="13509" y="11683"/>
                    <a:pt x="14118" y="12188"/>
                    <a:pt x="14890" y="12634"/>
                  </a:cubicBezTo>
                  <a:cubicBezTo>
                    <a:pt x="18514" y="14726"/>
                    <a:pt x="24389" y="14738"/>
                    <a:pt x="27991" y="12657"/>
                  </a:cubicBezTo>
                  <a:cubicBezTo>
                    <a:pt x="28759" y="12214"/>
                    <a:pt x="29362" y="11712"/>
                    <a:pt x="29802" y="11176"/>
                  </a:cubicBezTo>
                  <a:cubicBezTo>
                    <a:pt x="31397" y="9228"/>
                    <a:pt x="34098" y="7670"/>
                    <a:pt x="37471" y="6749"/>
                  </a:cubicBezTo>
                  <a:cubicBezTo>
                    <a:pt x="38399" y="6495"/>
                    <a:pt x="39268" y="6146"/>
                    <a:pt x="40035" y="5704"/>
                  </a:cubicBezTo>
                  <a:cubicBezTo>
                    <a:pt x="41854" y="4654"/>
                    <a:pt x="42750" y="3269"/>
                    <a:pt x="42726" y="1888"/>
                  </a:cubicBezTo>
                  <a:cubicBezTo>
                    <a:pt x="42721" y="1603"/>
                    <a:pt x="42761" y="385"/>
                    <a:pt x="42692" y="7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2345;p52">
              <a:extLst>
                <a:ext uri="{FF2B5EF4-FFF2-40B4-BE49-F238E27FC236}">
                  <a16:creationId xmlns:a16="http://schemas.microsoft.com/office/drawing/2014/main" id="{0BE85613-8E4B-5A62-E839-99178DB8C963}"/>
                </a:ext>
              </a:extLst>
            </p:cNvPr>
            <p:cNvSpPr/>
            <p:nvPr/>
          </p:nvSpPr>
          <p:spPr>
            <a:xfrm>
              <a:off x="2501831" y="1739939"/>
              <a:ext cx="220998" cy="160284"/>
            </a:xfrm>
            <a:custGeom>
              <a:avLst/>
              <a:gdLst/>
              <a:ahLst/>
              <a:cxnLst/>
              <a:rect l="l" t="t" r="r" b="b"/>
              <a:pathLst>
                <a:path w="3822" h="2772" extrusionOk="0">
                  <a:moveTo>
                    <a:pt x="3820" y="1561"/>
                  </a:moveTo>
                  <a:lnTo>
                    <a:pt x="3820" y="1561"/>
                  </a:lnTo>
                  <a:lnTo>
                    <a:pt x="3820" y="453"/>
                  </a:lnTo>
                  <a:lnTo>
                    <a:pt x="3283" y="453"/>
                  </a:lnTo>
                  <a:cubicBezTo>
                    <a:pt x="3274" y="447"/>
                    <a:pt x="3266" y="441"/>
                    <a:pt x="3256" y="435"/>
                  </a:cubicBezTo>
                  <a:cubicBezTo>
                    <a:pt x="2508" y="4"/>
                    <a:pt x="1299" y="1"/>
                    <a:pt x="555" y="430"/>
                  </a:cubicBezTo>
                  <a:cubicBezTo>
                    <a:pt x="542" y="438"/>
                    <a:pt x="533" y="445"/>
                    <a:pt x="521" y="452"/>
                  </a:cubicBezTo>
                  <a:lnTo>
                    <a:pt x="1" y="452"/>
                  </a:lnTo>
                  <a:lnTo>
                    <a:pt x="1" y="1561"/>
                  </a:lnTo>
                  <a:lnTo>
                    <a:pt x="1" y="1561"/>
                  </a:lnTo>
                  <a:cubicBezTo>
                    <a:pt x="2" y="1842"/>
                    <a:pt x="192" y="2122"/>
                    <a:pt x="564" y="2337"/>
                  </a:cubicBezTo>
                  <a:cubicBezTo>
                    <a:pt x="1311" y="2770"/>
                    <a:pt x="2520" y="2771"/>
                    <a:pt x="3263" y="2342"/>
                  </a:cubicBezTo>
                  <a:cubicBezTo>
                    <a:pt x="3637" y="2127"/>
                    <a:pt x="3822" y="1844"/>
                    <a:pt x="3819" y="15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2346;p52">
              <a:extLst>
                <a:ext uri="{FF2B5EF4-FFF2-40B4-BE49-F238E27FC236}">
                  <a16:creationId xmlns:a16="http://schemas.microsoft.com/office/drawing/2014/main" id="{8A2024F0-E596-6A0C-D91C-3746A2B65B25}"/>
                </a:ext>
              </a:extLst>
            </p:cNvPr>
            <p:cNvSpPr/>
            <p:nvPr/>
          </p:nvSpPr>
          <p:spPr>
            <a:xfrm>
              <a:off x="2158072" y="1770354"/>
              <a:ext cx="371914" cy="92400"/>
            </a:xfrm>
            <a:custGeom>
              <a:avLst/>
              <a:gdLst/>
              <a:ahLst/>
              <a:cxnLst/>
              <a:rect l="l" t="t" r="r" b="b"/>
              <a:pathLst>
                <a:path w="6432" h="1598" extrusionOk="0">
                  <a:moveTo>
                    <a:pt x="1" y="656"/>
                  </a:moveTo>
                  <a:lnTo>
                    <a:pt x="1" y="1185"/>
                  </a:lnTo>
                  <a:cubicBezTo>
                    <a:pt x="1" y="1413"/>
                    <a:pt x="185" y="1598"/>
                    <a:pt x="413" y="1598"/>
                  </a:cubicBezTo>
                  <a:lnTo>
                    <a:pt x="5860" y="1598"/>
                  </a:lnTo>
                  <a:cubicBezTo>
                    <a:pt x="6083" y="1598"/>
                    <a:pt x="6277" y="1468"/>
                    <a:pt x="6370" y="1281"/>
                  </a:cubicBezTo>
                  <a:cubicBezTo>
                    <a:pt x="6426" y="1168"/>
                    <a:pt x="6432" y="1038"/>
                    <a:pt x="6395" y="919"/>
                  </a:cubicBezTo>
                  <a:lnTo>
                    <a:pt x="6232" y="398"/>
                  </a:lnTo>
                  <a:cubicBezTo>
                    <a:pt x="6160" y="161"/>
                    <a:pt x="5940" y="1"/>
                    <a:pt x="5692" y="1"/>
                  </a:cubicBezTo>
                  <a:lnTo>
                    <a:pt x="656" y="1"/>
                  </a:lnTo>
                  <a:cubicBezTo>
                    <a:pt x="294" y="1"/>
                    <a:pt x="1" y="295"/>
                    <a:pt x="1" y="6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2347;p52">
              <a:extLst>
                <a:ext uri="{FF2B5EF4-FFF2-40B4-BE49-F238E27FC236}">
                  <a16:creationId xmlns:a16="http://schemas.microsoft.com/office/drawing/2014/main" id="{20FFF5A5-0EA4-8938-6805-E345B7970183}"/>
                </a:ext>
              </a:extLst>
            </p:cNvPr>
            <p:cNvSpPr/>
            <p:nvPr/>
          </p:nvSpPr>
          <p:spPr>
            <a:xfrm>
              <a:off x="2490902" y="1696051"/>
              <a:ext cx="242681" cy="140104"/>
            </a:xfrm>
            <a:custGeom>
              <a:avLst/>
              <a:gdLst/>
              <a:ahLst/>
              <a:cxnLst/>
              <a:rect l="l" t="t" r="r" b="b"/>
              <a:pathLst>
                <a:path w="4197" h="2423" extrusionOk="0">
                  <a:moveTo>
                    <a:pt x="3445" y="434"/>
                  </a:moveTo>
                  <a:cubicBezTo>
                    <a:pt x="2697" y="3"/>
                    <a:pt x="1488" y="0"/>
                    <a:pt x="745" y="429"/>
                  </a:cubicBezTo>
                  <a:cubicBezTo>
                    <a:pt x="1" y="858"/>
                    <a:pt x="5" y="1557"/>
                    <a:pt x="753" y="1989"/>
                  </a:cubicBezTo>
                  <a:cubicBezTo>
                    <a:pt x="1502" y="2421"/>
                    <a:pt x="2711" y="2423"/>
                    <a:pt x="3454" y="1994"/>
                  </a:cubicBezTo>
                  <a:cubicBezTo>
                    <a:pt x="4197" y="1564"/>
                    <a:pt x="4194" y="866"/>
                    <a:pt x="3445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2348;p52">
              <a:extLst>
                <a:ext uri="{FF2B5EF4-FFF2-40B4-BE49-F238E27FC236}">
                  <a16:creationId xmlns:a16="http://schemas.microsoft.com/office/drawing/2014/main" id="{4926E60C-35AC-7576-8846-C114F76FDE19}"/>
                </a:ext>
              </a:extLst>
            </p:cNvPr>
            <p:cNvSpPr/>
            <p:nvPr/>
          </p:nvSpPr>
          <p:spPr>
            <a:xfrm>
              <a:off x="2565957" y="1743813"/>
              <a:ext cx="92574" cy="48687"/>
            </a:xfrm>
            <a:custGeom>
              <a:avLst/>
              <a:gdLst/>
              <a:ahLst/>
              <a:cxnLst/>
              <a:rect l="l" t="t" r="r" b="b"/>
              <a:pathLst>
                <a:path w="1601" h="842" extrusionOk="0">
                  <a:moveTo>
                    <a:pt x="798" y="1"/>
                  </a:moveTo>
                  <a:cubicBezTo>
                    <a:pt x="612" y="1"/>
                    <a:pt x="427" y="42"/>
                    <a:pt x="285" y="123"/>
                  </a:cubicBezTo>
                  <a:cubicBezTo>
                    <a:pt x="1" y="286"/>
                    <a:pt x="2" y="552"/>
                    <a:pt x="289" y="718"/>
                  </a:cubicBezTo>
                  <a:cubicBezTo>
                    <a:pt x="431" y="801"/>
                    <a:pt x="618" y="842"/>
                    <a:pt x="805" y="842"/>
                  </a:cubicBezTo>
                  <a:cubicBezTo>
                    <a:pt x="991" y="842"/>
                    <a:pt x="1176" y="801"/>
                    <a:pt x="1318" y="720"/>
                  </a:cubicBezTo>
                  <a:cubicBezTo>
                    <a:pt x="1601" y="555"/>
                    <a:pt x="1601" y="289"/>
                    <a:pt x="1315" y="125"/>
                  </a:cubicBezTo>
                  <a:cubicBezTo>
                    <a:pt x="1171" y="42"/>
                    <a:pt x="984" y="1"/>
                    <a:pt x="798" y="1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2349;p52">
              <a:extLst>
                <a:ext uri="{FF2B5EF4-FFF2-40B4-BE49-F238E27FC236}">
                  <a16:creationId xmlns:a16="http://schemas.microsoft.com/office/drawing/2014/main" id="{C5DCC455-85E6-9E82-90EB-F432F2151966}"/>
                </a:ext>
              </a:extLst>
            </p:cNvPr>
            <p:cNvSpPr/>
            <p:nvPr/>
          </p:nvSpPr>
          <p:spPr>
            <a:xfrm>
              <a:off x="2311072" y="1758905"/>
              <a:ext cx="312935" cy="175607"/>
            </a:xfrm>
            <a:custGeom>
              <a:avLst/>
              <a:gdLst/>
              <a:ahLst/>
              <a:cxnLst/>
              <a:rect l="l" t="t" r="r" b="b"/>
              <a:pathLst>
                <a:path w="5412" h="3037" extrusionOk="0">
                  <a:moveTo>
                    <a:pt x="5164" y="1"/>
                  </a:moveTo>
                  <a:lnTo>
                    <a:pt x="3489" y="91"/>
                  </a:lnTo>
                  <a:lnTo>
                    <a:pt x="2805" y="388"/>
                  </a:lnTo>
                  <a:lnTo>
                    <a:pt x="0" y="2897"/>
                  </a:lnTo>
                  <a:lnTo>
                    <a:pt x="91" y="3037"/>
                  </a:lnTo>
                  <a:lnTo>
                    <a:pt x="511" y="3037"/>
                  </a:lnTo>
                  <a:lnTo>
                    <a:pt x="5412" y="282"/>
                  </a:lnTo>
                  <a:lnTo>
                    <a:pt x="51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2350;p52">
              <a:extLst>
                <a:ext uri="{FF2B5EF4-FFF2-40B4-BE49-F238E27FC236}">
                  <a16:creationId xmlns:a16="http://schemas.microsoft.com/office/drawing/2014/main" id="{A84B72F6-5D47-057F-E487-5E6A03A56B61}"/>
                </a:ext>
              </a:extLst>
            </p:cNvPr>
            <p:cNvSpPr/>
            <p:nvPr/>
          </p:nvSpPr>
          <p:spPr>
            <a:xfrm>
              <a:off x="2601981" y="1598272"/>
              <a:ext cx="308714" cy="180811"/>
            </a:xfrm>
            <a:custGeom>
              <a:avLst/>
              <a:gdLst/>
              <a:ahLst/>
              <a:cxnLst/>
              <a:rect l="l" t="t" r="r" b="b"/>
              <a:pathLst>
                <a:path w="5339" h="3127" extrusionOk="0">
                  <a:moveTo>
                    <a:pt x="4902" y="1"/>
                  </a:moveTo>
                  <a:lnTo>
                    <a:pt x="612" y="2400"/>
                  </a:lnTo>
                  <a:lnTo>
                    <a:pt x="1" y="2779"/>
                  </a:lnTo>
                  <a:lnTo>
                    <a:pt x="504" y="3126"/>
                  </a:lnTo>
                  <a:lnTo>
                    <a:pt x="925" y="2994"/>
                  </a:lnTo>
                  <a:lnTo>
                    <a:pt x="2287" y="2779"/>
                  </a:lnTo>
                  <a:lnTo>
                    <a:pt x="2707" y="2506"/>
                  </a:lnTo>
                  <a:lnTo>
                    <a:pt x="5338" y="139"/>
                  </a:lnTo>
                  <a:lnTo>
                    <a:pt x="52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2351;p52">
              <a:extLst>
                <a:ext uri="{FF2B5EF4-FFF2-40B4-BE49-F238E27FC236}">
                  <a16:creationId xmlns:a16="http://schemas.microsoft.com/office/drawing/2014/main" id="{5C87FAC1-D5F3-B04E-D4DE-DE2750B50F2C}"/>
                </a:ext>
              </a:extLst>
            </p:cNvPr>
            <p:cNvSpPr/>
            <p:nvPr/>
          </p:nvSpPr>
          <p:spPr>
            <a:xfrm>
              <a:off x="2347443" y="1560456"/>
              <a:ext cx="280208" cy="223773"/>
            </a:xfrm>
            <a:custGeom>
              <a:avLst/>
              <a:gdLst/>
              <a:ahLst/>
              <a:cxnLst/>
              <a:rect l="l" t="t" r="r" b="b"/>
              <a:pathLst>
                <a:path w="4846" h="3870" extrusionOk="0">
                  <a:moveTo>
                    <a:pt x="91" y="1"/>
                  </a:moveTo>
                  <a:lnTo>
                    <a:pt x="1" y="141"/>
                  </a:lnTo>
                  <a:lnTo>
                    <a:pt x="173" y="525"/>
                  </a:lnTo>
                  <a:lnTo>
                    <a:pt x="4692" y="3869"/>
                  </a:lnTo>
                  <a:lnTo>
                    <a:pt x="4846" y="3529"/>
                  </a:lnTo>
                  <a:lnTo>
                    <a:pt x="4078" y="2037"/>
                  </a:lnTo>
                  <a:lnTo>
                    <a:pt x="3528" y="1534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2352;p52">
              <a:extLst>
                <a:ext uri="{FF2B5EF4-FFF2-40B4-BE49-F238E27FC236}">
                  <a16:creationId xmlns:a16="http://schemas.microsoft.com/office/drawing/2014/main" id="{5201BADA-EE93-884B-1116-7104CF4586CF}"/>
                </a:ext>
              </a:extLst>
            </p:cNvPr>
            <p:cNvSpPr/>
            <p:nvPr/>
          </p:nvSpPr>
          <p:spPr>
            <a:xfrm>
              <a:off x="2585790" y="1725657"/>
              <a:ext cx="260433" cy="242161"/>
            </a:xfrm>
            <a:custGeom>
              <a:avLst/>
              <a:gdLst/>
              <a:ahLst/>
              <a:cxnLst/>
              <a:rect l="l" t="t" r="r" b="b"/>
              <a:pathLst>
                <a:path w="4504" h="4188" extrusionOk="0">
                  <a:moveTo>
                    <a:pt x="164" y="0"/>
                  </a:moveTo>
                  <a:lnTo>
                    <a:pt x="1" y="589"/>
                  </a:lnTo>
                  <a:lnTo>
                    <a:pt x="262" y="943"/>
                  </a:lnTo>
                  <a:lnTo>
                    <a:pt x="908" y="2161"/>
                  </a:lnTo>
                  <a:lnTo>
                    <a:pt x="1302" y="2471"/>
                  </a:lnTo>
                  <a:lnTo>
                    <a:pt x="4397" y="4187"/>
                  </a:lnTo>
                  <a:lnTo>
                    <a:pt x="4503" y="4066"/>
                  </a:lnTo>
                  <a:lnTo>
                    <a:pt x="4386" y="3730"/>
                  </a:lnTo>
                  <a:lnTo>
                    <a:pt x="722" y="454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2353;p52">
              <a:extLst>
                <a:ext uri="{FF2B5EF4-FFF2-40B4-BE49-F238E27FC236}">
                  <a16:creationId xmlns:a16="http://schemas.microsoft.com/office/drawing/2014/main" id="{394E6F29-CF4E-7A4F-5FDB-9B5F67E217AB}"/>
                </a:ext>
              </a:extLst>
            </p:cNvPr>
            <p:cNvSpPr/>
            <p:nvPr/>
          </p:nvSpPr>
          <p:spPr>
            <a:xfrm>
              <a:off x="2578620" y="1747861"/>
              <a:ext cx="67363" cy="38915"/>
            </a:xfrm>
            <a:custGeom>
              <a:avLst/>
              <a:gdLst/>
              <a:ahLst/>
              <a:cxnLst/>
              <a:rect l="l" t="t" r="r" b="b"/>
              <a:pathLst>
                <a:path w="1165" h="673" extrusionOk="0">
                  <a:moveTo>
                    <a:pt x="578" y="0"/>
                  </a:moveTo>
                  <a:cubicBezTo>
                    <a:pt x="430" y="0"/>
                    <a:pt x="282" y="33"/>
                    <a:pt x="170" y="98"/>
                  </a:cubicBezTo>
                  <a:cubicBezTo>
                    <a:pt x="166" y="101"/>
                    <a:pt x="162" y="102"/>
                    <a:pt x="159" y="105"/>
                  </a:cubicBezTo>
                  <a:lnTo>
                    <a:pt x="0" y="105"/>
                  </a:lnTo>
                  <a:lnTo>
                    <a:pt x="0" y="336"/>
                  </a:lnTo>
                  <a:cubicBezTo>
                    <a:pt x="2" y="422"/>
                    <a:pt x="59" y="508"/>
                    <a:pt x="173" y="573"/>
                  </a:cubicBezTo>
                  <a:cubicBezTo>
                    <a:pt x="287" y="639"/>
                    <a:pt x="436" y="672"/>
                    <a:pt x="585" y="672"/>
                  </a:cubicBezTo>
                  <a:cubicBezTo>
                    <a:pt x="733" y="672"/>
                    <a:pt x="881" y="640"/>
                    <a:pt x="994" y="575"/>
                  </a:cubicBezTo>
                  <a:cubicBezTo>
                    <a:pt x="1108" y="510"/>
                    <a:pt x="1165" y="422"/>
                    <a:pt x="1163" y="336"/>
                  </a:cubicBezTo>
                  <a:lnTo>
                    <a:pt x="1163" y="105"/>
                  </a:lnTo>
                  <a:lnTo>
                    <a:pt x="1000" y="105"/>
                  </a:lnTo>
                  <a:cubicBezTo>
                    <a:pt x="997" y="104"/>
                    <a:pt x="996" y="102"/>
                    <a:pt x="992" y="99"/>
                  </a:cubicBezTo>
                  <a:cubicBezTo>
                    <a:pt x="878" y="33"/>
                    <a:pt x="728" y="0"/>
                    <a:pt x="5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2354;p52">
              <a:extLst>
                <a:ext uri="{FF2B5EF4-FFF2-40B4-BE49-F238E27FC236}">
                  <a16:creationId xmlns:a16="http://schemas.microsoft.com/office/drawing/2014/main" id="{3F004EFE-B5B4-3471-F02B-103B5F877698}"/>
                </a:ext>
              </a:extLst>
            </p:cNvPr>
            <p:cNvSpPr/>
            <p:nvPr/>
          </p:nvSpPr>
          <p:spPr>
            <a:xfrm>
              <a:off x="2575324" y="1734504"/>
              <a:ext cx="73955" cy="38915"/>
            </a:xfrm>
            <a:custGeom>
              <a:avLst/>
              <a:gdLst/>
              <a:ahLst/>
              <a:cxnLst/>
              <a:rect l="l" t="t" r="r" b="b"/>
              <a:pathLst>
                <a:path w="1279" h="673" extrusionOk="0">
                  <a:moveTo>
                    <a:pt x="636" y="0"/>
                  </a:moveTo>
                  <a:cubicBezTo>
                    <a:pt x="488" y="0"/>
                    <a:pt x="339" y="33"/>
                    <a:pt x="227" y="98"/>
                  </a:cubicBezTo>
                  <a:cubicBezTo>
                    <a:pt x="0" y="229"/>
                    <a:pt x="2" y="441"/>
                    <a:pt x="230" y="573"/>
                  </a:cubicBezTo>
                  <a:cubicBezTo>
                    <a:pt x="344" y="639"/>
                    <a:pt x="494" y="672"/>
                    <a:pt x="643" y="672"/>
                  </a:cubicBezTo>
                  <a:cubicBezTo>
                    <a:pt x="791" y="672"/>
                    <a:pt x="939" y="640"/>
                    <a:pt x="1051" y="575"/>
                  </a:cubicBezTo>
                  <a:cubicBezTo>
                    <a:pt x="1279" y="444"/>
                    <a:pt x="1277" y="230"/>
                    <a:pt x="1049" y="100"/>
                  </a:cubicBezTo>
                  <a:cubicBezTo>
                    <a:pt x="935" y="33"/>
                    <a:pt x="786" y="0"/>
                    <a:pt x="6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2355;p52">
              <a:extLst>
                <a:ext uri="{FF2B5EF4-FFF2-40B4-BE49-F238E27FC236}">
                  <a16:creationId xmlns:a16="http://schemas.microsoft.com/office/drawing/2014/main" id="{443A852B-DF5F-6E3E-11CE-BCE50EAC2DE6}"/>
                </a:ext>
              </a:extLst>
            </p:cNvPr>
            <p:cNvSpPr/>
            <p:nvPr/>
          </p:nvSpPr>
          <p:spPr>
            <a:xfrm>
              <a:off x="2593365" y="1736123"/>
              <a:ext cx="37758" cy="27986"/>
            </a:xfrm>
            <a:custGeom>
              <a:avLst/>
              <a:gdLst/>
              <a:ahLst/>
              <a:cxnLst/>
              <a:rect l="l" t="t" r="r" b="b"/>
              <a:pathLst>
                <a:path w="653" h="484" extrusionOk="0">
                  <a:moveTo>
                    <a:pt x="327" y="1"/>
                  </a:moveTo>
                  <a:cubicBezTo>
                    <a:pt x="271" y="1"/>
                    <a:pt x="215" y="13"/>
                    <a:pt x="171" y="38"/>
                  </a:cubicBezTo>
                  <a:cubicBezTo>
                    <a:pt x="127" y="62"/>
                    <a:pt x="99" y="90"/>
                    <a:pt x="79" y="121"/>
                  </a:cubicBezTo>
                  <a:lnTo>
                    <a:pt x="1" y="295"/>
                  </a:lnTo>
                  <a:lnTo>
                    <a:pt x="1" y="296"/>
                  </a:lnTo>
                  <a:cubicBezTo>
                    <a:pt x="2" y="344"/>
                    <a:pt x="34" y="391"/>
                    <a:pt x="98" y="428"/>
                  </a:cubicBezTo>
                  <a:cubicBezTo>
                    <a:pt x="162" y="465"/>
                    <a:pt x="246" y="484"/>
                    <a:pt x="329" y="484"/>
                  </a:cubicBezTo>
                  <a:cubicBezTo>
                    <a:pt x="412" y="484"/>
                    <a:pt x="495" y="466"/>
                    <a:pt x="557" y="430"/>
                  </a:cubicBezTo>
                  <a:cubicBezTo>
                    <a:pt x="622" y="393"/>
                    <a:pt x="653" y="344"/>
                    <a:pt x="653" y="296"/>
                  </a:cubicBezTo>
                  <a:lnTo>
                    <a:pt x="596" y="139"/>
                  </a:lnTo>
                  <a:cubicBezTo>
                    <a:pt x="579" y="107"/>
                    <a:pt x="527" y="64"/>
                    <a:pt x="482" y="38"/>
                  </a:cubicBezTo>
                  <a:cubicBezTo>
                    <a:pt x="438" y="13"/>
                    <a:pt x="383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2356;p52">
              <a:extLst>
                <a:ext uri="{FF2B5EF4-FFF2-40B4-BE49-F238E27FC236}">
                  <a16:creationId xmlns:a16="http://schemas.microsoft.com/office/drawing/2014/main" id="{7143990D-139C-A407-E97C-85324CC91A17}"/>
                </a:ext>
              </a:extLst>
            </p:cNvPr>
            <p:cNvSpPr/>
            <p:nvPr/>
          </p:nvSpPr>
          <p:spPr>
            <a:xfrm>
              <a:off x="1104534" y="1723691"/>
              <a:ext cx="221113" cy="160342"/>
            </a:xfrm>
            <a:custGeom>
              <a:avLst/>
              <a:gdLst/>
              <a:ahLst/>
              <a:cxnLst/>
              <a:rect l="l" t="t" r="r" b="b"/>
              <a:pathLst>
                <a:path w="3824" h="2773" extrusionOk="0">
                  <a:moveTo>
                    <a:pt x="3820" y="1560"/>
                  </a:moveTo>
                  <a:lnTo>
                    <a:pt x="3820" y="1560"/>
                  </a:lnTo>
                  <a:lnTo>
                    <a:pt x="3820" y="453"/>
                  </a:lnTo>
                  <a:lnTo>
                    <a:pt x="3283" y="453"/>
                  </a:lnTo>
                  <a:cubicBezTo>
                    <a:pt x="3274" y="446"/>
                    <a:pt x="3266" y="440"/>
                    <a:pt x="3257" y="434"/>
                  </a:cubicBezTo>
                  <a:cubicBezTo>
                    <a:pt x="2508" y="3"/>
                    <a:pt x="1299" y="0"/>
                    <a:pt x="556" y="430"/>
                  </a:cubicBezTo>
                  <a:cubicBezTo>
                    <a:pt x="544" y="437"/>
                    <a:pt x="533" y="445"/>
                    <a:pt x="522" y="453"/>
                  </a:cubicBezTo>
                  <a:lnTo>
                    <a:pt x="1" y="453"/>
                  </a:lnTo>
                  <a:lnTo>
                    <a:pt x="1" y="1560"/>
                  </a:lnTo>
                  <a:lnTo>
                    <a:pt x="1" y="1560"/>
                  </a:lnTo>
                  <a:cubicBezTo>
                    <a:pt x="4" y="1842"/>
                    <a:pt x="191" y="2122"/>
                    <a:pt x="564" y="2337"/>
                  </a:cubicBezTo>
                  <a:cubicBezTo>
                    <a:pt x="1313" y="2769"/>
                    <a:pt x="2522" y="2772"/>
                    <a:pt x="3265" y="2343"/>
                  </a:cubicBezTo>
                  <a:cubicBezTo>
                    <a:pt x="3638" y="2126"/>
                    <a:pt x="3823" y="1843"/>
                    <a:pt x="3820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2357;p52">
              <a:extLst>
                <a:ext uri="{FF2B5EF4-FFF2-40B4-BE49-F238E27FC236}">
                  <a16:creationId xmlns:a16="http://schemas.microsoft.com/office/drawing/2014/main" id="{7E6DA98A-869C-301D-D470-30C7553CE9F2}"/>
                </a:ext>
              </a:extLst>
            </p:cNvPr>
            <p:cNvSpPr/>
            <p:nvPr/>
          </p:nvSpPr>
          <p:spPr>
            <a:xfrm>
              <a:off x="1299051" y="1771337"/>
              <a:ext cx="371914" cy="92400"/>
            </a:xfrm>
            <a:custGeom>
              <a:avLst/>
              <a:gdLst/>
              <a:ahLst/>
              <a:cxnLst/>
              <a:rect l="l" t="t" r="r" b="b"/>
              <a:pathLst>
                <a:path w="6432" h="1598" extrusionOk="0">
                  <a:moveTo>
                    <a:pt x="6432" y="656"/>
                  </a:moveTo>
                  <a:lnTo>
                    <a:pt x="6432" y="1185"/>
                  </a:lnTo>
                  <a:cubicBezTo>
                    <a:pt x="6432" y="1413"/>
                    <a:pt x="6247" y="1598"/>
                    <a:pt x="6020" y="1598"/>
                  </a:cubicBezTo>
                  <a:lnTo>
                    <a:pt x="573" y="1598"/>
                  </a:lnTo>
                  <a:cubicBezTo>
                    <a:pt x="350" y="1598"/>
                    <a:pt x="156" y="1468"/>
                    <a:pt x="62" y="1281"/>
                  </a:cubicBezTo>
                  <a:cubicBezTo>
                    <a:pt x="7" y="1168"/>
                    <a:pt x="1" y="1038"/>
                    <a:pt x="38" y="919"/>
                  </a:cubicBezTo>
                  <a:lnTo>
                    <a:pt x="199" y="398"/>
                  </a:lnTo>
                  <a:cubicBezTo>
                    <a:pt x="273" y="161"/>
                    <a:pt x="491" y="1"/>
                    <a:pt x="739" y="1"/>
                  </a:cubicBezTo>
                  <a:lnTo>
                    <a:pt x="5775" y="1"/>
                  </a:lnTo>
                  <a:cubicBezTo>
                    <a:pt x="6138" y="1"/>
                    <a:pt x="6432" y="295"/>
                    <a:pt x="6432" y="6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2358;p52">
              <a:extLst>
                <a:ext uri="{FF2B5EF4-FFF2-40B4-BE49-F238E27FC236}">
                  <a16:creationId xmlns:a16="http://schemas.microsoft.com/office/drawing/2014/main" id="{0C4E86CB-D72B-429F-AE69-B928BAA55325}"/>
                </a:ext>
              </a:extLst>
            </p:cNvPr>
            <p:cNvSpPr/>
            <p:nvPr/>
          </p:nvSpPr>
          <p:spPr>
            <a:xfrm>
              <a:off x="1093664" y="1679745"/>
              <a:ext cx="242739" cy="140162"/>
            </a:xfrm>
            <a:custGeom>
              <a:avLst/>
              <a:gdLst/>
              <a:ahLst/>
              <a:cxnLst/>
              <a:rect l="l" t="t" r="r" b="b"/>
              <a:pathLst>
                <a:path w="4198" h="2424" extrusionOk="0">
                  <a:moveTo>
                    <a:pt x="3445" y="434"/>
                  </a:moveTo>
                  <a:cubicBezTo>
                    <a:pt x="2697" y="4"/>
                    <a:pt x="1488" y="1"/>
                    <a:pt x="744" y="430"/>
                  </a:cubicBezTo>
                  <a:cubicBezTo>
                    <a:pt x="1" y="859"/>
                    <a:pt x="4" y="1557"/>
                    <a:pt x="753" y="1989"/>
                  </a:cubicBezTo>
                  <a:cubicBezTo>
                    <a:pt x="1501" y="2422"/>
                    <a:pt x="2710" y="2423"/>
                    <a:pt x="3454" y="1994"/>
                  </a:cubicBezTo>
                  <a:cubicBezTo>
                    <a:pt x="4197" y="1565"/>
                    <a:pt x="4193" y="867"/>
                    <a:pt x="3445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2359;p52">
              <a:extLst>
                <a:ext uri="{FF2B5EF4-FFF2-40B4-BE49-F238E27FC236}">
                  <a16:creationId xmlns:a16="http://schemas.microsoft.com/office/drawing/2014/main" id="{7710B845-50B4-9645-4C0F-191F56DB6831}"/>
                </a:ext>
              </a:extLst>
            </p:cNvPr>
            <p:cNvSpPr/>
            <p:nvPr/>
          </p:nvSpPr>
          <p:spPr>
            <a:xfrm>
              <a:off x="1168776" y="1727565"/>
              <a:ext cx="92516" cy="48687"/>
            </a:xfrm>
            <a:custGeom>
              <a:avLst/>
              <a:gdLst/>
              <a:ahLst/>
              <a:cxnLst/>
              <a:rect l="l" t="t" r="r" b="b"/>
              <a:pathLst>
                <a:path w="1600" h="842" extrusionOk="0">
                  <a:moveTo>
                    <a:pt x="796" y="1"/>
                  </a:moveTo>
                  <a:cubicBezTo>
                    <a:pt x="610" y="1"/>
                    <a:pt x="424" y="41"/>
                    <a:pt x="283" y="123"/>
                  </a:cubicBezTo>
                  <a:cubicBezTo>
                    <a:pt x="0" y="287"/>
                    <a:pt x="2" y="553"/>
                    <a:pt x="286" y="718"/>
                  </a:cubicBezTo>
                  <a:cubicBezTo>
                    <a:pt x="430" y="800"/>
                    <a:pt x="617" y="842"/>
                    <a:pt x="804" y="842"/>
                  </a:cubicBezTo>
                  <a:cubicBezTo>
                    <a:pt x="990" y="842"/>
                    <a:pt x="1176" y="801"/>
                    <a:pt x="1317" y="719"/>
                  </a:cubicBezTo>
                  <a:cubicBezTo>
                    <a:pt x="1600" y="556"/>
                    <a:pt x="1598" y="289"/>
                    <a:pt x="1314" y="124"/>
                  </a:cubicBezTo>
                  <a:cubicBezTo>
                    <a:pt x="1170" y="42"/>
                    <a:pt x="983" y="1"/>
                    <a:pt x="796" y="1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2360;p52">
              <a:extLst>
                <a:ext uri="{FF2B5EF4-FFF2-40B4-BE49-F238E27FC236}">
                  <a16:creationId xmlns:a16="http://schemas.microsoft.com/office/drawing/2014/main" id="{A6F0352F-D2D4-9838-87CE-C94B23F551EB}"/>
                </a:ext>
              </a:extLst>
            </p:cNvPr>
            <p:cNvSpPr/>
            <p:nvPr/>
          </p:nvSpPr>
          <p:spPr>
            <a:xfrm>
              <a:off x="913776" y="1742715"/>
              <a:ext cx="312935" cy="175549"/>
            </a:xfrm>
            <a:custGeom>
              <a:avLst/>
              <a:gdLst/>
              <a:ahLst/>
              <a:cxnLst/>
              <a:rect l="l" t="t" r="r" b="b"/>
              <a:pathLst>
                <a:path w="5412" h="3036" extrusionOk="0">
                  <a:moveTo>
                    <a:pt x="5165" y="1"/>
                  </a:moveTo>
                  <a:lnTo>
                    <a:pt x="3490" y="91"/>
                  </a:lnTo>
                  <a:lnTo>
                    <a:pt x="2806" y="388"/>
                  </a:lnTo>
                  <a:lnTo>
                    <a:pt x="0" y="2895"/>
                  </a:lnTo>
                  <a:lnTo>
                    <a:pt x="91" y="3035"/>
                  </a:lnTo>
                  <a:lnTo>
                    <a:pt x="512" y="3035"/>
                  </a:lnTo>
                  <a:lnTo>
                    <a:pt x="5412" y="281"/>
                  </a:lnTo>
                  <a:lnTo>
                    <a:pt x="51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2361;p52">
              <a:extLst>
                <a:ext uri="{FF2B5EF4-FFF2-40B4-BE49-F238E27FC236}">
                  <a16:creationId xmlns:a16="http://schemas.microsoft.com/office/drawing/2014/main" id="{4037C02F-CCB2-A4F6-5E61-FF4D9D8CA77D}"/>
                </a:ext>
              </a:extLst>
            </p:cNvPr>
            <p:cNvSpPr/>
            <p:nvPr/>
          </p:nvSpPr>
          <p:spPr>
            <a:xfrm>
              <a:off x="1204800" y="1582024"/>
              <a:ext cx="308657" cy="180753"/>
            </a:xfrm>
            <a:custGeom>
              <a:avLst/>
              <a:gdLst/>
              <a:ahLst/>
              <a:cxnLst/>
              <a:rect l="l" t="t" r="r" b="b"/>
              <a:pathLst>
                <a:path w="5338" h="3126" extrusionOk="0">
                  <a:moveTo>
                    <a:pt x="4901" y="0"/>
                  </a:moveTo>
                  <a:lnTo>
                    <a:pt x="611" y="2400"/>
                  </a:lnTo>
                  <a:lnTo>
                    <a:pt x="0" y="2780"/>
                  </a:lnTo>
                  <a:lnTo>
                    <a:pt x="503" y="3126"/>
                  </a:lnTo>
                  <a:lnTo>
                    <a:pt x="923" y="2993"/>
                  </a:lnTo>
                  <a:lnTo>
                    <a:pt x="2284" y="2780"/>
                  </a:lnTo>
                  <a:lnTo>
                    <a:pt x="2706" y="2507"/>
                  </a:lnTo>
                  <a:lnTo>
                    <a:pt x="5338" y="138"/>
                  </a:lnTo>
                  <a:lnTo>
                    <a:pt x="52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2362;p52">
              <a:extLst>
                <a:ext uri="{FF2B5EF4-FFF2-40B4-BE49-F238E27FC236}">
                  <a16:creationId xmlns:a16="http://schemas.microsoft.com/office/drawing/2014/main" id="{07419880-D05B-0C43-D23B-F70FA367A405}"/>
                </a:ext>
              </a:extLst>
            </p:cNvPr>
            <p:cNvSpPr/>
            <p:nvPr/>
          </p:nvSpPr>
          <p:spPr>
            <a:xfrm>
              <a:off x="950204" y="1544208"/>
              <a:ext cx="280266" cy="223715"/>
            </a:xfrm>
            <a:custGeom>
              <a:avLst/>
              <a:gdLst/>
              <a:ahLst/>
              <a:cxnLst/>
              <a:rect l="l" t="t" r="r" b="b"/>
              <a:pathLst>
                <a:path w="4847" h="3869" extrusionOk="0">
                  <a:moveTo>
                    <a:pt x="92" y="0"/>
                  </a:moveTo>
                  <a:lnTo>
                    <a:pt x="1" y="142"/>
                  </a:lnTo>
                  <a:lnTo>
                    <a:pt x="173" y="525"/>
                  </a:lnTo>
                  <a:lnTo>
                    <a:pt x="4691" y="3869"/>
                  </a:lnTo>
                  <a:lnTo>
                    <a:pt x="4846" y="3529"/>
                  </a:lnTo>
                  <a:lnTo>
                    <a:pt x="4079" y="2038"/>
                  </a:lnTo>
                  <a:lnTo>
                    <a:pt x="3528" y="1534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2363;p52">
              <a:extLst>
                <a:ext uri="{FF2B5EF4-FFF2-40B4-BE49-F238E27FC236}">
                  <a16:creationId xmlns:a16="http://schemas.microsoft.com/office/drawing/2014/main" id="{B5197420-E164-9CDB-78E2-8D48E7EBB772}"/>
                </a:ext>
              </a:extLst>
            </p:cNvPr>
            <p:cNvSpPr/>
            <p:nvPr/>
          </p:nvSpPr>
          <p:spPr>
            <a:xfrm>
              <a:off x="1188609" y="1709351"/>
              <a:ext cx="260259" cy="242276"/>
            </a:xfrm>
            <a:custGeom>
              <a:avLst/>
              <a:gdLst/>
              <a:ahLst/>
              <a:cxnLst/>
              <a:rect l="l" t="t" r="r" b="b"/>
              <a:pathLst>
                <a:path w="4501" h="4190" extrusionOk="0">
                  <a:moveTo>
                    <a:pt x="163" y="1"/>
                  </a:moveTo>
                  <a:lnTo>
                    <a:pt x="0" y="590"/>
                  </a:lnTo>
                  <a:lnTo>
                    <a:pt x="262" y="944"/>
                  </a:lnTo>
                  <a:lnTo>
                    <a:pt x="908" y="2162"/>
                  </a:lnTo>
                  <a:lnTo>
                    <a:pt x="1302" y="2471"/>
                  </a:lnTo>
                  <a:lnTo>
                    <a:pt x="4396" y="4189"/>
                  </a:lnTo>
                  <a:lnTo>
                    <a:pt x="4501" y="4066"/>
                  </a:lnTo>
                  <a:lnTo>
                    <a:pt x="4386" y="3731"/>
                  </a:lnTo>
                  <a:lnTo>
                    <a:pt x="722" y="455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2364;p52">
              <a:extLst>
                <a:ext uri="{FF2B5EF4-FFF2-40B4-BE49-F238E27FC236}">
                  <a16:creationId xmlns:a16="http://schemas.microsoft.com/office/drawing/2014/main" id="{8F068CA9-07B8-066A-E4DA-148B63B8CCA2}"/>
                </a:ext>
              </a:extLst>
            </p:cNvPr>
            <p:cNvSpPr/>
            <p:nvPr/>
          </p:nvSpPr>
          <p:spPr>
            <a:xfrm>
              <a:off x="1181381" y="1731613"/>
              <a:ext cx="67421" cy="38857"/>
            </a:xfrm>
            <a:custGeom>
              <a:avLst/>
              <a:gdLst/>
              <a:ahLst/>
              <a:cxnLst/>
              <a:rect l="l" t="t" r="r" b="b"/>
              <a:pathLst>
                <a:path w="1166" h="672" extrusionOk="0">
                  <a:moveTo>
                    <a:pt x="579" y="1"/>
                  </a:moveTo>
                  <a:cubicBezTo>
                    <a:pt x="430" y="1"/>
                    <a:pt x="283" y="34"/>
                    <a:pt x="170" y="99"/>
                  </a:cubicBezTo>
                  <a:cubicBezTo>
                    <a:pt x="165" y="100"/>
                    <a:pt x="162" y="102"/>
                    <a:pt x="159" y="105"/>
                  </a:cubicBezTo>
                  <a:lnTo>
                    <a:pt x="1" y="105"/>
                  </a:lnTo>
                  <a:lnTo>
                    <a:pt x="1" y="336"/>
                  </a:lnTo>
                  <a:cubicBezTo>
                    <a:pt x="2" y="422"/>
                    <a:pt x="59" y="508"/>
                    <a:pt x="171" y="573"/>
                  </a:cubicBezTo>
                  <a:cubicBezTo>
                    <a:pt x="286" y="639"/>
                    <a:pt x="436" y="672"/>
                    <a:pt x="585" y="672"/>
                  </a:cubicBezTo>
                  <a:cubicBezTo>
                    <a:pt x="734" y="672"/>
                    <a:pt x="882" y="639"/>
                    <a:pt x="994" y="574"/>
                  </a:cubicBezTo>
                  <a:cubicBezTo>
                    <a:pt x="1108" y="509"/>
                    <a:pt x="1165" y="423"/>
                    <a:pt x="1163" y="337"/>
                  </a:cubicBezTo>
                  <a:lnTo>
                    <a:pt x="1163" y="336"/>
                  </a:lnTo>
                  <a:lnTo>
                    <a:pt x="1163" y="105"/>
                  </a:lnTo>
                  <a:lnTo>
                    <a:pt x="1000" y="105"/>
                  </a:lnTo>
                  <a:cubicBezTo>
                    <a:pt x="997" y="103"/>
                    <a:pt x="994" y="102"/>
                    <a:pt x="991" y="100"/>
                  </a:cubicBezTo>
                  <a:cubicBezTo>
                    <a:pt x="877" y="34"/>
                    <a:pt x="728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2365;p52">
              <a:extLst>
                <a:ext uri="{FF2B5EF4-FFF2-40B4-BE49-F238E27FC236}">
                  <a16:creationId xmlns:a16="http://schemas.microsoft.com/office/drawing/2014/main" id="{3F28DFAC-697C-B399-6163-55D6CB3C51B5}"/>
                </a:ext>
              </a:extLst>
            </p:cNvPr>
            <p:cNvSpPr/>
            <p:nvPr/>
          </p:nvSpPr>
          <p:spPr>
            <a:xfrm>
              <a:off x="1178085" y="1718255"/>
              <a:ext cx="73897" cy="38857"/>
            </a:xfrm>
            <a:custGeom>
              <a:avLst/>
              <a:gdLst/>
              <a:ahLst/>
              <a:cxnLst/>
              <a:rect l="l" t="t" r="r" b="b"/>
              <a:pathLst>
                <a:path w="1278" h="672" extrusionOk="0">
                  <a:moveTo>
                    <a:pt x="634" y="0"/>
                  </a:moveTo>
                  <a:cubicBezTo>
                    <a:pt x="487" y="0"/>
                    <a:pt x="339" y="32"/>
                    <a:pt x="227" y="97"/>
                  </a:cubicBezTo>
                  <a:cubicBezTo>
                    <a:pt x="1" y="228"/>
                    <a:pt x="1" y="440"/>
                    <a:pt x="228" y="573"/>
                  </a:cubicBezTo>
                  <a:cubicBezTo>
                    <a:pt x="344" y="639"/>
                    <a:pt x="494" y="672"/>
                    <a:pt x="644" y="672"/>
                  </a:cubicBezTo>
                  <a:cubicBezTo>
                    <a:pt x="792" y="672"/>
                    <a:pt x="939" y="639"/>
                    <a:pt x="1051" y="574"/>
                  </a:cubicBezTo>
                  <a:cubicBezTo>
                    <a:pt x="1277" y="444"/>
                    <a:pt x="1277" y="231"/>
                    <a:pt x="1048" y="99"/>
                  </a:cubicBezTo>
                  <a:cubicBezTo>
                    <a:pt x="934" y="33"/>
                    <a:pt x="784" y="0"/>
                    <a:pt x="6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2366;p52">
              <a:extLst>
                <a:ext uri="{FF2B5EF4-FFF2-40B4-BE49-F238E27FC236}">
                  <a16:creationId xmlns:a16="http://schemas.microsoft.com/office/drawing/2014/main" id="{E3657019-F8A6-FC0F-89D9-C4AE37AC038F}"/>
                </a:ext>
              </a:extLst>
            </p:cNvPr>
            <p:cNvSpPr/>
            <p:nvPr/>
          </p:nvSpPr>
          <p:spPr>
            <a:xfrm>
              <a:off x="1196126" y="1719874"/>
              <a:ext cx="37816" cy="28044"/>
            </a:xfrm>
            <a:custGeom>
              <a:avLst/>
              <a:gdLst/>
              <a:ahLst/>
              <a:cxnLst/>
              <a:rect l="l" t="t" r="r" b="b"/>
              <a:pathLst>
                <a:path w="654" h="485" extrusionOk="0">
                  <a:moveTo>
                    <a:pt x="326" y="0"/>
                  </a:moveTo>
                  <a:cubicBezTo>
                    <a:pt x="271" y="0"/>
                    <a:pt x="216" y="13"/>
                    <a:pt x="172" y="37"/>
                  </a:cubicBezTo>
                  <a:cubicBezTo>
                    <a:pt x="126" y="62"/>
                    <a:pt x="99" y="89"/>
                    <a:pt x="79" y="120"/>
                  </a:cubicBezTo>
                  <a:lnTo>
                    <a:pt x="1" y="296"/>
                  </a:lnTo>
                  <a:cubicBezTo>
                    <a:pt x="2" y="343"/>
                    <a:pt x="33" y="392"/>
                    <a:pt x="98" y="428"/>
                  </a:cubicBezTo>
                  <a:cubicBezTo>
                    <a:pt x="162" y="465"/>
                    <a:pt x="247" y="484"/>
                    <a:pt x="331" y="484"/>
                  </a:cubicBezTo>
                  <a:cubicBezTo>
                    <a:pt x="413" y="484"/>
                    <a:pt x="495" y="466"/>
                    <a:pt x="558" y="429"/>
                  </a:cubicBezTo>
                  <a:cubicBezTo>
                    <a:pt x="622" y="392"/>
                    <a:pt x="653" y="345"/>
                    <a:pt x="653" y="296"/>
                  </a:cubicBezTo>
                  <a:lnTo>
                    <a:pt x="596" y="140"/>
                  </a:lnTo>
                  <a:lnTo>
                    <a:pt x="596" y="139"/>
                  </a:lnTo>
                  <a:cubicBezTo>
                    <a:pt x="579" y="106"/>
                    <a:pt x="527" y="63"/>
                    <a:pt x="481" y="37"/>
                  </a:cubicBezTo>
                  <a:cubicBezTo>
                    <a:pt x="437" y="13"/>
                    <a:pt x="382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2367;p52">
              <a:extLst>
                <a:ext uri="{FF2B5EF4-FFF2-40B4-BE49-F238E27FC236}">
                  <a16:creationId xmlns:a16="http://schemas.microsoft.com/office/drawing/2014/main" id="{413CE713-AC33-9139-1F2A-F7E3AD13A13A}"/>
                </a:ext>
              </a:extLst>
            </p:cNvPr>
            <p:cNvSpPr/>
            <p:nvPr/>
          </p:nvSpPr>
          <p:spPr>
            <a:xfrm>
              <a:off x="1786385" y="2137647"/>
              <a:ext cx="220998" cy="160226"/>
            </a:xfrm>
            <a:custGeom>
              <a:avLst/>
              <a:gdLst/>
              <a:ahLst/>
              <a:cxnLst/>
              <a:rect l="l" t="t" r="r" b="b"/>
              <a:pathLst>
                <a:path w="3822" h="2771" extrusionOk="0">
                  <a:moveTo>
                    <a:pt x="4" y="1560"/>
                  </a:moveTo>
                  <a:lnTo>
                    <a:pt x="4" y="1560"/>
                  </a:lnTo>
                  <a:lnTo>
                    <a:pt x="4" y="451"/>
                  </a:lnTo>
                  <a:lnTo>
                    <a:pt x="539" y="451"/>
                  </a:lnTo>
                  <a:cubicBezTo>
                    <a:pt x="548" y="446"/>
                    <a:pt x="557" y="440"/>
                    <a:pt x="567" y="434"/>
                  </a:cubicBezTo>
                  <a:cubicBezTo>
                    <a:pt x="1314" y="2"/>
                    <a:pt x="2523" y="0"/>
                    <a:pt x="3268" y="429"/>
                  </a:cubicBezTo>
                  <a:cubicBezTo>
                    <a:pt x="3280" y="437"/>
                    <a:pt x="3289" y="445"/>
                    <a:pt x="3301" y="451"/>
                  </a:cubicBezTo>
                  <a:lnTo>
                    <a:pt x="3821" y="451"/>
                  </a:lnTo>
                  <a:lnTo>
                    <a:pt x="3821" y="1560"/>
                  </a:lnTo>
                  <a:lnTo>
                    <a:pt x="3821" y="1560"/>
                  </a:lnTo>
                  <a:cubicBezTo>
                    <a:pt x="3818" y="1840"/>
                    <a:pt x="3631" y="2121"/>
                    <a:pt x="3258" y="2337"/>
                  </a:cubicBezTo>
                  <a:cubicBezTo>
                    <a:pt x="2511" y="2769"/>
                    <a:pt x="1302" y="2771"/>
                    <a:pt x="557" y="2341"/>
                  </a:cubicBezTo>
                  <a:cubicBezTo>
                    <a:pt x="185" y="2126"/>
                    <a:pt x="0" y="1843"/>
                    <a:pt x="4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2368;p52">
              <a:extLst>
                <a:ext uri="{FF2B5EF4-FFF2-40B4-BE49-F238E27FC236}">
                  <a16:creationId xmlns:a16="http://schemas.microsoft.com/office/drawing/2014/main" id="{B769D8CE-49D1-EC03-600A-984ECCCB4706}"/>
                </a:ext>
              </a:extLst>
            </p:cNvPr>
            <p:cNvSpPr/>
            <p:nvPr/>
          </p:nvSpPr>
          <p:spPr>
            <a:xfrm>
              <a:off x="1846579" y="1934456"/>
              <a:ext cx="92516" cy="219032"/>
            </a:xfrm>
            <a:custGeom>
              <a:avLst/>
              <a:gdLst/>
              <a:ahLst/>
              <a:cxnLst/>
              <a:rect l="l" t="t" r="r" b="b"/>
              <a:pathLst>
                <a:path w="1600" h="3788" extrusionOk="0">
                  <a:moveTo>
                    <a:pt x="801" y="3788"/>
                  </a:moveTo>
                  <a:lnTo>
                    <a:pt x="801" y="3788"/>
                  </a:lnTo>
                  <a:cubicBezTo>
                    <a:pt x="359" y="3788"/>
                    <a:pt x="1" y="3430"/>
                    <a:pt x="1" y="2988"/>
                  </a:cubicBezTo>
                  <a:lnTo>
                    <a:pt x="1" y="799"/>
                  </a:lnTo>
                  <a:cubicBezTo>
                    <a:pt x="1" y="358"/>
                    <a:pt x="359" y="1"/>
                    <a:pt x="801" y="1"/>
                  </a:cubicBezTo>
                  <a:lnTo>
                    <a:pt x="801" y="1"/>
                  </a:lnTo>
                  <a:cubicBezTo>
                    <a:pt x="1242" y="1"/>
                    <a:pt x="1599" y="358"/>
                    <a:pt x="1599" y="799"/>
                  </a:cubicBezTo>
                  <a:lnTo>
                    <a:pt x="1599" y="2988"/>
                  </a:lnTo>
                  <a:cubicBezTo>
                    <a:pt x="1599" y="3430"/>
                    <a:pt x="1242" y="3788"/>
                    <a:pt x="801" y="37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2369;p52">
              <a:extLst>
                <a:ext uri="{FF2B5EF4-FFF2-40B4-BE49-F238E27FC236}">
                  <a16:creationId xmlns:a16="http://schemas.microsoft.com/office/drawing/2014/main" id="{7BE3D307-44CC-29C5-111C-102C92F543BA}"/>
                </a:ext>
              </a:extLst>
            </p:cNvPr>
            <p:cNvSpPr/>
            <p:nvPr/>
          </p:nvSpPr>
          <p:spPr>
            <a:xfrm>
              <a:off x="1775630" y="2093701"/>
              <a:ext cx="242681" cy="140104"/>
            </a:xfrm>
            <a:custGeom>
              <a:avLst/>
              <a:gdLst/>
              <a:ahLst/>
              <a:cxnLst/>
              <a:rect l="l" t="t" r="r" b="b"/>
              <a:pathLst>
                <a:path w="4197" h="2423" extrusionOk="0">
                  <a:moveTo>
                    <a:pt x="753" y="434"/>
                  </a:moveTo>
                  <a:cubicBezTo>
                    <a:pt x="1500" y="2"/>
                    <a:pt x="2709" y="0"/>
                    <a:pt x="3454" y="429"/>
                  </a:cubicBezTo>
                  <a:cubicBezTo>
                    <a:pt x="4197" y="859"/>
                    <a:pt x="4192" y="1557"/>
                    <a:pt x="3444" y="1989"/>
                  </a:cubicBezTo>
                  <a:cubicBezTo>
                    <a:pt x="2697" y="2420"/>
                    <a:pt x="1488" y="2423"/>
                    <a:pt x="743" y="1994"/>
                  </a:cubicBezTo>
                  <a:cubicBezTo>
                    <a:pt x="0" y="1565"/>
                    <a:pt x="3" y="866"/>
                    <a:pt x="753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2370;p52">
              <a:extLst>
                <a:ext uri="{FF2B5EF4-FFF2-40B4-BE49-F238E27FC236}">
                  <a16:creationId xmlns:a16="http://schemas.microsoft.com/office/drawing/2014/main" id="{BE379F3E-2558-3C75-BBCA-CB7E69F53B8C}"/>
                </a:ext>
              </a:extLst>
            </p:cNvPr>
            <p:cNvSpPr/>
            <p:nvPr/>
          </p:nvSpPr>
          <p:spPr>
            <a:xfrm>
              <a:off x="1850684" y="2141521"/>
              <a:ext cx="92574" cy="48687"/>
            </a:xfrm>
            <a:custGeom>
              <a:avLst/>
              <a:gdLst/>
              <a:ahLst/>
              <a:cxnLst/>
              <a:rect l="l" t="t" r="r" b="b"/>
              <a:pathLst>
                <a:path w="1601" h="842" extrusionOk="0">
                  <a:moveTo>
                    <a:pt x="804" y="0"/>
                  </a:moveTo>
                  <a:cubicBezTo>
                    <a:pt x="617" y="0"/>
                    <a:pt x="430" y="41"/>
                    <a:pt x="287" y="124"/>
                  </a:cubicBezTo>
                  <a:cubicBezTo>
                    <a:pt x="2" y="289"/>
                    <a:pt x="1" y="555"/>
                    <a:pt x="284" y="719"/>
                  </a:cubicBezTo>
                  <a:cubicBezTo>
                    <a:pt x="424" y="800"/>
                    <a:pt x="610" y="841"/>
                    <a:pt x="795" y="841"/>
                  </a:cubicBezTo>
                  <a:cubicBezTo>
                    <a:pt x="982" y="841"/>
                    <a:pt x="1170" y="800"/>
                    <a:pt x="1313" y="716"/>
                  </a:cubicBezTo>
                  <a:cubicBezTo>
                    <a:pt x="1599" y="552"/>
                    <a:pt x="1600" y="285"/>
                    <a:pt x="1317" y="122"/>
                  </a:cubicBezTo>
                  <a:cubicBezTo>
                    <a:pt x="1175" y="41"/>
                    <a:pt x="990" y="0"/>
                    <a:pt x="804" y="0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2371;p52">
              <a:extLst>
                <a:ext uri="{FF2B5EF4-FFF2-40B4-BE49-F238E27FC236}">
                  <a16:creationId xmlns:a16="http://schemas.microsoft.com/office/drawing/2014/main" id="{013A8401-4098-B92B-C94A-363E4EBDAA42}"/>
                </a:ext>
              </a:extLst>
            </p:cNvPr>
            <p:cNvSpPr/>
            <p:nvPr/>
          </p:nvSpPr>
          <p:spPr>
            <a:xfrm>
              <a:off x="1885205" y="2156555"/>
              <a:ext cx="313051" cy="175665"/>
            </a:xfrm>
            <a:custGeom>
              <a:avLst/>
              <a:gdLst/>
              <a:ahLst/>
              <a:cxnLst/>
              <a:rect l="l" t="t" r="r" b="b"/>
              <a:pathLst>
                <a:path w="5414" h="3038" extrusionOk="0">
                  <a:moveTo>
                    <a:pt x="248" y="1"/>
                  </a:moveTo>
                  <a:lnTo>
                    <a:pt x="0" y="282"/>
                  </a:lnTo>
                  <a:lnTo>
                    <a:pt x="4901" y="3037"/>
                  </a:lnTo>
                  <a:lnTo>
                    <a:pt x="5323" y="3037"/>
                  </a:lnTo>
                  <a:lnTo>
                    <a:pt x="5413" y="2897"/>
                  </a:lnTo>
                  <a:lnTo>
                    <a:pt x="2608" y="388"/>
                  </a:lnTo>
                  <a:lnTo>
                    <a:pt x="1923" y="92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2372;p52">
              <a:extLst>
                <a:ext uri="{FF2B5EF4-FFF2-40B4-BE49-F238E27FC236}">
                  <a16:creationId xmlns:a16="http://schemas.microsoft.com/office/drawing/2014/main" id="{ECE158FA-878C-A5E9-2EDA-0835E290359D}"/>
                </a:ext>
              </a:extLst>
            </p:cNvPr>
            <p:cNvSpPr/>
            <p:nvPr/>
          </p:nvSpPr>
          <p:spPr>
            <a:xfrm>
              <a:off x="1598518" y="1995922"/>
              <a:ext cx="308714" cy="180695"/>
            </a:xfrm>
            <a:custGeom>
              <a:avLst/>
              <a:gdLst/>
              <a:ahLst/>
              <a:cxnLst/>
              <a:rect l="l" t="t" r="r" b="b"/>
              <a:pathLst>
                <a:path w="5339" h="3125" extrusionOk="0">
                  <a:moveTo>
                    <a:pt x="82" y="1"/>
                  </a:moveTo>
                  <a:lnTo>
                    <a:pt x="1" y="139"/>
                  </a:lnTo>
                  <a:lnTo>
                    <a:pt x="2633" y="2507"/>
                  </a:lnTo>
                  <a:lnTo>
                    <a:pt x="3054" y="2779"/>
                  </a:lnTo>
                  <a:lnTo>
                    <a:pt x="4415" y="2994"/>
                  </a:lnTo>
                  <a:lnTo>
                    <a:pt x="4835" y="3125"/>
                  </a:lnTo>
                  <a:lnTo>
                    <a:pt x="5338" y="2779"/>
                  </a:lnTo>
                  <a:lnTo>
                    <a:pt x="4728" y="2400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2373;p52">
              <a:extLst>
                <a:ext uri="{FF2B5EF4-FFF2-40B4-BE49-F238E27FC236}">
                  <a16:creationId xmlns:a16="http://schemas.microsoft.com/office/drawing/2014/main" id="{D3989B51-C80A-2D4D-7A67-CA3487F4E641}"/>
                </a:ext>
              </a:extLst>
            </p:cNvPr>
            <p:cNvSpPr/>
            <p:nvPr/>
          </p:nvSpPr>
          <p:spPr>
            <a:xfrm>
              <a:off x="1881562" y="1958164"/>
              <a:ext cx="280208" cy="223715"/>
            </a:xfrm>
            <a:custGeom>
              <a:avLst/>
              <a:gdLst/>
              <a:ahLst/>
              <a:cxnLst/>
              <a:rect l="l" t="t" r="r" b="b"/>
              <a:pathLst>
                <a:path w="4846" h="3869" extrusionOk="0">
                  <a:moveTo>
                    <a:pt x="4755" y="0"/>
                  </a:moveTo>
                  <a:lnTo>
                    <a:pt x="1319" y="1534"/>
                  </a:lnTo>
                  <a:lnTo>
                    <a:pt x="768" y="2037"/>
                  </a:lnTo>
                  <a:lnTo>
                    <a:pt x="0" y="3529"/>
                  </a:lnTo>
                  <a:lnTo>
                    <a:pt x="154" y="3869"/>
                  </a:lnTo>
                  <a:lnTo>
                    <a:pt x="4673" y="525"/>
                  </a:lnTo>
                  <a:lnTo>
                    <a:pt x="4846" y="14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2374;p52">
              <a:extLst>
                <a:ext uri="{FF2B5EF4-FFF2-40B4-BE49-F238E27FC236}">
                  <a16:creationId xmlns:a16="http://schemas.microsoft.com/office/drawing/2014/main" id="{5710FB2C-4FB6-CDFC-C551-FE41E8BBD8B7}"/>
                </a:ext>
              </a:extLst>
            </p:cNvPr>
            <p:cNvSpPr/>
            <p:nvPr/>
          </p:nvSpPr>
          <p:spPr>
            <a:xfrm>
              <a:off x="1663106" y="2123307"/>
              <a:ext cx="260317" cy="242161"/>
            </a:xfrm>
            <a:custGeom>
              <a:avLst/>
              <a:gdLst/>
              <a:ahLst/>
              <a:cxnLst/>
              <a:rect l="l" t="t" r="r" b="b"/>
              <a:pathLst>
                <a:path w="4502" h="4188" extrusionOk="0">
                  <a:moveTo>
                    <a:pt x="4338" y="1"/>
                  </a:moveTo>
                  <a:lnTo>
                    <a:pt x="3780" y="454"/>
                  </a:lnTo>
                  <a:lnTo>
                    <a:pt x="116" y="3731"/>
                  </a:lnTo>
                  <a:lnTo>
                    <a:pt x="1" y="4066"/>
                  </a:lnTo>
                  <a:lnTo>
                    <a:pt x="105" y="4188"/>
                  </a:lnTo>
                  <a:lnTo>
                    <a:pt x="3200" y="2469"/>
                  </a:lnTo>
                  <a:lnTo>
                    <a:pt x="3594" y="2160"/>
                  </a:lnTo>
                  <a:lnTo>
                    <a:pt x="4240" y="943"/>
                  </a:lnTo>
                  <a:lnTo>
                    <a:pt x="4501" y="588"/>
                  </a:lnTo>
                  <a:lnTo>
                    <a:pt x="4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2375;p52">
              <a:extLst>
                <a:ext uri="{FF2B5EF4-FFF2-40B4-BE49-F238E27FC236}">
                  <a16:creationId xmlns:a16="http://schemas.microsoft.com/office/drawing/2014/main" id="{5A9BFE58-5ECB-744D-E4A0-3A7F685B6A7E}"/>
                </a:ext>
              </a:extLst>
            </p:cNvPr>
            <p:cNvSpPr/>
            <p:nvPr/>
          </p:nvSpPr>
          <p:spPr>
            <a:xfrm>
              <a:off x="1863232" y="2145511"/>
              <a:ext cx="67363" cy="38915"/>
            </a:xfrm>
            <a:custGeom>
              <a:avLst/>
              <a:gdLst/>
              <a:ahLst/>
              <a:cxnLst/>
              <a:rect l="l" t="t" r="r" b="b"/>
              <a:pathLst>
                <a:path w="1165" h="673" extrusionOk="0">
                  <a:moveTo>
                    <a:pt x="588" y="1"/>
                  </a:moveTo>
                  <a:cubicBezTo>
                    <a:pt x="438" y="1"/>
                    <a:pt x="288" y="34"/>
                    <a:pt x="173" y="100"/>
                  </a:cubicBezTo>
                  <a:cubicBezTo>
                    <a:pt x="170" y="101"/>
                    <a:pt x="168" y="103"/>
                    <a:pt x="165" y="106"/>
                  </a:cubicBezTo>
                  <a:lnTo>
                    <a:pt x="2" y="106"/>
                  </a:lnTo>
                  <a:lnTo>
                    <a:pt x="2" y="336"/>
                  </a:lnTo>
                  <a:cubicBezTo>
                    <a:pt x="0" y="423"/>
                    <a:pt x="57" y="509"/>
                    <a:pt x="171" y="575"/>
                  </a:cubicBezTo>
                  <a:cubicBezTo>
                    <a:pt x="284" y="640"/>
                    <a:pt x="431" y="672"/>
                    <a:pt x="579" y="672"/>
                  </a:cubicBezTo>
                  <a:cubicBezTo>
                    <a:pt x="729" y="672"/>
                    <a:pt x="879" y="639"/>
                    <a:pt x="994" y="573"/>
                  </a:cubicBezTo>
                  <a:cubicBezTo>
                    <a:pt x="1106" y="507"/>
                    <a:pt x="1163" y="423"/>
                    <a:pt x="1165" y="336"/>
                  </a:cubicBezTo>
                  <a:lnTo>
                    <a:pt x="1165" y="106"/>
                  </a:lnTo>
                  <a:lnTo>
                    <a:pt x="1006" y="106"/>
                  </a:lnTo>
                  <a:cubicBezTo>
                    <a:pt x="1003" y="103"/>
                    <a:pt x="1000" y="101"/>
                    <a:pt x="996" y="98"/>
                  </a:cubicBezTo>
                  <a:cubicBezTo>
                    <a:pt x="883" y="33"/>
                    <a:pt x="736" y="1"/>
                    <a:pt x="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2376;p52">
              <a:extLst>
                <a:ext uri="{FF2B5EF4-FFF2-40B4-BE49-F238E27FC236}">
                  <a16:creationId xmlns:a16="http://schemas.microsoft.com/office/drawing/2014/main" id="{4BEE0F3D-4A8D-7E51-261E-90A8E9FD8964}"/>
                </a:ext>
              </a:extLst>
            </p:cNvPr>
            <p:cNvSpPr/>
            <p:nvPr/>
          </p:nvSpPr>
          <p:spPr>
            <a:xfrm>
              <a:off x="1859936" y="2132154"/>
              <a:ext cx="73955" cy="38915"/>
            </a:xfrm>
            <a:custGeom>
              <a:avLst/>
              <a:gdLst/>
              <a:ahLst/>
              <a:cxnLst/>
              <a:rect l="l" t="t" r="r" b="b"/>
              <a:pathLst>
                <a:path w="1279" h="673" extrusionOk="0">
                  <a:moveTo>
                    <a:pt x="643" y="0"/>
                  </a:moveTo>
                  <a:cubicBezTo>
                    <a:pt x="494" y="0"/>
                    <a:pt x="344" y="33"/>
                    <a:pt x="230" y="100"/>
                  </a:cubicBezTo>
                  <a:cubicBezTo>
                    <a:pt x="2" y="231"/>
                    <a:pt x="1" y="444"/>
                    <a:pt x="228" y="575"/>
                  </a:cubicBezTo>
                  <a:cubicBezTo>
                    <a:pt x="341" y="640"/>
                    <a:pt x="488" y="672"/>
                    <a:pt x="636" y="672"/>
                  </a:cubicBezTo>
                  <a:cubicBezTo>
                    <a:pt x="785" y="672"/>
                    <a:pt x="935" y="639"/>
                    <a:pt x="1050" y="574"/>
                  </a:cubicBezTo>
                  <a:cubicBezTo>
                    <a:pt x="1279" y="441"/>
                    <a:pt x="1279" y="229"/>
                    <a:pt x="1053" y="98"/>
                  </a:cubicBezTo>
                  <a:cubicBezTo>
                    <a:pt x="940" y="33"/>
                    <a:pt x="792" y="0"/>
                    <a:pt x="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2377;p52">
              <a:extLst>
                <a:ext uri="{FF2B5EF4-FFF2-40B4-BE49-F238E27FC236}">
                  <a16:creationId xmlns:a16="http://schemas.microsoft.com/office/drawing/2014/main" id="{66A99AA3-8E93-3AC1-01F5-C772E52B1C70}"/>
                </a:ext>
              </a:extLst>
            </p:cNvPr>
            <p:cNvSpPr/>
            <p:nvPr/>
          </p:nvSpPr>
          <p:spPr>
            <a:xfrm>
              <a:off x="1878092" y="2133773"/>
              <a:ext cx="37758" cy="28044"/>
            </a:xfrm>
            <a:custGeom>
              <a:avLst/>
              <a:gdLst/>
              <a:ahLst/>
              <a:cxnLst/>
              <a:rect l="l" t="t" r="r" b="b"/>
              <a:pathLst>
                <a:path w="653" h="485" extrusionOk="0">
                  <a:moveTo>
                    <a:pt x="328" y="1"/>
                  </a:moveTo>
                  <a:cubicBezTo>
                    <a:pt x="272" y="1"/>
                    <a:pt x="215" y="13"/>
                    <a:pt x="171" y="38"/>
                  </a:cubicBezTo>
                  <a:cubicBezTo>
                    <a:pt x="127" y="63"/>
                    <a:pt x="74" y="107"/>
                    <a:pt x="57" y="139"/>
                  </a:cubicBezTo>
                  <a:lnTo>
                    <a:pt x="0" y="296"/>
                  </a:lnTo>
                  <a:cubicBezTo>
                    <a:pt x="0" y="344"/>
                    <a:pt x="31" y="393"/>
                    <a:pt x="94" y="429"/>
                  </a:cubicBezTo>
                  <a:cubicBezTo>
                    <a:pt x="158" y="466"/>
                    <a:pt x="241" y="484"/>
                    <a:pt x="325" y="484"/>
                  </a:cubicBezTo>
                  <a:cubicBezTo>
                    <a:pt x="408" y="484"/>
                    <a:pt x="492" y="466"/>
                    <a:pt x="556" y="429"/>
                  </a:cubicBezTo>
                  <a:cubicBezTo>
                    <a:pt x="619" y="392"/>
                    <a:pt x="651" y="344"/>
                    <a:pt x="653" y="296"/>
                  </a:cubicBezTo>
                  <a:lnTo>
                    <a:pt x="653" y="295"/>
                  </a:lnTo>
                  <a:lnTo>
                    <a:pt x="574" y="121"/>
                  </a:lnTo>
                  <a:cubicBezTo>
                    <a:pt x="554" y="90"/>
                    <a:pt x="526" y="63"/>
                    <a:pt x="482" y="36"/>
                  </a:cubicBezTo>
                  <a:cubicBezTo>
                    <a:pt x="438" y="13"/>
                    <a:pt x="383" y="1"/>
                    <a:pt x="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2378;p52">
              <a:extLst>
                <a:ext uri="{FF2B5EF4-FFF2-40B4-BE49-F238E27FC236}">
                  <a16:creationId xmlns:a16="http://schemas.microsoft.com/office/drawing/2014/main" id="{8857FC6C-D8C9-BF71-8C66-EA2AC699735A}"/>
                </a:ext>
              </a:extLst>
            </p:cNvPr>
            <p:cNvSpPr/>
            <p:nvPr/>
          </p:nvSpPr>
          <p:spPr>
            <a:xfrm>
              <a:off x="1786385" y="1314361"/>
              <a:ext cx="220998" cy="160226"/>
            </a:xfrm>
            <a:custGeom>
              <a:avLst/>
              <a:gdLst/>
              <a:ahLst/>
              <a:cxnLst/>
              <a:rect l="l" t="t" r="r" b="b"/>
              <a:pathLst>
                <a:path w="3822" h="2771" extrusionOk="0">
                  <a:moveTo>
                    <a:pt x="4" y="1560"/>
                  </a:moveTo>
                  <a:lnTo>
                    <a:pt x="4" y="1560"/>
                  </a:lnTo>
                  <a:lnTo>
                    <a:pt x="4" y="451"/>
                  </a:lnTo>
                  <a:lnTo>
                    <a:pt x="539" y="451"/>
                  </a:lnTo>
                  <a:cubicBezTo>
                    <a:pt x="548" y="447"/>
                    <a:pt x="557" y="441"/>
                    <a:pt x="567" y="434"/>
                  </a:cubicBezTo>
                  <a:cubicBezTo>
                    <a:pt x="1314" y="2"/>
                    <a:pt x="2523" y="1"/>
                    <a:pt x="3268" y="430"/>
                  </a:cubicBezTo>
                  <a:cubicBezTo>
                    <a:pt x="3280" y="436"/>
                    <a:pt x="3289" y="444"/>
                    <a:pt x="3301" y="451"/>
                  </a:cubicBezTo>
                  <a:lnTo>
                    <a:pt x="3821" y="451"/>
                  </a:lnTo>
                  <a:lnTo>
                    <a:pt x="3821" y="1560"/>
                  </a:lnTo>
                  <a:lnTo>
                    <a:pt x="3821" y="1560"/>
                  </a:lnTo>
                  <a:cubicBezTo>
                    <a:pt x="3818" y="1840"/>
                    <a:pt x="3631" y="2122"/>
                    <a:pt x="3258" y="2337"/>
                  </a:cubicBezTo>
                  <a:cubicBezTo>
                    <a:pt x="2511" y="2769"/>
                    <a:pt x="1302" y="2771"/>
                    <a:pt x="557" y="2342"/>
                  </a:cubicBezTo>
                  <a:cubicBezTo>
                    <a:pt x="185" y="2126"/>
                    <a:pt x="0" y="1843"/>
                    <a:pt x="4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2379;p52">
              <a:extLst>
                <a:ext uri="{FF2B5EF4-FFF2-40B4-BE49-F238E27FC236}">
                  <a16:creationId xmlns:a16="http://schemas.microsoft.com/office/drawing/2014/main" id="{EEA6D2D6-FEE6-C0A6-08D6-4B58C9755711}"/>
                </a:ext>
              </a:extLst>
            </p:cNvPr>
            <p:cNvSpPr/>
            <p:nvPr/>
          </p:nvSpPr>
          <p:spPr>
            <a:xfrm>
              <a:off x="1846579" y="1421102"/>
              <a:ext cx="92516" cy="219032"/>
            </a:xfrm>
            <a:custGeom>
              <a:avLst/>
              <a:gdLst/>
              <a:ahLst/>
              <a:cxnLst/>
              <a:rect l="l" t="t" r="r" b="b"/>
              <a:pathLst>
                <a:path w="1600" h="3788" extrusionOk="0">
                  <a:moveTo>
                    <a:pt x="801" y="3787"/>
                  </a:moveTo>
                  <a:lnTo>
                    <a:pt x="801" y="3787"/>
                  </a:lnTo>
                  <a:cubicBezTo>
                    <a:pt x="359" y="3787"/>
                    <a:pt x="1" y="3429"/>
                    <a:pt x="1" y="2988"/>
                  </a:cubicBezTo>
                  <a:lnTo>
                    <a:pt x="1" y="799"/>
                  </a:lnTo>
                  <a:cubicBezTo>
                    <a:pt x="1" y="357"/>
                    <a:pt x="359" y="0"/>
                    <a:pt x="801" y="0"/>
                  </a:cubicBezTo>
                  <a:lnTo>
                    <a:pt x="801" y="0"/>
                  </a:lnTo>
                  <a:cubicBezTo>
                    <a:pt x="1242" y="0"/>
                    <a:pt x="1599" y="357"/>
                    <a:pt x="1599" y="799"/>
                  </a:cubicBezTo>
                  <a:lnTo>
                    <a:pt x="1599" y="2988"/>
                  </a:lnTo>
                  <a:cubicBezTo>
                    <a:pt x="1599" y="3429"/>
                    <a:pt x="1242" y="3787"/>
                    <a:pt x="801" y="37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2380;p52">
              <a:extLst>
                <a:ext uri="{FF2B5EF4-FFF2-40B4-BE49-F238E27FC236}">
                  <a16:creationId xmlns:a16="http://schemas.microsoft.com/office/drawing/2014/main" id="{BC06326C-D052-5640-15D8-E641F36D7EE2}"/>
                </a:ext>
              </a:extLst>
            </p:cNvPr>
            <p:cNvSpPr/>
            <p:nvPr/>
          </p:nvSpPr>
          <p:spPr>
            <a:xfrm>
              <a:off x="1775630" y="1270415"/>
              <a:ext cx="242681" cy="140162"/>
            </a:xfrm>
            <a:custGeom>
              <a:avLst/>
              <a:gdLst/>
              <a:ahLst/>
              <a:cxnLst/>
              <a:rect l="l" t="t" r="r" b="b"/>
              <a:pathLst>
                <a:path w="4197" h="2424" extrusionOk="0">
                  <a:moveTo>
                    <a:pt x="753" y="434"/>
                  </a:moveTo>
                  <a:cubicBezTo>
                    <a:pt x="1500" y="2"/>
                    <a:pt x="2709" y="1"/>
                    <a:pt x="3454" y="430"/>
                  </a:cubicBezTo>
                  <a:cubicBezTo>
                    <a:pt x="4197" y="859"/>
                    <a:pt x="4192" y="1557"/>
                    <a:pt x="3444" y="1988"/>
                  </a:cubicBezTo>
                  <a:cubicBezTo>
                    <a:pt x="2697" y="2420"/>
                    <a:pt x="1488" y="2423"/>
                    <a:pt x="743" y="1994"/>
                  </a:cubicBezTo>
                  <a:cubicBezTo>
                    <a:pt x="0" y="1565"/>
                    <a:pt x="3" y="867"/>
                    <a:pt x="753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2381;p52">
              <a:extLst>
                <a:ext uri="{FF2B5EF4-FFF2-40B4-BE49-F238E27FC236}">
                  <a16:creationId xmlns:a16="http://schemas.microsoft.com/office/drawing/2014/main" id="{49F636DE-BAE6-E247-842D-D69FADF828CC}"/>
                </a:ext>
              </a:extLst>
            </p:cNvPr>
            <p:cNvSpPr/>
            <p:nvPr/>
          </p:nvSpPr>
          <p:spPr>
            <a:xfrm>
              <a:off x="1850684" y="1318235"/>
              <a:ext cx="92574" cy="48629"/>
            </a:xfrm>
            <a:custGeom>
              <a:avLst/>
              <a:gdLst/>
              <a:ahLst/>
              <a:cxnLst/>
              <a:rect l="l" t="t" r="r" b="b"/>
              <a:pathLst>
                <a:path w="1601" h="841" extrusionOk="0">
                  <a:moveTo>
                    <a:pt x="805" y="0"/>
                  </a:moveTo>
                  <a:cubicBezTo>
                    <a:pt x="618" y="0"/>
                    <a:pt x="430" y="42"/>
                    <a:pt x="287" y="124"/>
                  </a:cubicBezTo>
                  <a:cubicBezTo>
                    <a:pt x="2" y="289"/>
                    <a:pt x="1" y="555"/>
                    <a:pt x="284" y="718"/>
                  </a:cubicBezTo>
                  <a:cubicBezTo>
                    <a:pt x="424" y="800"/>
                    <a:pt x="610" y="841"/>
                    <a:pt x="795" y="841"/>
                  </a:cubicBezTo>
                  <a:cubicBezTo>
                    <a:pt x="982" y="841"/>
                    <a:pt x="1170" y="799"/>
                    <a:pt x="1313" y="717"/>
                  </a:cubicBezTo>
                  <a:cubicBezTo>
                    <a:pt x="1599" y="552"/>
                    <a:pt x="1600" y="286"/>
                    <a:pt x="1317" y="123"/>
                  </a:cubicBezTo>
                  <a:cubicBezTo>
                    <a:pt x="1176" y="41"/>
                    <a:pt x="991" y="0"/>
                    <a:pt x="805" y="0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2382;p52">
              <a:extLst>
                <a:ext uri="{FF2B5EF4-FFF2-40B4-BE49-F238E27FC236}">
                  <a16:creationId xmlns:a16="http://schemas.microsoft.com/office/drawing/2014/main" id="{D6573152-A91A-1637-EB35-89DA650D4EBA}"/>
                </a:ext>
              </a:extLst>
            </p:cNvPr>
            <p:cNvSpPr/>
            <p:nvPr/>
          </p:nvSpPr>
          <p:spPr>
            <a:xfrm>
              <a:off x="1885205" y="1333327"/>
              <a:ext cx="313051" cy="175607"/>
            </a:xfrm>
            <a:custGeom>
              <a:avLst/>
              <a:gdLst/>
              <a:ahLst/>
              <a:cxnLst/>
              <a:rect l="l" t="t" r="r" b="b"/>
              <a:pathLst>
                <a:path w="5414" h="3037" extrusionOk="0">
                  <a:moveTo>
                    <a:pt x="248" y="0"/>
                  </a:moveTo>
                  <a:lnTo>
                    <a:pt x="0" y="280"/>
                  </a:lnTo>
                  <a:lnTo>
                    <a:pt x="4901" y="3037"/>
                  </a:lnTo>
                  <a:lnTo>
                    <a:pt x="5323" y="3037"/>
                  </a:lnTo>
                  <a:lnTo>
                    <a:pt x="5413" y="2895"/>
                  </a:lnTo>
                  <a:lnTo>
                    <a:pt x="2608" y="388"/>
                  </a:lnTo>
                  <a:lnTo>
                    <a:pt x="1923" y="91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2383;p52">
              <a:extLst>
                <a:ext uri="{FF2B5EF4-FFF2-40B4-BE49-F238E27FC236}">
                  <a16:creationId xmlns:a16="http://schemas.microsoft.com/office/drawing/2014/main" id="{949AB18E-F009-3594-76C6-58E8BC57283E}"/>
                </a:ext>
              </a:extLst>
            </p:cNvPr>
            <p:cNvSpPr/>
            <p:nvPr/>
          </p:nvSpPr>
          <p:spPr>
            <a:xfrm>
              <a:off x="1598518" y="1172694"/>
              <a:ext cx="308714" cy="180695"/>
            </a:xfrm>
            <a:custGeom>
              <a:avLst/>
              <a:gdLst/>
              <a:ahLst/>
              <a:cxnLst/>
              <a:rect l="l" t="t" r="r" b="b"/>
              <a:pathLst>
                <a:path w="5339" h="3125" extrusionOk="0">
                  <a:moveTo>
                    <a:pt x="82" y="0"/>
                  </a:moveTo>
                  <a:lnTo>
                    <a:pt x="1" y="139"/>
                  </a:lnTo>
                  <a:lnTo>
                    <a:pt x="2633" y="2506"/>
                  </a:lnTo>
                  <a:lnTo>
                    <a:pt x="3054" y="2778"/>
                  </a:lnTo>
                  <a:lnTo>
                    <a:pt x="4415" y="2992"/>
                  </a:lnTo>
                  <a:lnTo>
                    <a:pt x="4835" y="3124"/>
                  </a:lnTo>
                  <a:lnTo>
                    <a:pt x="5338" y="2778"/>
                  </a:lnTo>
                  <a:lnTo>
                    <a:pt x="4728" y="2398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2384;p52">
              <a:extLst>
                <a:ext uri="{FF2B5EF4-FFF2-40B4-BE49-F238E27FC236}">
                  <a16:creationId xmlns:a16="http://schemas.microsoft.com/office/drawing/2014/main" id="{ED8C2CD4-0C42-F3DF-1E3B-3453F0EB9FA7}"/>
                </a:ext>
              </a:extLst>
            </p:cNvPr>
            <p:cNvSpPr/>
            <p:nvPr/>
          </p:nvSpPr>
          <p:spPr>
            <a:xfrm>
              <a:off x="1881562" y="1134878"/>
              <a:ext cx="280208" cy="223773"/>
            </a:xfrm>
            <a:custGeom>
              <a:avLst/>
              <a:gdLst/>
              <a:ahLst/>
              <a:cxnLst/>
              <a:rect l="l" t="t" r="r" b="b"/>
              <a:pathLst>
                <a:path w="4846" h="3870" extrusionOk="0">
                  <a:moveTo>
                    <a:pt x="4755" y="0"/>
                  </a:moveTo>
                  <a:lnTo>
                    <a:pt x="1319" y="1534"/>
                  </a:lnTo>
                  <a:lnTo>
                    <a:pt x="768" y="2037"/>
                  </a:lnTo>
                  <a:lnTo>
                    <a:pt x="0" y="3528"/>
                  </a:lnTo>
                  <a:lnTo>
                    <a:pt x="154" y="3869"/>
                  </a:lnTo>
                  <a:lnTo>
                    <a:pt x="4673" y="525"/>
                  </a:lnTo>
                  <a:lnTo>
                    <a:pt x="4846" y="14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2385;p52">
              <a:extLst>
                <a:ext uri="{FF2B5EF4-FFF2-40B4-BE49-F238E27FC236}">
                  <a16:creationId xmlns:a16="http://schemas.microsoft.com/office/drawing/2014/main" id="{518EE70D-5691-92BB-E0F4-4F3471E190C4}"/>
                </a:ext>
              </a:extLst>
            </p:cNvPr>
            <p:cNvSpPr/>
            <p:nvPr/>
          </p:nvSpPr>
          <p:spPr>
            <a:xfrm>
              <a:off x="1663106" y="1300021"/>
              <a:ext cx="260317" cy="242161"/>
            </a:xfrm>
            <a:custGeom>
              <a:avLst/>
              <a:gdLst/>
              <a:ahLst/>
              <a:cxnLst/>
              <a:rect l="l" t="t" r="r" b="b"/>
              <a:pathLst>
                <a:path w="4502" h="4188" extrusionOk="0">
                  <a:moveTo>
                    <a:pt x="4338" y="1"/>
                  </a:moveTo>
                  <a:lnTo>
                    <a:pt x="3780" y="455"/>
                  </a:lnTo>
                  <a:lnTo>
                    <a:pt x="116" y="3731"/>
                  </a:lnTo>
                  <a:lnTo>
                    <a:pt x="1" y="4066"/>
                  </a:lnTo>
                  <a:lnTo>
                    <a:pt x="105" y="4188"/>
                  </a:lnTo>
                  <a:lnTo>
                    <a:pt x="3200" y="2470"/>
                  </a:lnTo>
                  <a:lnTo>
                    <a:pt x="3594" y="2161"/>
                  </a:lnTo>
                  <a:lnTo>
                    <a:pt x="4240" y="944"/>
                  </a:lnTo>
                  <a:lnTo>
                    <a:pt x="4501" y="589"/>
                  </a:lnTo>
                  <a:lnTo>
                    <a:pt x="4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2386;p52">
              <a:extLst>
                <a:ext uri="{FF2B5EF4-FFF2-40B4-BE49-F238E27FC236}">
                  <a16:creationId xmlns:a16="http://schemas.microsoft.com/office/drawing/2014/main" id="{99B16233-2976-6EB2-0B19-8FCAD980CA30}"/>
                </a:ext>
              </a:extLst>
            </p:cNvPr>
            <p:cNvSpPr/>
            <p:nvPr/>
          </p:nvSpPr>
          <p:spPr>
            <a:xfrm>
              <a:off x="1863232" y="1322282"/>
              <a:ext cx="67363" cy="38857"/>
            </a:xfrm>
            <a:custGeom>
              <a:avLst/>
              <a:gdLst/>
              <a:ahLst/>
              <a:cxnLst/>
              <a:rect l="l" t="t" r="r" b="b"/>
              <a:pathLst>
                <a:path w="1165" h="672" extrusionOk="0">
                  <a:moveTo>
                    <a:pt x="588" y="0"/>
                  </a:moveTo>
                  <a:cubicBezTo>
                    <a:pt x="438" y="0"/>
                    <a:pt x="288" y="33"/>
                    <a:pt x="173" y="99"/>
                  </a:cubicBezTo>
                  <a:cubicBezTo>
                    <a:pt x="170" y="100"/>
                    <a:pt x="168" y="102"/>
                    <a:pt x="165" y="104"/>
                  </a:cubicBezTo>
                  <a:lnTo>
                    <a:pt x="2" y="104"/>
                  </a:lnTo>
                  <a:lnTo>
                    <a:pt x="2" y="336"/>
                  </a:lnTo>
                  <a:cubicBezTo>
                    <a:pt x="0" y="422"/>
                    <a:pt x="57" y="508"/>
                    <a:pt x="171" y="574"/>
                  </a:cubicBezTo>
                  <a:cubicBezTo>
                    <a:pt x="284" y="639"/>
                    <a:pt x="431" y="672"/>
                    <a:pt x="579" y="672"/>
                  </a:cubicBezTo>
                  <a:cubicBezTo>
                    <a:pt x="729" y="672"/>
                    <a:pt x="879" y="638"/>
                    <a:pt x="994" y="573"/>
                  </a:cubicBezTo>
                  <a:cubicBezTo>
                    <a:pt x="1106" y="507"/>
                    <a:pt x="1163" y="422"/>
                    <a:pt x="1165" y="336"/>
                  </a:cubicBezTo>
                  <a:lnTo>
                    <a:pt x="1165" y="104"/>
                  </a:lnTo>
                  <a:lnTo>
                    <a:pt x="1006" y="104"/>
                  </a:lnTo>
                  <a:cubicBezTo>
                    <a:pt x="1003" y="102"/>
                    <a:pt x="1000" y="99"/>
                    <a:pt x="996" y="97"/>
                  </a:cubicBezTo>
                  <a:cubicBezTo>
                    <a:pt x="883" y="32"/>
                    <a:pt x="736" y="0"/>
                    <a:pt x="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2387;p52">
              <a:extLst>
                <a:ext uri="{FF2B5EF4-FFF2-40B4-BE49-F238E27FC236}">
                  <a16:creationId xmlns:a16="http://schemas.microsoft.com/office/drawing/2014/main" id="{DDD7C741-C5D4-502D-E73C-1C5D7C3AB845}"/>
                </a:ext>
              </a:extLst>
            </p:cNvPr>
            <p:cNvSpPr/>
            <p:nvPr/>
          </p:nvSpPr>
          <p:spPr>
            <a:xfrm>
              <a:off x="1859936" y="1308867"/>
              <a:ext cx="73955" cy="38857"/>
            </a:xfrm>
            <a:custGeom>
              <a:avLst/>
              <a:gdLst/>
              <a:ahLst/>
              <a:cxnLst/>
              <a:rect l="l" t="t" r="r" b="b"/>
              <a:pathLst>
                <a:path w="1279" h="672" extrusionOk="0">
                  <a:moveTo>
                    <a:pt x="643" y="1"/>
                  </a:moveTo>
                  <a:cubicBezTo>
                    <a:pt x="494" y="1"/>
                    <a:pt x="344" y="34"/>
                    <a:pt x="230" y="100"/>
                  </a:cubicBezTo>
                  <a:cubicBezTo>
                    <a:pt x="2" y="231"/>
                    <a:pt x="1" y="443"/>
                    <a:pt x="228" y="574"/>
                  </a:cubicBezTo>
                  <a:cubicBezTo>
                    <a:pt x="341" y="639"/>
                    <a:pt x="489" y="672"/>
                    <a:pt x="637" y="672"/>
                  </a:cubicBezTo>
                  <a:cubicBezTo>
                    <a:pt x="786" y="672"/>
                    <a:pt x="935" y="639"/>
                    <a:pt x="1050" y="572"/>
                  </a:cubicBezTo>
                  <a:cubicBezTo>
                    <a:pt x="1279" y="442"/>
                    <a:pt x="1279" y="229"/>
                    <a:pt x="1053" y="99"/>
                  </a:cubicBezTo>
                  <a:cubicBezTo>
                    <a:pt x="940" y="33"/>
                    <a:pt x="792" y="1"/>
                    <a:pt x="6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2388;p52">
              <a:extLst>
                <a:ext uri="{FF2B5EF4-FFF2-40B4-BE49-F238E27FC236}">
                  <a16:creationId xmlns:a16="http://schemas.microsoft.com/office/drawing/2014/main" id="{5B03C151-AF41-F2A0-CBC4-5FD9D6D4928B}"/>
                </a:ext>
              </a:extLst>
            </p:cNvPr>
            <p:cNvSpPr/>
            <p:nvPr/>
          </p:nvSpPr>
          <p:spPr>
            <a:xfrm>
              <a:off x="1878092" y="1310486"/>
              <a:ext cx="37758" cy="28044"/>
            </a:xfrm>
            <a:custGeom>
              <a:avLst/>
              <a:gdLst/>
              <a:ahLst/>
              <a:cxnLst/>
              <a:rect l="l" t="t" r="r" b="b"/>
              <a:pathLst>
                <a:path w="653" h="485" extrusionOk="0">
                  <a:moveTo>
                    <a:pt x="329" y="1"/>
                  </a:moveTo>
                  <a:cubicBezTo>
                    <a:pt x="272" y="1"/>
                    <a:pt x="216" y="13"/>
                    <a:pt x="171" y="38"/>
                  </a:cubicBezTo>
                  <a:cubicBezTo>
                    <a:pt x="127" y="63"/>
                    <a:pt x="74" y="108"/>
                    <a:pt x="57" y="140"/>
                  </a:cubicBezTo>
                  <a:lnTo>
                    <a:pt x="0" y="297"/>
                  </a:lnTo>
                  <a:cubicBezTo>
                    <a:pt x="0" y="344"/>
                    <a:pt x="31" y="392"/>
                    <a:pt x="94" y="429"/>
                  </a:cubicBezTo>
                  <a:cubicBezTo>
                    <a:pt x="158" y="466"/>
                    <a:pt x="241" y="484"/>
                    <a:pt x="325" y="484"/>
                  </a:cubicBezTo>
                  <a:cubicBezTo>
                    <a:pt x="408" y="484"/>
                    <a:pt x="492" y="466"/>
                    <a:pt x="556" y="429"/>
                  </a:cubicBezTo>
                  <a:cubicBezTo>
                    <a:pt x="619" y="392"/>
                    <a:pt x="651" y="344"/>
                    <a:pt x="653" y="297"/>
                  </a:cubicBezTo>
                  <a:lnTo>
                    <a:pt x="653" y="295"/>
                  </a:lnTo>
                  <a:lnTo>
                    <a:pt x="574" y="121"/>
                  </a:lnTo>
                  <a:cubicBezTo>
                    <a:pt x="554" y="91"/>
                    <a:pt x="526" y="63"/>
                    <a:pt x="482" y="37"/>
                  </a:cubicBezTo>
                  <a:cubicBezTo>
                    <a:pt x="439" y="13"/>
                    <a:pt x="384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2389;p52">
              <a:extLst>
                <a:ext uri="{FF2B5EF4-FFF2-40B4-BE49-F238E27FC236}">
                  <a16:creationId xmlns:a16="http://schemas.microsoft.com/office/drawing/2014/main" id="{CAF89E86-A7BC-8DA0-69D7-CD0BD366F41B}"/>
                </a:ext>
              </a:extLst>
            </p:cNvPr>
            <p:cNvSpPr/>
            <p:nvPr/>
          </p:nvSpPr>
          <p:spPr>
            <a:xfrm>
              <a:off x="660857" y="991303"/>
              <a:ext cx="2504639" cy="1486038"/>
            </a:xfrm>
            <a:custGeom>
              <a:avLst/>
              <a:gdLst/>
              <a:ahLst/>
              <a:cxnLst/>
              <a:rect l="l" t="t" r="r" b="b"/>
              <a:pathLst>
                <a:path w="43316" h="25700" extrusionOk="0">
                  <a:moveTo>
                    <a:pt x="40254" y="9101"/>
                  </a:moveTo>
                  <a:cubicBezTo>
                    <a:pt x="39482" y="8656"/>
                    <a:pt x="38608" y="8304"/>
                    <a:pt x="37678" y="8047"/>
                  </a:cubicBezTo>
                  <a:cubicBezTo>
                    <a:pt x="34294" y="7113"/>
                    <a:pt x="31577" y="5545"/>
                    <a:pt x="29959" y="3591"/>
                  </a:cubicBezTo>
                  <a:cubicBezTo>
                    <a:pt x="29515" y="3054"/>
                    <a:pt x="28905" y="2550"/>
                    <a:pt x="28133" y="2104"/>
                  </a:cubicBezTo>
                  <a:cubicBezTo>
                    <a:pt x="24508" y="10"/>
                    <a:pt x="18635" y="1"/>
                    <a:pt x="15032" y="2080"/>
                  </a:cubicBezTo>
                  <a:cubicBezTo>
                    <a:pt x="14265" y="2523"/>
                    <a:pt x="13662" y="3025"/>
                    <a:pt x="13222" y="3560"/>
                  </a:cubicBezTo>
                  <a:cubicBezTo>
                    <a:pt x="11627" y="5509"/>
                    <a:pt x="8926" y="7067"/>
                    <a:pt x="5552" y="7989"/>
                  </a:cubicBezTo>
                  <a:cubicBezTo>
                    <a:pt x="4625" y="8243"/>
                    <a:pt x="3754" y="8592"/>
                    <a:pt x="2988" y="9035"/>
                  </a:cubicBezTo>
                  <a:cubicBezTo>
                    <a:pt x="867" y="10259"/>
                    <a:pt x="1" y="11939"/>
                    <a:pt x="387" y="13540"/>
                  </a:cubicBezTo>
                  <a:cubicBezTo>
                    <a:pt x="658" y="14658"/>
                    <a:pt x="1538" y="15738"/>
                    <a:pt x="3028" y="16598"/>
                  </a:cubicBezTo>
                  <a:cubicBezTo>
                    <a:pt x="3800" y="17044"/>
                    <a:pt x="4674" y="17395"/>
                    <a:pt x="5605" y="17653"/>
                  </a:cubicBezTo>
                  <a:cubicBezTo>
                    <a:pt x="7377" y="18141"/>
                    <a:pt x="8967" y="18805"/>
                    <a:pt x="10312" y="19607"/>
                  </a:cubicBezTo>
                  <a:cubicBezTo>
                    <a:pt x="10710" y="19845"/>
                    <a:pt x="11088" y="20096"/>
                    <a:pt x="11444" y="20357"/>
                  </a:cubicBezTo>
                  <a:cubicBezTo>
                    <a:pt x="12173" y="20896"/>
                    <a:pt x="12805" y="21482"/>
                    <a:pt x="13323" y="22108"/>
                  </a:cubicBezTo>
                  <a:cubicBezTo>
                    <a:pt x="13720" y="22588"/>
                    <a:pt x="14246" y="23040"/>
                    <a:pt x="14903" y="23449"/>
                  </a:cubicBezTo>
                  <a:cubicBezTo>
                    <a:pt x="14983" y="23498"/>
                    <a:pt x="15065" y="23548"/>
                    <a:pt x="15149" y="23595"/>
                  </a:cubicBezTo>
                  <a:cubicBezTo>
                    <a:pt x="18773" y="25689"/>
                    <a:pt x="24648" y="25700"/>
                    <a:pt x="28250" y="23620"/>
                  </a:cubicBezTo>
                  <a:cubicBezTo>
                    <a:pt x="28319" y="23580"/>
                    <a:pt x="28389" y="23538"/>
                    <a:pt x="28455" y="23497"/>
                  </a:cubicBezTo>
                  <a:cubicBezTo>
                    <a:pt x="29125" y="23085"/>
                    <a:pt x="29661" y="22626"/>
                    <a:pt x="30061" y="22139"/>
                  </a:cubicBezTo>
                  <a:cubicBezTo>
                    <a:pt x="30573" y="21514"/>
                    <a:pt x="31197" y="20930"/>
                    <a:pt x="31922" y="20393"/>
                  </a:cubicBezTo>
                  <a:cubicBezTo>
                    <a:pt x="32271" y="20136"/>
                    <a:pt x="32642" y="19890"/>
                    <a:pt x="33034" y="19654"/>
                  </a:cubicBezTo>
                  <a:cubicBezTo>
                    <a:pt x="34372" y="18855"/>
                    <a:pt x="35958" y="18195"/>
                    <a:pt x="37730" y="17710"/>
                  </a:cubicBezTo>
                  <a:cubicBezTo>
                    <a:pt x="38658" y="17456"/>
                    <a:pt x="39527" y="17109"/>
                    <a:pt x="40294" y="16666"/>
                  </a:cubicBezTo>
                  <a:cubicBezTo>
                    <a:pt x="41723" y="15841"/>
                    <a:pt x="42583" y="14809"/>
                    <a:pt x="42874" y="13735"/>
                  </a:cubicBezTo>
                  <a:cubicBezTo>
                    <a:pt x="43315" y="12100"/>
                    <a:pt x="42442" y="10365"/>
                    <a:pt x="40254" y="9102"/>
                  </a:cubicBezTo>
                  <a:close/>
                  <a:moveTo>
                    <a:pt x="30724" y="7529"/>
                  </a:moveTo>
                  <a:cubicBezTo>
                    <a:pt x="30742" y="7518"/>
                    <a:pt x="30762" y="7506"/>
                    <a:pt x="30782" y="7493"/>
                  </a:cubicBezTo>
                  <a:cubicBezTo>
                    <a:pt x="31279" y="7207"/>
                    <a:pt x="32093" y="7209"/>
                    <a:pt x="32594" y="7498"/>
                  </a:cubicBezTo>
                  <a:cubicBezTo>
                    <a:pt x="32617" y="7510"/>
                    <a:pt x="32637" y="7523"/>
                    <a:pt x="32657" y="7536"/>
                  </a:cubicBezTo>
                  <a:cubicBezTo>
                    <a:pt x="32639" y="7549"/>
                    <a:pt x="32620" y="7561"/>
                    <a:pt x="32600" y="7572"/>
                  </a:cubicBezTo>
                  <a:cubicBezTo>
                    <a:pt x="32102" y="7860"/>
                    <a:pt x="31288" y="7858"/>
                    <a:pt x="30788" y="7569"/>
                  </a:cubicBezTo>
                  <a:cubicBezTo>
                    <a:pt x="30765" y="7556"/>
                    <a:pt x="30745" y="7544"/>
                    <a:pt x="30724" y="7529"/>
                  </a:cubicBezTo>
                  <a:close/>
                  <a:moveTo>
                    <a:pt x="26892" y="2820"/>
                  </a:moveTo>
                  <a:cubicBezTo>
                    <a:pt x="28761" y="3900"/>
                    <a:pt x="29445" y="5408"/>
                    <a:pt x="28942" y="6795"/>
                  </a:cubicBezTo>
                  <a:cubicBezTo>
                    <a:pt x="28655" y="7584"/>
                    <a:pt x="27983" y="8335"/>
                    <a:pt x="26924" y="8945"/>
                  </a:cubicBezTo>
                  <a:cubicBezTo>
                    <a:pt x="24009" y="10630"/>
                    <a:pt x="19249" y="10621"/>
                    <a:pt x="16315" y="8927"/>
                  </a:cubicBezTo>
                  <a:cubicBezTo>
                    <a:pt x="15238" y="8306"/>
                    <a:pt x="14556" y="7541"/>
                    <a:pt x="14265" y="6741"/>
                  </a:cubicBezTo>
                  <a:cubicBezTo>
                    <a:pt x="13765" y="5360"/>
                    <a:pt x="14436" y="3868"/>
                    <a:pt x="16281" y="2802"/>
                  </a:cubicBezTo>
                  <a:cubicBezTo>
                    <a:pt x="19198" y="1118"/>
                    <a:pt x="23957" y="1127"/>
                    <a:pt x="26892" y="2820"/>
                  </a:cubicBezTo>
                  <a:close/>
                  <a:moveTo>
                    <a:pt x="10562" y="7493"/>
                  </a:moveTo>
                  <a:cubicBezTo>
                    <a:pt x="10581" y="7481"/>
                    <a:pt x="10599" y="7469"/>
                    <a:pt x="10619" y="7458"/>
                  </a:cubicBezTo>
                  <a:cubicBezTo>
                    <a:pt x="11118" y="7170"/>
                    <a:pt x="11931" y="7172"/>
                    <a:pt x="12433" y="7461"/>
                  </a:cubicBezTo>
                  <a:cubicBezTo>
                    <a:pt x="12454" y="7473"/>
                    <a:pt x="12476" y="7486"/>
                    <a:pt x="12494" y="7501"/>
                  </a:cubicBezTo>
                  <a:cubicBezTo>
                    <a:pt x="12476" y="7512"/>
                    <a:pt x="12457" y="7524"/>
                    <a:pt x="12437" y="7536"/>
                  </a:cubicBezTo>
                  <a:cubicBezTo>
                    <a:pt x="11939" y="7824"/>
                    <a:pt x="11127" y="7823"/>
                    <a:pt x="10625" y="7533"/>
                  </a:cubicBezTo>
                  <a:cubicBezTo>
                    <a:pt x="10604" y="7520"/>
                    <a:pt x="10582" y="7507"/>
                    <a:pt x="10562" y="7493"/>
                  </a:cubicBezTo>
                  <a:close/>
                  <a:moveTo>
                    <a:pt x="4237" y="9756"/>
                  </a:moveTo>
                  <a:cubicBezTo>
                    <a:pt x="5997" y="8739"/>
                    <a:pt x="8429" y="8339"/>
                    <a:pt x="10724" y="8555"/>
                  </a:cubicBezTo>
                  <a:lnTo>
                    <a:pt x="10725" y="8555"/>
                  </a:lnTo>
                  <a:cubicBezTo>
                    <a:pt x="11091" y="8590"/>
                    <a:pt x="11453" y="8639"/>
                    <a:pt x="11810" y="8706"/>
                  </a:cubicBezTo>
                  <a:lnTo>
                    <a:pt x="11810" y="8706"/>
                  </a:lnTo>
                  <a:cubicBezTo>
                    <a:pt x="12920" y="8910"/>
                    <a:pt x="13966" y="9265"/>
                    <a:pt x="14848" y="9775"/>
                  </a:cubicBezTo>
                  <a:cubicBezTo>
                    <a:pt x="16717" y="10854"/>
                    <a:pt x="17401" y="12362"/>
                    <a:pt x="16898" y="13748"/>
                  </a:cubicBezTo>
                  <a:cubicBezTo>
                    <a:pt x="16611" y="14538"/>
                    <a:pt x="15938" y="15289"/>
                    <a:pt x="14880" y="15900"/>
                  </a:cubicBezTo>
                  <a:cubicBezTo>
                    <a:pt x="11965" y="17584"/>
                    <a:pt x="7206" y="17575"/>
                    <a:pt x="4271" y="15881"/>
                  </a:cubicBezTo>
                  <a:cubicBezTo>
                    <a:pt x="3194" y="15260"/>
                    <a:pt x="2510" y="14495"/>
                    <a:pt x="2221" y="13695"/>
                  </a:cubicBezTo>
                  <a:cubicBezTo>
                    <a:pt x="1721" y="12314"/>
                    <a:pt x="2391" y="10821"/>
                    <a:pt x="4237" y="9756"/>
                  </a:cubicBezTo>
                  <a:close/>
                  <a:moveTo>
                    <a:pt x="10688" y="19173"/>
                  </a:moveTo>
                  <a:cubicBezTo>
                    <a:pt x="10665" y="19161"/>
                    <a:pt x="10645" y="19147"/>
                    <a:pt x="10625" y="19133"/>
                  </a:cubicBezTo>
                  <a:cubicBezTo>
                    <a:pt x="10644" y="19121"/>
                    <a:pt x="10662" y="19110"/>
                    <a:pt x="10682" y="19098"/>
                  </a:cubicBezTo>
                  <a:cubicBezTo>
                    <a:pt x="11181" y="18810"/>
                    <a:pt x="11994" y="18812"/>
                    <a:pt x="12494" y="19101"/>
                  </a:cubicBezTo>
                  <a:cubicBezTo>
                    <a:pt x="12517" y="19113"/>
                    <a:pt x="12537" y="19127"/>
                    <a:pt x="12559" y="19141"/>
                  </a:cubicBezTo>
                  <a:cubicBezTo>
                    <a:pt x="12540" y="19153"/>
                    <a:pt x="12520" y="19165"/>
                    <a:pt x="12500" y="19176"/>
                  </a:cubicBezTo>
                  <a:cubicBezTo>
                    <a:pt x="12002" y="19464"/>
                    <a:pt x="11190" y="19462"/>
                    <a:pt x="10688" y="19173"/>
                  </a:cubicBezTo>
                  <a:close/>
                  <a:moveTo>
                    <a:pt x="27001" y="22897"/>
                  </a:moveTo>
                  <a:cubicBezTo>
                    <a:pt x="24085" y="24581"/>
                    <a:pt x="19326" y="24572"/>
                    <a:pt x="16391" y="22879"/>
                  </a:cubicBezTo>
                  <a:cubicBezTo>
                    <a:pt x="15314" y="22257"/>
                    <a:pt x="14631" y="21493"/>
                    <a:pt x="14340" y="20693"/>
                  </a:cubicBezTo>
                  <a:cubicBezTo>
                    <a:pt x="13840" y="19311"/>
                    <a:pt x="14512" y="17819"/>
                    <a:pt x="16357" y="16753"/>
                  </a:cubicBezTo>
                  <a:cubicBezTo>
                    <a:pt x="19273" y="15069"/>
                    <a:pt x="24032" y="15078"/>
                    <a:pt x="26967" y="16772"/>
                  </a:cubicBezTo>
                  <a:cubicBezTo>
                    <a:pt x="28836" y="17852"/>
                    <a:pt x="29521" y="19359"/>
                    <a:pt x="29018" y="20745"/>
                  </a:cubicBezTo>
                  <a:cubicBezTo>
                    <a:pt x="28730" y="21536"/>
                    <a:pt x="28058" y="22286"/>
                    <a:pt x="27001" y="22897"/>
                  </a:cubicBezTo>
                  <a:close/>
                  <a:moveTo>
                    <a:pt x="32663" y="19213"/>
                  </a:moveTo>
                  <a:cubicBezTo>
                    <a:pt x="32165" y="19501"/>
                    <a:pt x="31351" y="19499"/>
                    <a:pt x="30850" y="19210"/>
                  </a:cubicBezTo>
                  <a:cubicBezTo>
                    <a:pt x="30828" y="19198"/>
                    <a:pt x="30807" y="19184"/>
                    <a:pt x="30787" y="19170"/>
                  </a:cubicBezTo>
                  <a:cubicBezTo>
                    <a:pt x="30805" y="19158"/>
                    <a:pt x="30825" y="19145"/>
                    <a:pt x="30845" y="19135"/>
                  </a:cubicBezTo>
                  <a:cubicBezTo>
                    <a:pt x="31342" y="18847"/>
                    <a:pt x="32156" y="18848"/>
                    <a:pt x="32657" y="19138"/>
                  </a:cubicBezTo>
                  <a:cubicBezTo>
                    <a:pt x="32679" y="19150"/>
                    <a:pt x="32700" y="19164"/>
                    <a:pt x="32720" y="19178"/>
                  </a:cubicBezTo>
                  <a:cubicBezTo>
                    <a:pt x="32702" y="19190"/>
                    <a:pt x="32683" y="19202"/>
                    <a:pt x="32663" y="19213"/>
                  </a:cubicBezTo>
                  <a:close/>
                  <a:moveTo>
                    <a:pt x="41062" y="13792"/>
                  </a:moveTo>
                  <a:cubicBezTo>
                    <a:pt x="40774" y="14583"/>
                    <a:pt x="40102" y="15332"/>
                    <a:pt x="39045" y="15944"/>
                  </a:cubicBezTo>
                  <a:cubicBezTo>
                    <a:pt x="36129" y="17627"/>
                    <a:pt x="31370" y="17619"/>
                    <a:pt x="28435" y="15924"/>
                  </a:cubicBezTo>
                  <a:cubicBezTo>
                    <a:pt x="27358" y="15303"/>
                    <a:pt x="26675" y="14540"/>
                    <a:pt x="26384" y="13739"/>
                  </a:cubicBezTo>
                  <a:cubicBezTo>
                    <a:pt x="25884" y="12357"/>
                    <a:pt x="26557" y="10865"/>
                    <a:pt x="28402" y="9799"/>
                  </a:cubicBezTo>
                  <a:cubicBezTo>
                    <a:pt x="29276" y="9295"/>
                    <a:pt x="30318" y="8942"/>
                    <a:pt x="31425" y="8741"/>
                  </a:cubicBezTo>
                  <a:cubicBezTo>
                    <a:pt x="31777" y="8678"/>
                    <a:pt x="32136" y="8629"/>
                    <a:pt x="32499" y="8596"/>
                  </a:cubicBezTo>
                  <a:cubicBezTo>
                    <a:pt x="34797" y="8386"/>
                    <a:pt x="37238" y="8795"/>
                    <a:pt x="39012" y="9818"/>
                  </a:cubicBezTo>
                  <a:cubicBezTo>
                    <a:pt x="40882" y="10897"/>
                    <a:pt x="41566" y="12406"/>
                    <a:pt x="41062" y="1379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2390;p52">
              <a:extLst>
                <a:ext uri="{FF2B5EF4-FFF2-40B4-BE49-F238E27FC236}">
                  <a16:creationId xmlns:a16="http://schemas.microsoft.com/office/drawing/2014/main" id="{E6CD4C58-79EF-EDE6-6BCC-EBFF099679F4}"/>
                </a:ext>
              </a:extLst>
            </p:cNvPr>
            <p:cNvSpPr/>
            <p:nvPr/>
          </p:nvSpPr>
          <p:spPr>
            <a:xfrm>
              <a:off x="1430137" y="1001653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4114" y="2304"/>
                  </a:moveTo>
                  <a:cubicBezTo>
                    <a:pt x="10867" y="429"/>
                    <a:pt x="6042" y="0"/>
                    <a:pt x="2814" y="1863"/>
                  </a:cubicBezTo>
                  <a:cubicBezTo>
                    <a:pt x="1262" y="2760"/>
                    <a:pt x="62" y="4132"/>
                    <a:pt x="9" y="5313"/>
                  </a:cubicBezTo>
                  <a:cubicBezTo>
                    <a:pt x="7" y="5359"/>
                    <a:pt x="1" y="5633"/>
                    <a:pt x="1" y="5681"/>
                  </a:cubicBezTo>
                  <a:cubicBezTo>
                    <a:pt x="7" y="6908"/>
                    <a:pt x="824" y="8137"/>
                    <a:pt x="2447" y="9074"/>
                  </a:cubicBezTo>
                  <a:cubicBezTo>
                    <a:pt x="5694" y="10949"/>
                    <a:pt x="10962" y="10958"/>
                    <a:pt x="14189" y="9096"/>
                  </a:cubicBezTo>
                  <a:cubicBezTo>
                    <a:pt x="15754" y="8193"/>
                    <a:pt x="16555" y="7013"/>
                    <a:pt x="16597" y="5822"/>
                  </a:cubicBezTo>
                  <a:cubicBezTo>
                    <a:pt x="16598" y="5781"/>
                    <a:pt x="16600" y="5518"/>
                    <a:pt x="16598" y="5475"/>
                  </a:cubicBezTo>
                  <a:cubicBezTo>
                    <a:pt x="16586" y="4252"/>
                    <a:pt x="15731" y="3238"/>
                    <a:pt x="14114" y="2304"/>
                  </a:cubicBezTo>
                  <a:close/>
                  <a:moveTo>
                    <a:pt x="2913" y="8579"/>
                  </a:moveTo>
                  <a:cubicBezTo>
                    <a:pt x="2001" y="8053"/>
                    <a:pt x="1470" y="7593"/>
                    <a:pt x="1122" y="6927"/>
                  </a:cubicBezTo>
                  <a:cubicBezTo>
                    <a:pt x="352" y="5449"/>
                    <a:pt x="968" y="3783"/>
                    <a:pt x="2979" y="2623"/>
                  </a:cubicBezTo>
                  <a:cubicBezTo>
                    <a:pt x="5894" y="940"/>
                    <a:pt x="10653" y="948"/>
                    <a:pt x="13588" y="2643"/>
                  </a:cubicBezTo>
                  <a:cubicBezTo>
                    <a:pt x="15554" y="3777"/>
                    <a:pt x="16209" y="5384"/>
                    <a:pt x="15551" y="6828"/>
                  </a:cubicBezTo>
                  <a:cubicBezTo>
                    <a:pt x="15228" y="7541"/>
                    <a:pt x="14626" y="7985"/>
                    <a:pt x="13663" y="8542"/>
                  </a:cubicBezTo>
                  <a:cubicBezTo>
                    <a:pt x="10747" y="10225"/>
                    <a:pt x="5848" y="10274"/>
                    <a:pt x="2913" y="85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2391;p52">
              <a:extLst>
                <a:ext uri="{FF2B5EF4-FFF2-40B4-BE49-F238E27FC236}">
                  <a16:creationId xmlns:a16="http://schemas.microsoft.com/office/drawing/2014/main" id="{A5A39101-8854-DB9B-6FF9-1A691BA74A3E}"/>
                </a:ext>
              </a:extLst>
            </p:cNvPr>
            <p:cNvSpPr/>
            <p:nvPr/>
          </p:nvSpPr>
          <p:spPr>
            <a:xfrm>
              <a:off x="1382837" y="1005816"/>
              <a:ext cx="1054393" cy="608813"/>
            </a:xfrm>
            <a:custGeom>
              <a:avLst/>
              <a:gdLst/>
              <a:ahLst/>
              <a:cxnLst/>
              <a:rect l="l" t="t" r="r" b="b"/>
              <a:pathLst>
                <a:path w="18235" h="10529" extrusionOk="0">
                  <a:moveTo>
                    <a:pt x="14970" y="1885"/>
                  </a:moveTo>
                  <a:cubicBezTo>
                    <a:pt x="11723" y="10"/>
                    <a:pt x="6455" y="1"/>
                    <a:pt x="3228" y="1863"/>
                  </a:cubicBezTo>
                  <a:cubicBezTo>
                    <a:pt x="1" y="3728"/>
                    <a:pt x="18" y="6769"/>
                    <a:pt x="3265" y="8644"/>
                  </a:cubicBezTo>
                  <a:cubicBezTo>
                    <a:pt x="6512" y="10519"/>
                    <a:pt x="11780" y="10528"/>
                    <a:pt x="15007" y="8665"/>
                  </a:cubicBezTo>
                  <a:cubicBezTo>
                    <a:pt x="18235" y="6801"/>
                    <a:pt x="18218" y="3760"/>
                    <a:pt x="14970" y="1885"/>
                  </a:cubicBezTo>
                  <a:close/>
                  <a:moveTo>
                    <a:pt x="3829" y="8318"/>
                  </a:moveTo>
                  <a:cubicBezTo>
                    <a:pt x="896" y="6623"/>
                    <a:pt x="880" y="3875"/>
                    <a:pt x="3797" y="2192"/>
                  </a:cubicBezTo>
                  <a:cubicBezTo>
                    <a:pt x="6712" y="508"/>
                    <a:pt x="11471" y="517"/>
                    <a:pt x="14406" y="2211"/>
                  </a:cubicBezTo>
                  <a:cubicBezTo>
                    <a:pt x="17339" y="3905"/>
                    <a:pt x="17355" y="6653"/>
                    <a:pt x="14440" y="8336"/>
                  </a:cubicBezTo>
                  <a:cubicBezTo>
                    <a:pt x="11523" y="10020"/>
                    <a:pt x="6764" y="10011"/>
                    <a:pt x="3829" y="83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392;p52">
              <a:extLst>
                <a:ext uri="{FF2B5EF4-FFF2-40B4-BE49-F238E27FC236}">
                  <a16:creationId xmlns:a16="http://schemas.microsoft.com/office/drawing/2014/main" id="{61C45265-E57C-93A7-4356-2E330D3486FE}"/>
                </a:ext>
              </a:extLst>
            </p:cNvPr>
            <p:cNvSpPr/>
            <p:nvPr/>
          </p:nvSpPr>
          <p:spPr>
            <a:xfrm>
              <a:off x="2130953" y="1406242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3966" y="1926"/>
                  </a:moveTo>
                  <a:cubicBezTo>
                    <a:pt x="11494" y="648"/>
                    <a:pt x="6041" y="1"/>
                    <a:pt x="2814" y="1863"/>
                  </a:cubicBezTo>
                  <a:cubicBezTo>
                    <a:pt x="1262" y="2760"/>
                    <a:pt x="62" y="4060"/>
                    <a:pt x="10" y="5241"/>
                  </a:cubicBezTo>
                  <a:cubicBezTo>
                    <a:pt x="7" y="5287"/>
                    <a:pt x="1" y="5635"/>
                    <a:pt x="1" y="5681"/>
                  </a:cubicBezTo>
                  <a:cubicBezTo>
                    <a:pt x="7" y="6909"/>
                    <a:pt x="823" y="8138"/>
                    <a:pt x="2446" y="9074"/>
                  </a:cubicBezTo>
                  <a:cubicBezTo>
                    <a:pt x="5695" y="10949"/>
                    <a:pt x="10962" y="10959"/>
                    <a:pt x="14189" y="9096"/>
                  </a:cubicBezTo>
                  <a:cubicBezTo>
                    <a:pt x="15753" y="8193"/>
                    <a:pt x="16556" y="7013"/>
                    <a:pt x="16598" y="5823"/>
                  </a:cubicBezTo>
                  <a:cubicBezTo>
                    <a:pt x="16599" y="5781"/>
                    <a:pt x="16599" y="5340"/>
                    <a:pt x="16599" y="5297"/>
                  </a:cubicBezTo>
                  <a:cubicBezTo>
                    <a:pt x="16575" y="4384"/>
                    <a:pt x="15624" y="2785"/>
                    <a:pt x="13966" y="1926"/>
                  </a:cubicBezTo>
                  <a:close/>
                  <a:moveTo>
                    <a:pt x="2597" y="8279"/>
                  </a:moveTo>
                  <a:cubicBezTo>
                    <a:pt x="1685" y="7753"/>
                    <a:pt x="1469" y="7593"/>
                    <a:pt x="1122" y="6927"/>
                  </a:cubicBezTo>
                  <a:cubicBezTo>
                    <a:pt x="351" y="5449"/>
                    <a:pt x="970" y="3783"/>
                    <a:pt x="2978" y="2623"/>
                  </a:cubicBezTo>
                  <a:cubicBezTo>
                    <a:pt x="5893" y="940"/>
                    <a:pt x="10654" y="948"/>
                    <a:pt x="13588" y="2643"/>
                  </a:cubicBezTo>
                  <a:cubicBezTo>
                    <a:pt x="15553" y="3777"/>
                    <a:pt x="16209" y="5384"/>
                    <a:pt x="15552" y="6829"/>
                  </a:cubicBezTo>
                  <a:cubicBezTo>
                    <a:pt x="15227" y="7541"/>
                    <a:pt x="14564" y="8081"/>
                    <a:pt x="13601" y="8636"/>
                  </a:cubicBezTo>
                  <a:cubicBezTo>
                    <a:pt x="10685" y="10320"/>
                    <a:pt x="5532" y="9973"/>
                    <a:pt x="2597" y="82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393;p52">
              <a:extLst>
                <a:ext uri="{FF2B5EF4-FFF2-40B4-BE49-F238E27FC236}">
                  <a16:creationId xmlns:a16="http://schemas.microsoft.com/office/drawing/2014/main" id="{E4743F13-2188-A0A7-0BB0-F10A1732EA0A}"/>
                </a:ext>
              </a:extLst>
            </p:cNvPr>
            <p:cNvSpPr/>
            <p:nvPr/>
          </p:nvSpPr>
          <p:spPr>
            <a:xfrm>
              <a:off x="2083654" y="1410405"/>
              <a:ext cx="1054393" cy="608813"/>
            </a:xfrm>
            <a:custGeom>
              <a:avLst/>
              <a:gdLst/>
              <a:ahLst/>
              <a:cxnLst/>
              <a:rect l="l" t="t" r="r" b="b"/>
              <a:pathLst>
                <a:path w="18235" h="10529" extrusionOk="0">
                  <a:moveTo>
                    <a:pt x="14970" y="1885"/>
                  </a:moveTo>
                  <a:cubicBezTo>
                    <a:pt x="11723" y="10"/>
                    <a:pt x="6455" y="1"/>
                    <a:pt x="3227" y="1864"/>
                  </a:cubicBezTo>
                  <a:cubicBezTo>
                    <a:pt x="0" y="3728"/>
                    <a:pt x="17" y="6769"/>
                    <a:pt x="3264" y="8644"/>
                  </a:cubicBezTo>
                  <a:cubicBezTo>
                    <a:pt x="6511" y="10519"/>
                    <a:pt x="11780" y="10528"/>
                    <a:pt x="15007" y="8666"/>
                  </a:cubicBezTo>
                  <a:cubicBezTo>
                    <a:pt x="18234" y="6801"/>
                    <a:pt x="18217" y="3760"/>
                    <a:pt x="14970" y="1885"/>
                  </a:cubicBezTo>
                  <a:close/>
                  <a:moveTo>
                    <a:pt x="3829" y="8318"/>
                  </a:moveTo>
                  <a:cubicBezTo>
                    <a:pt x="895" y="6623"/>
                    <a:pt x="880" y="3876"/>
                    <a:pt x="3796" y="2193"/>
                  </a:cubicBezTo>
                  <a:cubicBezTo>
                    <a:pt x="6711" y="508"/>
                    <a:pt x="11472" y="518"/>
                    <a:pt x="14406" y="2211"/>
                  </a:cubicBezTo>
                  <a:cubicBezTo>
                    <a:pt x="17340" y="3905"/>
                    <a:pt x="17354" y="6654"/>
                    <a:pt x="14439" y="8336"/>
                  </a:cubicBezTo>
                  <a:cubicBezTo>
                    <a:pt x="11523" y="10021"/>
                    <a:pt x="6764" y="10011"/>
                    <a:pt x="3829" y="83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394;p52">
              <a:extLst>
                <a:ext uri="{FF2B5EF4-FFF2-40B4-BE49-F238E27FC236}">
                  <a16:creationId xmlns:a16="http://schemas.microsoft.com/office/drawing/2014/main" id="{EB122431-8F58-0CEF-C798-D539849D9888}"/>
                </a:ext>
              </a:extLst>
            </p:cNvPr>
            <p:cNvSpPr/>
            <p:nvPr/>
          </p:nvSpPr>
          <p:spPr>
            <a:xfrm>
              <a:off x="733714" y="1406704"/>
              <a:ext cx="959854" cy="630728"/>
            </a:xfrm>
            <a:custGeom>
              <a:avLst/>
              <a:gdLst/>
              <a:ahLst/>
              <a:cxnLst/>
              <a:rect l="l" t="t" r="r" b="b"/>
              <a:pathLst>
                <a:path w="16600" h="10908" extrusionOk="0">
                  <a:moveTo>
                    <a:pt x="13966" y="1875"/>
                  </a:moveTo>
                  <a:cubicBezTo>
                    <a:pt x="10719" y="0"/>
                    <a:pt x="5841" y="249"/>
                    <a:pt x="2614" y="2112"/>
                  </a:cubicBezTo>
                  <a:cubicBezTo>
                    <a:pt x="1061" y="3009"/>
                    <a:pt x="62" y="4053"/>
                    <a:pt x="8" y="5235"/>
                  </a:cubicBezTo>
                  <a:cubicBezTo>
                    <a:pt x="7" y="5281"/>
                    <a:pt x="1" y="5582"/>
                    <a:pt x="1" y="5629"/>
                  </a:cubicBezTo>
                  <a:cubicBezTo>
                    <a:pt x="7" y="6856"/>
                    <a:pt x="824" y="8085"/>
                    <a:pt x="2447" y="9023"/>
                  </a:cubicBezTo>
                  <a:cubicBezTo>
                    <a:pt x="5694" y="10898"/>
                    <a:pt x="10962" y="10908"/>
                    <a:pt x="14189" y="9045"/>
                  </a:cubicBezTo>
                  <a:cubicBezTo>
                    <a:pt x="15754" y="8142"/>
                    <a:pt x="16555" y="6961"/>
                    <a:pt x="16597" y="5772"/>
                  </a:cubicBezTo>
                  <a:cubicBezTo>
                    <a:pt x="16598" y="5729"/>
                    <a:pt x="16600" y="5327"/>
                    <a:pt x="16598" y="5286"/>
                  </a:cubicBezTo>
                  <a:cubicBezTo>
                    <a:pt x="16586" y="4063"/>
                    <a:pt x="15583" y="2809"/>
                    <a:pt x="13966" y="1875"/>
                  </a:cubicBezTo>
                  <a:close/>
                  <a:moveTo>
                    <a:pt x="2865" y="8516"/>
                  </a:moveTo>
                  <a:cubicBezTo>
                    <a:pt x="1953" y="7990"/>
                    <a:pt x="1470" y="7542"/>
                    <a:pt x="1122" y="6876"/>
                  </a:cubicBezTo>
                  <a:cubicBezTo>
                    <a:pt x="351" y="5398"/>
                    <a:pt x="968" y="3732"/>
                    <a:pt x="2979" y="2572"/>
                  </a:cubicBezTo>
                  <a:cubicBezTo>
                    <a:pt x="5894" y="888"/>
                    <a:pt x="10653" y="897"/>
                    <a:pt x="13588" y="2591"/>
                  </a:cubicBezTo>
                  <a:cubicBezTo>
                    <a:pt x="15552" y="3726"/>
                    <a:pt x="16209" y="5333"/>
                    <a:pt x="15551" y="6778"/>
                  </a:cubicBezTo>
                  <a:cubicBezTo>
                    <a:pt x="15226" y="7488"/>
                    <a:pt x="14565" y="7922"/>
                    <a:pt x="13603" y="8479"/>
                  </a:cubicBezTo>
                  <a:cubicBezTo>
                    <a:pt x="10687" y="10162"/>
                    <a:pt x="5798" y="10209"/>
                    <a:pt x="2865" y="85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395;p52">
              <a:extLst>
                <a:ext uri="{FF2B5EF4-FFF2-40B4-BE49-F238E27FC236}">
                  <a16:creationId xmlns:a16="http://schemas.microsoft.com/office/drawing/2014/main" id="{A1F978BD-0165-D76F-C68B-6549003AC9D4}"/>
                </a:ext>
              </a:extLst>
            </p:cNvPr>
            <p:cNvSpPr/>
            <p:nvPr/>
          </p:nvSpPr>
          <p:spPr>
            <a:xfrm>
              <a:off x="2415732" y="2029113"/>
              <a:ext cx="162597" cy="71122"/>
            </a:xfrm>
            <a:custGeom>
              <a:avLst/>
              <a:gdLst/>
              <a:ahLst/>
              <a:cxnLst/>
              <a:rect l="l" t="t" r="r" b="b"/>
              <a:pathLst>
                <a:path w="2812" h="1230" extrusionOk="0">
                  <a:moveTo>
                    <a:pt x="1399" y="0"/>
                  </a:moveTo>
                  <a:cubicBezTo>
                    <a:pt x="1072" y="0"/>
                    <a:pt x="745" y="72"/>
                    <a:pt x="496" y="216"/>
                  </a:cubicBezTo>
                  <a:cubicBezTo>
                    <a:pt x="19" y="490"/>
                    <a:pt x="1" y="931"/>
                    <a:pt x="439" y="1222"/>
                  </a:cubicBezTo>
                  <a:cubicBezTo>
                    <a:pt x="458" y="1210"/>
                    <a:pt x="476" y="1199"/>
                    <a:pt x="496" y="1187"/>
                  </a:cubicBezTo>
                  <a:cubicBezTo>
                    <a:pt x="744" y="1043"/>
                    <a:pt x="1070" y="972"/>
                    <a:pt x="1397" y="972"/>
                  </a:cubicBezTo>
                  <a:cubicBezTo>
                    <a:pt x="1726" y="972"/>
                    <a:pt x="2056" y="1044"/>
                    <a:pt x="2308" y="1190"/>
                  </a:cubicBezTo>
                  <a:cubicBezTo>
                    <a:pt x="2330" y="1202"/>
                    <a:pt x="2351" y="1216"/>
                    <a:pt x="2371" y="1230"/>
                  </a:cubicBezTo>
                  <a:cubicBezTo>
                    <a:pt x="2811" y="940"/>
                    <a:pt x="2790" y="496"/>
                    <a:pt x="2308" y="219"/>
                  </a:cubicBezTo>
                  <a:cubicBezTo>
                    <a:pt x="2248" y="184"/>
                    <a:pt x="2184" y="154"/>
                    <a:pt x="2116" y="128"/>
                  </a:cubicBezTo>
                  <a:cubicBezTo>
                    <a:pt x="1971" y="71"/>
                    <a:pt x="1813" y="34"/>
                    <a:pt x="1648" y="16"/>
                  </a:cubicBezTo>
                  <a:cubicBezTo>
                    <a:pt x="1648" y="16"/>
                    <a:pt x="1648" y="16"/>
                    <a:pt x="1648" y="14"/>
                  </a:cubicBezTo>
                  <a:cubicBezTo>
                    <a:pt x="1566" y="5"/>
                    <a:pt x="1483" y="0"/>
                    <a:pt x="1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396;p52">
              <a:extLst>
                <a:ext uri="{FF2B5EF4-FFF2-40B4-BE49-F238E27FC236}">
                  <a16:creationId xmlns:a16="http://schemas.microsoft.com/office/drawing/2014/main" id="{913C4868-B9C3-2806-0440-BF65CA8A6EDE}"/>
                </a:ext>
              </a:extLst>
            </p:cNvPr>
            <p:cNvSpPr/>
            <p:nvPr/>
          </p:nvSpPr>
          <p:spPr>
            <a:xfrm>
              <a:off x="1247820" y="1353912"/>
              <a:ext cx="160978" cy="71179"/>
            </a:xfrm>
            <a:custGeom>
              <a:avLst/>
              <a:gdLst/>
              <a:ahLst/>
              <a:cxnLst/>
              <a:rect l="l" t="t" r="r" b="b"/>
              <a:pathLst>
                <a:path w="2784" h="1231" extrusionOk="0">
                  <a:moveTo>
                    <a:pt x="1370" y="1"/>
                  </a:moveTo>
                  <a:cubicBezTo>
                    <a:pt x="1043" y="1"/>
                    <a:pt x="716" y="72"/>
                    <a:pt x="468" y="215"/>
                  </a:cubicBezTo>
                  <a:cubicBezTo>
                    <a:pt x="90" y="435"/>
                    <a:pt x="1" y="758"/>
                    <a:pt x="201" y="1027"/>
                  </a:cubicBezTo>
                  <a:cubicBezTo>
                    <a:pt x="251" y="1098"/>
                    <a:pt x="322" y="1162"/>
                    <a:pt x="411" y="1222"/>
                  </a:cubicBezTo>
                  <a:cubicBezTo>
                    <a:pt x="430" y="1210"/>
                    <a:pt x="448" y="1198"/>
                    <a:pt x="468" y="1187"/>
                  </a:cubicBezTo>
                  <a:cubicBezTo>
                    <a:pt x="716" y="1044"/>
                    <a:pt x="1043" y="972"/>
                    <a:pt x="1370" y="972"/>
                  </a:cubicBezTo>
                  <a:cubicBezTo>
                    <a:pt x="1700" y="972"/>
                    <a:pt x="2030" y="1045"/>
                    <a:pt x="2282" y="1190"/>
                  </a:cubicBezTo>
                  <a:cubicBezTo>
                    <a:pt x="2303" y="1202"/>
                    <a:pt x="2325" y="1216"/>
                    <a:pt x="2345" y="1230"/>
                  </a:cubicBezTo>
                  <a:cubicBezTo>
                    <a:pt x="2783" y="941"/>
                    <a:pt x="2762" y="496"/>
                    <a:pt x="2282" y="220"/>
                  </a:cubicBezTo>
                  <a:cubicBezTo>
                    <a:pt x="2199" y="172"/>
                    <a:pt x="2108" y="132"/>
                    <a:pt x="2013" y="100"/>
                  </a:cubicBezTo>
                  <a:cubicBezTo>
                    <a:pt x="1814" y="34"/>
                    <a:pt x="1592" y="1"/>
                    <a:pt x="13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397;p52">
              <a:extLst>
                <a:ext uri="{FF2B5EF4-FFF2-40B4-BE49-F238E27FC236}">
                  <a16:creationId xmlns:a16="http://schemas.microsoft.com/office/drawing/2014/main" id="{04B5100D-6BFA-CD20-BC62-7874AFBB0A2E}"/>
                </a:ext>
              </a:extLst>
            </p:cNvPr>
            <p:cNvSpPr/>
            <p:nvPr/>
          </p:nvSpPr>
          <p:spPr>
            <a:xfrm>
              <a:off x="1251116" y="2027031"/>
              <a:ext cx="161325" cy="71064"/>
            </a:xfrm>
            <a:custGeom>
              <a:avLst/>
              <a:gdLst/>
              <a:ahLst/>
              <a:cxnLst/>
              <a:rect l="l" t="t" r="r" b="b"/>
              <a:pathLst>
                <a:path w="2790" h="1229" extrusionOk="0">
                  <a:moveTo>
                    <a:pt x="1377" y="0"/>
                  </a:moveTo>
                  <a:cubicBezTo>
                    <a:pt x="1050" y="0"/>
                    <a:pt x="723" y="71"/>
                    <a:pt x="474" y="215"/>
                  </a:cubicBezTo>
                  <a:cubicBezTo>
                    <a:pt x="417" y="249"/>
                    <a:pt x="367" y="284"/>
                    <a:pt x="324" y="321"/>
                  </a:cubicBezTo>
                  <a:cubicBezTo>
                    <a:pt x="1" y="595"/>
                    <a:pt x="33" y="966"/>
                    <a:pt x="417" y="1221"/>
                  </a:cubicBezTo>
                  <a:cubicBezTo>
                    <a:pt x="436" y="1210"/>
                    <a:pt x="454" y="1198"/>
                    <a:pt x="474" y="1186"/>
                  </a:cubicBezTo>
                  <a:cubicBezTo>
                    <a:pt x="722" y="1043"/>
                    <a:pt x="1048" y="972"/>
                    <a:pt x="1375" y="972"/>
                  </a:cubicBezTo>
                  <a:cubicBezTo>
                    <a:pt x="1705" y="972"/>
                    <a:pt x="2036" y="1045"/>
                    <a:pt x="2288" y="1190"/>
                  </a:cubicBezTo>
                  <a:cubicBezTo>
                    <a:pt x="2309" y="1203"/>
                    <a:pt x="2331" y="1215"/>
                    <a:pt x="2351" y="1229"/>
                  </a:cubicBezTo>
                  <a:cubicBezTo>
                    <a:pt x="2789" y="940"/>
                    <a:pt x="2768" y="497"/>
                    <a:pt x="2286" y="218"/>
                  </a:cubicBezTo>
                  <a:cubicBezTo>
                    <a:pt x="2099" y="109"/>
                    <a:pt x="1865" y="41"/>
                    <a:pt x="1622" y="14"/>
                  </a:cubicBezTo>
                  <a:cubicBezTo>
                    <a:pt x="1541" y="5"/>
                    <a:pt x="1459" y="0"/>
                    <a:pt x="1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398;p52">
              <a:extLst>
                <a:ext uri="{FF2B5EF4-FFF2-40B4-BE49-F238E27FC236}">
                  <a16:creationId xmlns:a16="http://schemas.microsoft.com/office/drawing/2014/main" id="{7455CE07-37B4-0F9C-7C2D-453B9F44743F}"/>
                </a:ext>
              </a:extLst>
            </p:cNvPr>
            <p:cNvSpPr/>
            <p:nvPr/>
          </p:nvSpPr>
          <p:spPr>
            <a:xfrm>
              <a:off x="2412089" y="1356051"/>
              <a:ext cx="161498" cy="71064"/>
            </a:xfrm>
            <a:custGeom>
              <a:avLst/>
              <a:gdLst/>
              <a:ahLst/>
              <a:cxnLst/>
              <a:rect l="l" t="t" r="r" b="b"/>
              <a:pathLst>
                <a:path w="2793" h="1229" extrusionOk="0">
                  <a:moveTo>
                    <a:pt x="1396" y="0"/>
                  </a:moveTo>
                  <a:cubicBezTo>
                    <a:pt x="1174" y="0"/>
                    <a:pt x="952" y="33"/>
                    <a:pt x="755" y="99"/>
                  </a:cubicBezTo>
                  <a:cubicBezTo>
                    <a:pt x="662" y="130"/>
                    <a:pt x="575" y="170"/>
                    <a:pt x="496" y="215"/>
                  </a:cubicBezTo>
                  <a:cubicBezTo>
                    <a:pt x="19" y="490"/>
                    <a:pt x="1" y="932"/>
                    <a:pt x="438" y="1221"/>
                  </a:cubicBezTo>
                  <a:cubicBezTo>
                    <a:pt x="458" y="1210"/>
                    <a:pt x="476" y="1198"/>
                    <a:pt x="496" y="1185"/>
                  </a:cubicBezTo>
                  <a:cubicBezTo>
                    <a:pt x="744" y="1043"/>
                    <a:pt x="1069" y="972"/>
                    <a:pt x="1396" y="972"/>
                  </a:cubicBezTo>
                  <a:cubicBezTo>
                    <a:pt x="1725" y="972"/>
                    <a:pt x="2056" y="1045"/>
                    <a:pt x="2308" y="1190"/>
                  </a:cubicBezTo>
                  <a:cubicBezTo>
                    <a:pt x="2331" y="1202"/>
                    <a:pt x="2351" y="1215"/>
                    <a:pt x="2371" y="1228"/>
                  </a:cubicBezTo>
                  <a:cubicBezTo>
                    <a:pt x="2442" y="1184"/>
                    <a:pt x="2499" y="1135"/>
                    <a:pt x="2545" y="1081"/>
                  </a:cubicBezTo>
                  <a:cubicBezTo>
                    <a:pt x="2793" y="804"/>
                    <a:pt x="2713" y="452"/>
                    <a:pt x="2308" y="218"/>
                  </a:cubicBezTo>
                  <a:cubicBezTo>
                    <a:pt x="2056" y="73"/>
                    <a:pt x="1726" y="0"/>
                    <a:pt x="13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399;p52">
              <a:extLst>
                <a:ext uri="{FF2B5EF4-FFF2-40B4-BE49-F238E27FC236}">
                  <a16:creationId xmlns:a16="http://schemas.microsoft.com/office/drawing/2014/main" id="{8224B7A9-98EB-385E-D676-16141A07D432}"/>
                </a:ext>
              </a:extLst>
            </p:cNvPr>
            <p:cNvSpPr/>
            <p:nvPr/>
          </p:nvSpPr>
          <p:spPr>
            <a:xfrm>
              <a:off x="686415" y="1407919"/>
              <a:ext cx="1054393" cy="608697"/>
            </a:xfrm>
            <a:custGeom>
              <a:avLst/>
              <a:gdLst/>
              <a:ahLst/>
              <a:cxnLst/>
              <a:rect l="l" t="t" r="r" b="b"/>
              <a:pathLst>
                <a:path w="18235" h="10527" extrusionOk="0">
                  <a:moveTo>
                    <a:pt x="14970" y="1885"/>
                  </a:moveTo>
                  <a:cubicBezTo>
                    <a:pt x="11723" y="10"/>
                    <a:pt x="6455" y="1"/>
                    <a:pt x="3228" y="1864"/>
                  </a:cubicBezTo>
                  <a:cubicBezTo>
                    <a:pt x="0" y="3726"/>
                    <a:pt x="17" y="6767"/>
                    <a:pt x="3265" y="8642"/>
                  </a:cubicBezTo>
                  <a:cubicBezTo>
                    <a:pt x="6512" y="10517"/>
                    <a:pt x="11780" y="10527"/>
                    <a:pt x="15007" y="8664"/>
                  </a:cubicBezTo>
                  <a:cubicBezTo>
                    <a:pt x="18234" y="6801"/>
                    <a:pt x="18217" y="3760"/>
                    <a:pt x="14970" y="1885"/>
                  </a:cubicBezTo>
                  <a:close/>
                  <a:moveTo>
                    <a:pt x="3829" y="8316"/>
                  </a:moveTo>
                  <a:cubicBezTo>
                    <a:pt x="896" y="6623"/>
                    <a:pt x="880" y="3876"/>
                    <a:pt x="3795" y="2191"/>
                  </a:cubicBezTo>
                  <a:cubicBezTo>
                    <a:pt x="6712" y="508"/>
                    <a:pt x="11471" y="516"/>
                    <a:pt x="14406" y="2211"/>
                  </a:cubicBezTo>
                  <a:cubicBezTo>
                    <a:pt x="17339" y="3905"/>
                    <a:pt x="17355" y="6652"/>
                    <a:pt x="14438" y="8336"/>
                  </a:cubicBezTo>
                  <a:cubicBezTo>
                    <a:pt x="11523" y="10019"/>
                    <a:pt x="6764" y="10011"/>
                    <a:pt x="3829" y="8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400;p52">
              <a:extLst>
                <a:ext uri="{FF2B5EF4-FFF2-40B4-BE49-F238E27FC236}">
                  <a16:creationId xmlns:a16="http://schemas.microsoft.com/office/drawing/2014/main" id="{5362E031-2082-D1CD-9FBD-B4D99335E53D}"/>
                </a:ext>
              </a:extLst>
            </p:cNvPr>
            <p:cNvSpPr/>
            <p:nvPr/>
          </p:nvSpPr>
          <p:spPr>
            <a:xfrm>
              <a:off x="1434531" y="1808344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4109" y="2182"/>
                  </a:moveTo>
                  <a:cubicBezTo>
                    <a:pt x="10862" y="307"/>
                    <a:pt x="6041" y="1"/>
                    <a:pt x="2814" y="1864"/>
                  </a:cubicBezTo>
                  <a:cubicBezTo>
                    <a:pt x="1262" y="2760"/>
                    <a:pt x="62" y="3974"/>
                    <a:pt x="10" y="5154"/>
                  </a:cubicBezTo>
                  <a:cubicBezTo>
                    <a:pt x="6" y="5201"/>
                    <a:pt x="0" y="5634"/>
                    <a:pt x="0" y="5680"/>
                  </a:cubicBezTo>
                  <a:cubicBezTo>
                    <a:pt x="6" y="6909"/>
                    <a:pt x="823" y="8138"/>
                    <a:pt x="2446" y="9075"/>
                  </a:cubicBezTo>
                  <a:cubicBezTo>
                    <a:pt x="5693" y="10950"/>
                    <a:pt x="10962" y="10959"/>
                    <a:pt x="14189" y="9096"/>
                  </a:cubicBezTo>
                  <a:cubicBezTo>
                    <a:pt x="15753" y="8193"/>
                    <a:pt x="16555" y="7012"/>
                    <a:pt x="16596" y="5823"/>
                  </a:cubicBezTo>
                  <a:cubicBezTo>
                    <a:pt x="16598" y="5780"/>
                    <a:pt x="16599" y="5432"/>
                    <a:pt x="16598" y="5389"/>
                  </a:cubicBezTo>
                  <a:cubicBezTo>
                    <a:pt x="16585" y="4166"/>
                    <a:pt x="15725" y="3116"/>
                    <a:pt x="14109" y="2182"/>
                  </a:cubicBezTo>
                  <a:close/>
                  <a:moveTo>
                    <a:pt x="2908" y="8616"/>
                  </a:moveTo>
                  <a:cubicBezTo>
                    <a:pt x="1995" y="8089"/>
                    <a:pt x="1469" y="7593"/>
                    <a:pt x="1122" y="6927"/>
                  </a:cubicBezTo>
                  <a:cubicBezTo>
                    <a:pt x="351" y="5449"/>
                    <a:pt x="968" y="3783"/>
                    <a:pt x="2978" y="2623"/>
                  </a:cubicBezTo>
                  <a:cubicBezTo>
                    <a:pt x="5893" y="939"/>
                    <a:pt x="10654" y="948"/>
                    <a:pt x="13587" y="2642"/>
                  </a:cubicBezTo>
                  <a:cubicBezTo>
                    <a:pt x="15553" y="3777"/>
                    <a:pt x="16208" y="5384"/>
                    <a:pt x="15550" y="6829"/>
                  </a:cubicBezTo>
                  <a:cubicBezTo>
                    <a:pt x="15227" y="7540"/>
                    <a:pt x="14712" y="7993"/>
                    <a:pt x="13750" y="8549"/>
                  </a:cubicBezTo>
                  <a:cubicBezTo>
                    <a:pt x="10834" y="10233"/>
                    <a:pt x="5841" y="10310"/>
                    <a:pt x="2908" y="86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401;p52">
              <a:extLst>
                <a:ext uri="{FF2B5EF4-FFF2-40B4-BE49-F238E27FC236}">
                  <a16:creationId xmlns:a16="http://schemas.microsoft.com/office/drawing/2014/main" id="{CD378CAF-0E50-0D50-A232-6660BB00AE54}"/>
                </a:ext>
              </a:extLst>
            </p:cNvPr>
            <p:cNvSpPr/>
            <p:nvPr/>
          </p:nvSpPr>
          <p:spPr>
            <a:xfrm>
              <a:off x="1387232" y="1812565"/>
              <a:ext cx="1054335" cy="608755"/>
            </a:xfrm>
            <a:custGeom>
              <a:avLst/>
              <a:gdLst/>
              <a:ahLst/>
              <a:cxnLst/>
              <a:rect l="l" t="t" r="r" b="b"/>
              <a:pathLst>
                <a:path w="18234" h="10528" extrusionOk="0">
                  <a:moveTo>
                    <a:pt x="14970" y="1884"/>
                  </a:moveTo>
                  <a:cubicBezTo>
                    <a:pt x="11723" y="9"/>
                    <a:pt x="6454" y="0"/>
                    <a:pt x="3227" y="1863"/>
                  </a:cubicBezTo>
                  <a:cubicBezTo>
                    <a:pt x="0" y="3726"/>
                    <a:pt x="17" y="6768"/>
                    <a:pt x="3264" y="8643"/>
                  </a:cubicBezTo>
                  <a:cubicBezTo>
                    <a:pt x="6511" y="10517"/>
                    <a:pt x="11780" y="10528"/>
                    <a:pt x="15007" y="8663"/>
                  </a:cubicBezTo>
                  <a:cubicBezTo>
                    <a:pt x="18234" y="6800"/>
                    <a:pt x="18217" y="3759"/>
                    <a:pt x="14970" y="1884"/>
                  </a:cubicBezTo>
                  <a:close/>
                  <a:moveTo>
                    <a:pt x="3829" y="8317"/>
                  </a:moveTo>
                  <a:cubicBezTo>
                    <a:pt x="895" y="6622"/>
                    <a:pt x="880" y="3875"/>
                    <a:pt x="3796" y="2190"/>
                  </a:cubicBezTo>
                  <a:cubicBezTo>
                    <a:pt x="6711" y="508"/>
                    <a:pt x="11472" y="515"/>
                    <a:pt x="14405" y="2210"/>
                  </a:cubicBezTo>
                  <a:cubicBezTo>
                    <a:pt x="17340" y="3904"/>
                    <a:pt x="17354" y="6653"/>
                    <a:pt x="14439" y="8336"/>
                  </a:cubicBezTo>
                  <a:cubicBezTo>
                    <a:pt x="11523" y="10018"/>
                    <a:pt x="6764" y="10011"/>
                    <a:pt x="3829" y="83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8" name="Google Shape;2402;p52">
              <a:extLst>
                <a:ext uri="{FF2B5EF4-FFF2-40B4-BE49-F238E27FC236}">
                  <a16:creationId xmlns:a16="http://schemas.microsoft.com/office/drawing/2014/main" id="{53D58C62-0A5B-659E-9E07-D2D3572897BF}"/>
                </a:ext>
              </a:extLst>
            </p:cNvPr>
            <p:cNvGrpSpPr/>
            <p:nvPr/>
          </p:nvGrpSpPr>
          <p:grpSpPr>
            <a:xfrm>
              <a:off x="758116" y="1057260"/>
              <a:ext cx="2260120" cy="1352706"/>
              <a:chOff x="770076" y="1073509"/>
              <a:chExt cx="2537750" cy="1518871"/>
            </a:xfrm>
          </p:grpSpPr>
          <p:sp>
            <p:nvSpPr>
              <p:cNvPr id="1419" name="Google Shape;2403;p52">
                <a:extLst>
                  <a:ext uri="{FF2B5EF4-FFF2-40B4-BE49-F238E27FC236}">
                    <a16:creationId xmlns:a16="http://schemas.microsoft.com/office/drawing/2014/main" id="{C565C480-5FE9-32BE-75E3-18569841B014}"/>
                  </a:ext>
                </a:extLst>
              </p:cNvPr>
              <p:cNvSpPr/>
              <p:nvPr/>
            </p:nvSpPr>
            <p:spPr>
              <a:xfrm>
                <a:off x="2372646" y="1572271"/>
                <a:ext cx="935180" cy="541280"/>
              </a:xfrm>
              <a:custGeom>
                <a:avLst/>
                <a:gdLst/>
                <a:ahLst/>
                <a:cxnLst/>
                <a:rect l="l" t="t" r="r" b="b"/>
                <a:pathLst>
                  <a:path w="14404" h="8337" extrusionOk="0">
                    <a:moveTo>
                      <a:pt x="7227" y="22"/>
                    </a:moveTo>
                    <a:cubicBezTo>
                      <a:pt x="9135" y="33"/>
                      <a:pt x="10962" y="479"/>
                      <a:pt x="12307" y="1265"/>
                    </a:cubicBezTo>
                    <a:cubicBezTo>
                      <a:pt x="13651" y="2051"/>
                      <a:pt x="14403" y="3112"/>
                      <a:pt x="14397" y="4212"/>
                    </a:cubicBezTo>
                    <a:cubicBezTo>
                      <a:pt x="14391" y="5314"/>
                      <a:pt x="13628" y="6366"/>
                      <a:pt x="12274" y="7138"/>
                    </a:cubicBezTo>
                    <a:cubicBezTo>
                      <a:pt x="10922" y="7908"/>
                      <a:pt x="9090" y="8336"/>
                      <a:pt x="7183" y="8325"/>
                    </a:cubicBezTo>
                    <a:cubicBezTo>
                      <a:pt x="3211" y="8304"/>
                      <a:pt x="1" y="6429"/>
                      <a:pt x="13" y="4135"/>
                    </a:cubicBezTo>
                    <a:cubicBezTo>
                      <a:pt x="26" y="1842"/>
                      <a:pt x="3256" y="1"/>
                      <a:pt x="7227" y="2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2404;p52">
                <a:extLst>
                  <a:ext uri="{FF2B5EF4-FFF2-40B4-BE49-F238E27FC236}">
                    <a16:creationId xmlns:a16="http://schemas.microsoft.com/office/drawing/2014/main" id="{3844579C-AF29-CE7F-E4A3-3F06554AF0B7}"/>
                  </a:ext>
                </a:extLst>
              </p:cNvPr>
              <p:cNvSpPr/>
              <p:nvPr/>
            </p:nvSpPr>
            <p:spPr>
              <a:xfrm>
                <a:off x="770076" y="1521823"/>
                <a:ext cx="1026075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4" h="9124" extrusionOk="0">
                    <a:moveTo>
                      <a:pt x="12972" y="1636"/>
                    </a:moveTo>
                    <a:cubicBezTo>
                      <a:pt x="10154" y="8"/>
                      <a:pt x="5601" y="1"/>
                      <a:pt x="2800" y="1617"/>
                    </a:cubicBezTo>
                    <a:cubicBezTo>
                      <a:pt x="0" y="3234"/>
                      <a:pt x="14" y="5863"/>
                      <a:pt x="2832" y="7490"/>
                    </a:cubicBezTo>
                    <a:cubicBezTo>
                      <a:pt x="5650" y="9116"/>
                      <a:pt x="10203" y="9124"/>
                      <a:pt x="13004" y="7509"/>
                    </a:cubicBezTo>
                    <a:cubicBezTo>
                      <a:pt x="15804" y="5892"/>
                      <a:pt x="15790" y="3262"/>
                      <a:pt x="12972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2405;p52">
                <a:extLst>
                  <a:ext uri="{FF2B5EF4-FFF2-40B4-BE49-F238E27FC236}">
                    <a16:creationId xmlns:a16="http://schemas.microsoft.com/office/drawing/2014/main" id="{57631FB4-3ACE-4625-2A3D-500D0F8FCA5E}"/>
                  </a:ext>
                </a:extLst>
              </p:cNvPr>
              <p:cNvSpPr/>
              <p:nvPr/>
            </p:nvSpPr>
            <p:spPr>
              <a:xfrm>
                <a:off x="1552954" y="2000004"/>
                <a:ext cx="1026075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4" h="9124" extrusionOk="0">
                    <a:moveTo>
                      <a:pt x="12972" y="1636"/>
                    </a:moveTo>
                    <a:cubicBezTo>
                      <a:pt x="10154" y="8"/>
                      <a:pt x="5601" y="1"/>
                      <a:pt x="2800" y="1617"/>
                    </a:cubicBezTo>
                    <a:cubicBezTo>
                      <a:pt x="0" y="3234"/>
                      <a:pt x="14" y="5863"/>
                      <a:pt x="2832" y="7489"/>
                    </a:cubicBezTo>
                    <a:cubicBezTo>
                      <a:pt x="5650" y="9116"/>
                      <a:pt x="10203" y="9124"/>
                      <a:pt x="13003" y="7509"/>
                    </a:cubicBezTo>
                    <a:cubicBezTo>
                      <a:pt x="15804" y="5892"/>
                      <a:pt x="15788" y="3262"/>
                      <a:pt x="12972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2406;p52">
                <a:extLst>
                  <a:ext uri="{FF2B5EF4-FFF2-40B4-BE49-F238E27FC236}">
                    <a16:creationId xmlns:a16="http://schemas.microsoft.com/office/drawing/2014/main" id="{5EBAC04F-0061-3705-01C8-3E34A418121F}"/>
                  </a:ext>
                </a:extLst>
              </p:cNvPr>
              <p:cNvSpPr/>
              <p:nvPr/>
            </p:nvSpPr>
            <p:spPr>
              <a:xfrm>
                <a:off x="1556915" y="1073509"/>
                <a:ext cx="1026010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3" h="9124" extrusionOk="0">
                    <a:moveTo>
                      <a:pt x="12973" y="1636"/>
                    </a:moveTo>
                    <a:cubicBezTo>
                      <a:pt x="10155" y="8"/>
                      <a:pt x="5600" y="1"/>
                      <a:pt x="2800" y="1617"/>
                    </a:cubicBezTo>
                    <a:cubicBezTo>
                      <a:pt x="1" y="3233"/>
                      <a:pt x="15" y="5863"/>
                      <a:pt x="2833" y="7489"/>
                    </a:cubicBezTo>
                    <a:cubicBezTo>
                      <a:pt x="5651" y="9116"/>
                      <a:pt x="10204" y="9124"/>
                      <a:pt x="13003" y="7507"/>
                    </a:cubicBezTo>
                    <a:cubicBezTo>
                      <a:pt x="15803" y="5891"/>
                      <a:pt x="15789" y="3262"/>
                      <a:pt x="12973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23" name="Google Shape;2407;p52">
            <a:extLst>
              <a:ext uri="{FF2B5EF4-FFF2-40B4-BE49-F238E27FC236}">
                <a16:creationId xmlns:a16="http://schemas.microsoft.com/office/drawing/2014/main" id="{99CB12F6-3206-26F2-2913-64BC0374B542}"/>
              </a:ext>
            </a:extLst>
          </p:cNvPr>
          <p:cNvGrpSpPr/>
          <p:nvPr/>
        </p:nvGrpSpPr>
        <p:grpSpPr>
          <a:xfrm>
            <a:off x="2204148" y="4293653"/>
            <a:ext cx="736590" cy="812000"/>
            <a:chOff x="310284" y="3367548"/>
            <a:chExt cx="872634" cy="961971"/>
          </a:xfrm>
        </p:grpSpPr>
        <p:sp>
          <p:nvSpPr>
            <p:cNvPr id="1424" name="Google Shape;2408;p52">
              <a:extLst>
                <a:ext uri="{FF2B5EF4-FFF2-40B4-BE49-F238E27FC236}">
                  <a16:creationId xmlns:a16="http://schemas.microsoft.com/office/drawing/2014/main" id="{5813A909-A385-D7E9-8F43-EF2A7C27EF6A}"/>
                </a:ext>
              </a:extLst>
            </p:cNvPr>
            <p:cNvSpPr/>
            <p:nvPr/>
          </p:nvSpPr>
          <p:spPr>
            <a:xfrm rot="5400000">
              <a:off x="265615" y="3412217"/>
              <a:ext cx="961971" cy="872634"/>
            </a:xfrm>
            <a:custGeom>
              <a:avLst/>
              <a:gdLst/>
              <a:ahLst/>
              <a:cxnLst/>
              <a:rect l="l" t="t" r="r" b="b"/>
              <a:pathLst>
                <a:path w="34170" h="17973" extrusionOk="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rgbClr val="68BAAC">
                    <a:alpha val="59216"/>
                  </a:srgbClr>
                </a:gs>
                <a:gs pos="83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409;p52">
              <a:extLst>
                <a:ext uri="{FF2B5EF4-FFF2-40B4-BE49-F238E27FC236}">
                  <a16:creationId xmlns:a16="http://schemas.microsoft.com/office/drawing/2014/main" id="{6C1FB973-9082-7F6F-D015-0291D08ED3F1}"/>
                </a:ext>
              </a:extLst>
            </p:cNvPr>
            <p:cNvSpPr/>
            <p:nvPr/>
          </p:nvSpPr>
          <p:spPr>
            <a:xfrm rot="5400000">
              <a:off x="308502" y="3412272"/>
              <a:ext cx="876247" cy="872488"/>
            </a:xfrm>
            <a:custGeom>
              <a:avLst/>
              <a:gdLst/>
              <a:ahLst/>
              <a:cxnLst/>
              <a:rect l="l" t="t" r="r" b="b"/>
              <a:pathLst>
                <a:path w="31125" h="17970" extrusionOk="0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6" name="Subtitle 1229">
            <a:extLst>
              <a:ext uri="{FF2B5EF4-FFF2-40B4-BE49-F238E27FC236}">
                <a16:creationId xmlns:a16="http://schemas.microsoft.com/office/drawing/2014/main" id="{A11E0136-A0D7-B225-53A7-D57D61EB1E84}"/>
              </a:ext>
            </a:extLst>
          </p:cNvPr>
          <p:cNvSpPr txBox="1">
            <a:spLocks/>
          </p:cNvSpPr>
          <p:nvPr/>
        </p:nvSpPr>
        <p:spPr>
          <a:xfrm>
            <a:off x="308032" y="2710608"/>
            <a:ext cx="4935914" cy="18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6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sv-SE"/>
              <a:t>Placed in a simulted environment.</a:t>
            </a:r>
          </a:p>
          <a:p>
            <a:pPr>
              <a:buFont typeface="Wingdings" panose="05000000000000000000" pitchFamily="2" charset="2"/>
              <a:buChar char="§"/>
            </a:pPr>
            <a:endParaRPr lang="sv-SE"/>
          </a:p>
          <a:p>
            <a:pPr>
              <a:buFont typeface="Wingdings" panose="05000000000000000000" pitchFamily="2" charset="2"/>
              <a:buChar char="§"/>
            </a:pPr>
            <a:r>
              <a:rPr lang="sv-SE"/>
              <a:t>It observs the current situation.</a:t>
            </a:r>
          </a:p>
          <a:p>
            <a:pPr>
              <a:buFont typeface="Wingdings" panose="05000000000000000000" pitchFamily="2" charset="2"/>
              <a:buChar char="§"/>
            </a:pPr>
            <a:endParaRPr lang="sv-SE"/>
          </a:p>
          <a:p>
            <a:pPr>
              <a:buFont typeface="Wingdings" panose="05000000000000000000" pitchFamily="2" charset="2"/>
              <a:buChar char="§"/>
            </a:pPr>
            <a:r>
              <a:rPr lang="sv-SE"/>
              <a:t>It chooses an action.</a:t>
            </a:r>
          </a:p>
          <a:p>
            <a:pPr>
              <a:buFont typeface="Wingdings" panose="05000000000000000000" pitchFamily="2" charset="2"/>
              <a:buChar char="§"/>
            </a:pPr>
            <a:endParaRPr lang="sv-SE"/>
          </a:p>
          <a:p>
            <a:pPr>
              <a:buFont typeface="Wingdings" panose="05000000000000000000" pitchFamily="2" charset="2"/>
              <a:buChar char="§"/>
            </a:pPr>
            <a:r>
              <a:rPr lang="sv-SE"/>
              <a:t>It receives feedback and learns from the result.</a:t>
            </a:r>
            <a:endParaRPr lang="en-SE"/>
          </a:p>
        </p:txBody>
      </p:sp>
      <p:pic>
        <p:nvPicPr>
          <p:cNvPr id="1429" name="Picture 1428">
            <a:extLst>
              <a:ext uri="{FF2B5EF4-FFF2-40B4-BE49-F238E27FC236}">
                <a16:creationId xmlns:a16="http://schemas.microsoft.com/office/drawing/2014/main" id="{F1F51EC5-EA63-C385-2E54-DA976804BB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239" b="27662"/>
          <a:stretch>
            <a:fillRect/>
          </a:stretch>
        </p:blipFill>
        <p:spPr>
          <a:xfrm>
            <a:off x="9466560" y="2522303"/>
            <a:ext cx="4032600" cy="37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592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>
          <a:extLst>
            <a:ext uri="{FF2B5EF4-FFF2-40B4-BE49-F238E27FC236}">
              <a16:creationId xmlns:a16="http://schemas.microsoft.com/office/drawing/2014/main" id="{2B45498C-7609-F443-C596-473247EDD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4">
            <a:extLst>
              <a:ext uri="{FF2B5EF4-FFF2-40B4-BE49-F238E27FC236}">
                <a16:creationId xmlns:a16="http://schemas.microsoft.com/office/drawing/2014/main" id="{D111EB31-7FB3-93BA-FBA5-0399361CF1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582" y="1240787"/>
            <a:ext cx="662534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3200"/>
              <a:t>[RL] </a:t>
            </a:r>
            <a:r>
              <a:rPr lang="sv-SE" sz="2000"/>
              <a:t>Reinforcement learning</a:t>
            </a:r>
            <a:endParaRPr lang="en-GB" sz="3200"/>
          </a:p>
        </p:txBody>
      </p:sp>
      <p:sp>
        <p:nvSpPr>
          <p:cNvPr id="1019" name="Google Shape;1019;p44">
            <a:extLst>
              <a:ext uri="{FF2B5EF4-FFF2-40B4-BE49-F238E27FC236}">
                <a16:creationId xmlns:a16="http://schemas.microsoft.com/office/drawing/2014/main" id="{7FBD8492-3E13-C052-55EB-E3A4116F812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032" y="398987"/>
            <a:ext cx="179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20" name="Google Shape;1020;p44">
            <a:extLst>
              <a:ext uri="{FF2B5EF4-FFF2-40B4-BE49-F238E27FC236}">
                <a16:creationId xmlns:a16="http://schemas.microsoft.com/office/drawing/2014/main" id="{4B129DDF-81A6-8210-E5DF-2EB3466DC192}"/>
              </a:ext>
            </a:extLst>
          </p:cNvPr>
          <p:cNvSpPr/>
          <p:nvPr/>
        </p:nvSpPr>
        <p:spPr>
          <a:xfrm>
            <a:off x="217582" y="1974737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8" name="Google Shape;1198;p44">
            <a:extLst>
              <a:ext uri="{FF2B5EF4-FFF2-40B4-BE49-F238E27FC236}">
                <a16:creationId xmlns:a16="http://schemas.microsoft.com/office/drawing/2014/main" id="{3364B5E1-9417-EFAB-EB09-E988AAD4F4D7}"/>
              </a:ext>
            </a:extLst>
          </p:cNvPr>
          <p:cNvGrpSpPr/>
          <p:nvPr/>
        </p:nvGrpSpPr>
        <p:grpSpPr>
          <a:xfrm>
            <a:off x="7520016" y="4134363"/>
            <a:ext cx="538155" cy="568125"/>
            <a:chOff x="-3171395" y="736983"/>
            <a:chExt cx="1712232" cy="1807587"/>
          </a:xfrm>
        </p:grpSpPr>
        <p:grpSp>
          <p:nvGrpSpPr>
            <p:cNvPr id="1199" name="Google Shape;1199;p44">
              <a:extLst>
                <a:ext uri="{FF2B5EF4-FFF2-40B4-BE49-F238E27FC236}">
                  <a16:creationId xmlns:a16="http://schemas.microsoft.com/office/drawing/2014/main" id="{48E191FB-1C9D-4685-2768-D0253B12FD3B}"/>
                </a:ext>
              </a:extLst>
            </p:cNvPr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200" name="Google Shape;1200;p44">
                <a:extLst>
                  <a:ext uri="{FF2B5EF4-FFF2-40B4-BE49-F238E27FC236}">
                    <a16:creationId xmlns:a16="http://schemas.microsoft.com/office/drawing/2014/main" id="{95C90F5D-3FFE-86E2-4C6F-B5DD47287A23}"/>
                  </a:ext>
                </a:extLst>
              </p:cNvPr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4">
                <a:extLst>
                  <a:ext uri="{FF2B5EF4-FFF2-40B4-BE49-F238E27FC236}">
                    <a16:creationId xmlns:a16="http://schemas.microsoft.com/office/drawing/2014/main" id="{C903D0B4-85C6-C016-F00A-ABF7D10E81D1}"/>
                  </a:ext>
                </a:extLst>
              </p:cNvPr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2" name="Google Shape;1202;p44">
              <a:extLst>
                <a:ext uri="{FF2B5EF4-FFF2-40B4-BE49-F238E27FC236}">
                  <a16:creationId xmlns:a16="http://schemas.microsoft.com/office/drawing/2014/main" id="{37032ED1-2A06-794A-BD7F-EC5D6C20F504}"/>
                </a:ext>
              </a:extLst>
            </p:cNvPr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203" name="Google Shape;1203;p44">
                <a:extLst>
                  <a:ext uri="{FF2B5EF4-FFF2-40B4-BE49-F238E27FC236}">
                    <a16:creationId xmlns:a16="http://schemas.microsoft.com/office/drawing/2014/main" id="{3E837743-9335-3B4D-C288-EDEA46CB41DB}"/>
                  </a:ext>
                </a:extLst>
              </p:cNvPr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4">
                <a:extLst>
                  <a:ext uri="{FF2B5EF4-FFF2-40B4-BE49-F238E27FC236}">
                    <a16:creationId xmlns:a16="http://schemas.microsoft.com/office/drawing/2014/main" id="{350B3606-0EC0-DD71-13D4-DEC71D48CA4A}"/>
                  </a:ext>
                </a:extLst>
              </p:cNvPr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4">
                <a:extLst>
                  <a:ext uri="{FF2B5EF4-FFF2-40B4-BE49-F238E27FC236}">
                    <a16:creationId xmlns:a16="http://schemas.microsoft.com/office/drawing/2014/main" id="{81678E1C-FACD-6397-FEAD-2123066A169B}"/>
                  </a:ext>
                </a:extLst>
              </p:cNvPr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4">
                <a:extLst>
                  <a:ext uri="{FF2B5EF4-FFF2-40B4-BE49-F238E27FC236}">
                    <a16:creationId xmlns:a16="http://schemas.microsoft.com/office/drawing/2014/main" id="{89444E49-86D5-9833-3016-EB6916FA570D}"/>
                  </a:ext>
                </a:extLst>
              </p:cNvPr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33" name="Google Shape;2198;p52">
            <a:extLst>
              <a:ext uri="{FF2B5EF4-FFF2-40B4-BE49-F238E27FC236}">
                <a16:creationId xmlns:a16="http://schemas.microsoft.com/office/drawing/2014/main" id="{2526B263-EBC5-7487-CB84-D4626B1D25C4}"/>
              </a:ext>
            </a:extLst>
          </p:cNvPr>
          <p:cNvGrpSpPr/>
          <p:nvPr/>
        </p:nvGrpSpPr>
        <p:grpSpPr>
          <a:xfrm flipH="1">
            <a:off x="6027739" y="207121"/>
            <a:ext cx="2323324" cy="1361766"/>
            <a:chOff x="2540729" y="391407"/>
            <a:chExt cx="2172754" cy="1362719"/>
          </a:xfrm>
        </p:grpSpPr>
        <p:sp>
          <p:nvSpPr>
            <p:cNvPr id="1234" name="Google Shape;2199;p52">
              <a:extLst>
                <a:ext uri="{FF2B5EF4-FFF2-40B4-BE49-F238E27FC236}">
                  <a16:creationId xmlns:a16="http://schemas.microsoft.com/office/drawing/2014/main" id="{D9CDC06D-D606-1728-9151-D8C784E14D91}"/>
                </a:ext>
              </a:extLst>
            </p:cNvPr>
            <p:cNvSpPr/>
            <p:nvPr/>
          </p:nvSpPr>
          <p:spPr>
            <a:xfrm>
              <a:off x="3927190" y="948713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2200;p52">
              <a:extLst>
                <a:ext uri="{FF2B5EF4-FFF2-40B4-BE49-F238E27FC236}">
                  <a16:creationId xmlns:a16="http://schemas.microsoft.com/office/drawing/2014/main" id="{C0CBC9A0-C190-8DE0-48B3-923850FDC6FE}"/>
                </a:ext>
              </a:extLst>
            </p:cNvPr>
            <p:cNvSpPr/>
            <p:nvPr/>
          </p:nvSpPr>
          <p:spPr>
            <a:xfrm rot="5400000">
              <a:off x="3577039" y="851418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2201;p52">
              <a:extLst>
                <a:ext uri="{FF2B5EF4-FFF2-40B4-BE49-F238E27FC236}">
                  <a16:creationId xmlns:a16="http://schemas.microsoft.com/office/drawing/2014/main" id="{BF90A934-82B8-4ACD-10B3-B3501C1CF908}"/>
                </a:ext>
              </a:extLst>
            </p:cNvPr>
            <p:cNvSpPr/>
            <p:nvPr/>
          </p:nvSpPr>
          <p:spPr>
            <a:xfrm>
              <a:off x="3391357" y="62291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2202;p52">
              <a:extLst>
                <a:ext uri="{FF2B5EF4-FFF2-40B4-BE49-F238E27FC236}">
                  <a16:creationId xmlns:a16="http://schemas.microsoft.com/office/drawing/2014/main" id="{BA4010E1-7EC2-9A4D-8E85-A30CF3446F97}"/>
                </a:ext>
              </a:extLst>
            </p:cNvPr>
            <p:cNvSpPr/>
            <p:nvPr/>
          </p:nvSpPr>
          <p:spPr>
            <a:xfrm>
              <a:off x="3418336" y="643668"/>
              <a:ext cx="732909" cy="18096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2203;p52">
              <a:extLst>
                <a:ext uri="{FF2B5EF4-FFF2-40B4-BE49-F238E27FC236}">
                  <a16:creationId xmlns:a16="http://schemas.microsoft.com/office/drawing/2014/main" id="{2BA6ECBB-361B-F7D7-7A9E-9A9CFA291412}"/>
                </a:ext>
              </a:extLst>
            </p:cNvPr>
            <p:cNvSpPr/>
            <p:nvPr/>
          </p:nvSpPr>
          <p:spPr>
            <a:xfrm>
              <a:off x="3746784" y="64406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2204;p52">
              <a:extLst>
                <a:ext uri="{FF2B5EF4-FFF2-40B4-BE49-F238E27FC236}">
                  <a16:creationId xmlns:a16="http://schemas.microsoft.com/office/drawing/2014/main" id="{7992A120-7398-6C8D-07FF-3FCA0EE96DAC}"/>
                </a:ext>
              </a:extLst>
            </p:cNvPr>
            <p:cNvSpPr/>
            <p:nvPr/>
          </p:nvSpPr>
          <p:spPr>
            <a:xfrm>
              <a:off x="3425920" y="39625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2205;p52">
              <a:extLst>
                <a:ext uri="{FF2B5EF4-FFF2-40B4-BE49-F238E27FC236}">
                  <a16:creationId xmlns:a16="http://schemas.microsoft.com/office/drawing/2014/main" id="{16A11BE2-8DDC-60B4-D7AD-81C35D8ADE36}"/>
                </a:ext>
              </a:extLst>
            </p:cNvPr>
            <p:cNvSpPr/>
            <p:nvPr/>
          </p:nvSpPr>
          <p:spPr>
            <a:xfrm>
              <a:off x="3389259" y="39643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2206;p52">
              <a:extLst>
                <a:ext uri="{FF2B5EF4-FFF2-40B4-BE49-F238E27FC236}">
                  <a16:creationId xmlns:a16="http://schemas.microsoft.com/office/drawing/2014/main" id="{94154E95-B3D9-71F2-6414-25410A40FAE1}"/>
                </a:ext>
              </a:extLst>
            </p:cNvPr>
            <p:cNvSpPr/>
            <p:nvPr/>
          </p:nvSpPr>
          <p:spPr>
            <a:xfrm>
              <a:off x="3773613" y="44729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2207;p52">
              <a:extLst>
                <a:ext uri="{FF2B5EF4-FFF2-40B4-BE49-F238E27FC236}">
                  <a16:creationId xmlns:a16="http://schemas.microsoft.com/office/drawing/2014/main" id="{B8E23A73-D2D5-AD7F-4001-9F76AB7FEE3F}"/>
                </a:ext>
              </a:extLst>
            </p:cNvPr>
            <p:cNvSpPr/>
            <p:nvPr/>
          </p:nvSpPr>
          <p:spPr>
            <a:xfrm>
              <a:off x="3773613" y="60731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2208;p52">
              <a:extLst>
                <a:ext uri="{FF2B5EF4-FFF2-40B4-BE49-F238E27FC236}">
                  <a16:creationId xmlns:a16="http://schemas.microsoft.com/office/drawing/2014/main" id="{45C9CB55-9B15-72C5-5362-6D45A40A77AC}"/>
                </a:ext>
              </a:extLst>
            </p:cNvPr>
            <p:cNvSpPr/>
            <p:nvPr/>
          </p:nvSpPr>
          <p:spPr>
            <a:xfrm>
              <a:off x="3734942" y="60359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2209;p52">
              <a:extLst>
                <a:ext uri="{FF2B5EF4-FFF2-40B4-BE49-F238E27FC236}">
                  <a16:creationId xmlns:a16="http://schemas.microsoft.com/office/drawing/2014/main" id="{C450C392-26C5-97FF-0227-1CADBDEEDFFE}"/>
                </a:ext>
              </a:extLst>
            </p:cNvPr>
            <p:cNvSpPr/>
            <p:nvPr/>
          </p:nvSpPr>
          <p:spPr>
            <a:xfrm>
              <a:off x="3737913" y="58030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2210;p52">
              <a:extLst>
                <a:ext uri="{FF2B5EF4-FFF2-40B4-BE49-F238E27FC236}">
                  <a16:creationId xmlns:a16="http://schemas.microsoft.com/office/drawing/2014/main" id="{52992A92-9258-CDF2-77AC-4C6A9BDF9A08}"/>
                </a:ext>
              </a:extLst>
            </p:cNvPr>
            <p:cNvSpPr/>
            <p:nvPr/>
          </p:nvSpPr>
          <p:spPr>
            <a:xfrm>
              <a:off x="3734374" y="57685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2211;p52">
              <a:extLst>
                <a:ext uri="{FF2B5EF4-FFF2-40B4-BE49-F238E27FC236}">
                  <a16:creationId xmlns:a16="http://schemas.microsoft.com/office/drawing/2014/main" id="{DD316E58-D337-ABF6-ABC8-BC06C33F8F5F}"/>
                </a:ext>
              </a:extLst>
            </p:cNvPr>
            <p:cNvSpPr/>
            <p:nvPr/>
          </p:nvSpPr>
          <p:spPr>
            <a:xfrm>
              <a:off x="3800006" y="45218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2212;p52">
              <a:extLst>
                <a:ext uri="{FF2B5EF4-FFF2-40B4-BE49-F238E27FC236}">
                  <a16:creationId xmlns:a16="http://schemas.microsoft.com/office/drawing/2014/main" id="{BB16B109-9650-48D6-E51A-344C84C5CF1E}"/>
                </a:ext>
              </a:extLst>
            </p:cNvPr>
            <p:cNvSpPr/>
            <p:nvPr/>
          </p:nvSpPr>
          <p:spPr>
            <a:xfrm>
              <a:off x="3788994" y="39140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2213;p52">
              <a:extLst>
                <a:ext uri="{FF2B5EF4-FFF2-40B4-BE49-F238E27FC236}">
                  <a16:creationId xmlns:a16="http://schemas.microsoft.com/office/drawing/2014/main" id="{B2315418-AD5B-36D1-AA9F-EE5FDEAC3D4A}"/>
                </a:ext>
              </a:extLst>
            </p:cNvPr>
            <p:cNvSpPr/>
            <p:nvPr/>
          </p:nvSpPr>
          <p:spPr>
            <a:xfrm>
              <a:off x="3761509" y="51563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2214;p52">
              <a:extLst>
                <a:ext uri="{FF2B5EF4-FFF2-40B4-BE49-F238E27FC236}">
                  <a16:creationId xmlns:a16="http://schemas.microsoft.com/office/drawing/2014/main" id="{1D1FD9DB-4305-2CB3-A172-73D55A37A257}"/>
                </a:ext>
              </a:extLst>
            </p:cNvPr>
            <p:cNvSpPr/>
            <p:nvPr/>
          </p:nvSpPr>
          <p:spPr>
            <a:xfrm>
              <a:off x="3761640" y="50340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2215;p52">
              <a:extLst>
                <a:ext uri="{FF2B5EF4-FFF2-40B4-BE49-F238E27FC236}">
                  <a16:creationId xmlns:a16="http://schemas.microsoft.com/office/drawing/2014/main" id="{C7BA065D-F0F4-18B8-501F-D0FBE739CF68}"/>
                </a:ext>
              </a:extLst>
            </p:cNvPr>
            <p:cNvSpPr/>
            <p:nvPr/>
          </p:nvSpPr>
          <p:spPr>
            <a:xfrm>
              <a:off x="3764000" y="50541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2216;p52">
              <a:extLst>
                <a:ext uri="{FF2B5EF4-FFF2-40B4-BE49-F238E27FC236}">
                  <a16:creationId xmlns:a16="http://schemas.microsoft.com/office/drawing/2014/main" id="{F2EEE154-C024-BF6E-D43C-64039D6EC7DD}"/>
                </a:ext>
              </a:extLst>
            </p:cNvPr>
            <p:cNvSpPr/>
            <p:nvPr/>
          </p:nvSpPr>
          <p:spPr>
            <a:xfrm>
              <a:off x="3756921" y="54373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2217;p52">
              <a:extLst>
                <a:ext uri="{FF2B5EF4-FFF2-40B4-BE49-F238E27FC236}">
                  <a16:creationId xmlns:a16="http://schemas.microsoft.com/office/drawing/2014/main" id="{D6B742B3-B508-F0D6-C1C8-6318F2801EC2}"/>
                </a:ext>
              </a:extLst>
            </p:cNvPr>
            <p:cNvSpPr/>
            <p:nvPr/>
          </p:nvSpPr>
          <p:spPr>
            <a:xfrm>
              <a:off x="3726159" y="58441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2218;p52">
              <a:extLst>
                <a:ext uri="{FF2B5EF4-FFF2-40B4-BE49-F238E27FC236}">
                  <a16:creationId xmlns:a16="http://schemas.microsoft.com/office/drawing/2014/main" id="{65F16DA4-7422-AFF2-310E-357D180BCCD6}"/>
                </a:ext>
              </a:extLst>
            </p:cNvPr>
            <p:cNvSpPr/>
            <p:nvPr/>
          </p:nvSpPr>
          <p:spPr>
            <a:xfrm>
              <a:off x="3562428" y="60320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2219;p52">
              <a:extLst>
                <a:ext uri="{FF2B5EF4-FFF2-40B4-BE49-F238E27FC236}">
                  <a16:creationId xmlns:a16="http://schemas.microsoft.com/office/drawing/2014/main" id="{EE465A85-8D9B-4FC7-C332-339497301EAC}"/>
                </a:ext>
              </a:extLst>
            </p:cNvPr>
            <p:cNvSpPr/>
            <p:nvPr/>
          </p:nvSpPr>
          <p:spPr>
            <a:xfrm>
              <a:off x="3540711" y="66066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2220;p52">
              <a:extLst>
                <a:ext uri="{FF2B5EF4-FFF2-40B4-BE49-F238E27FC236}">
                  <a16:creationId xmlns:a16="http://schemas.microsoft.com/office/drawing/2014/main" id="{A661A15D-6861-3665-EA84-F798C6711979}"/>
                </a:ext>
              </a:extLst>
            </p:cNvPr>
            <p:cNvSpPr/>
            <p:nvPr/>
          </p:nvSpPr>
          <p:spPr>
            <a:xfrm>
              <a:off x="3540798" y="52354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2221;p52">
              <a:extLst>
                <a:ext uri="{FF2B5EF4-FFF2-40B4-BE49-F238E27FC236}">
                  <a16:creationId xmlns:a16="http://schemas.microsoft.com/office/drawing/2014/main" id="{3835AB1A-6403-C6B4-2164-A16686206F4A}"/>
                </a:ext>
              </a:extLst>
            </p:cNvPr>
            <p:cNvSpPr/>
            <p:nvPr/>
          </p:nvSpPr>
          <p:spPr>
            <a:xfrm>
              <a:off x="3106572" y="1450603"/>
              <a:ext cx="732890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2222;p52">
              <a:extLst>
                <a:ext uri="{FF2B5EF4-FFF2-40B4-BE49-F238E27FC236}">
                  <a16:creationId xmlns:a16="http://schemas.microsoft.com/office/drawing/2014/main" id="{73FA87C7-0D95-B12F-6D0D-9B4DDBBCCC17}"/>
                </a:ext>
              </a:extLst>
            </p:cNvPr>
            <p:cNvSpPr/>
            <p:nvPr/>
          </p:nvSpPr>
          <p:spPr>
            <a:xfrm>
              <a:off x="2962182" y="1113887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2223;p52">
              <a:extLst>
                <a:ext uri="{FF2B5EF4-FFF2-40B4-BE49-F238E27FC236}">
                  <a16:creationId xmlns:a16="http://schemas.microsoft.com/office/drawing/2014/main" id="{E9C7B945-EB39-F25D-76A0-5B7654BA848D}"/>
                </a:ext>
              </a:extLst>
            </p:cNvPr>
            <p:cNvSpPr/>
            <p:nvPr/>
          </p:nvSpPr>
          <p:spPr>
            <a:xfrm>
              <a:off x="2542827" y="111122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2224;p52">
              <a:extLst>
                <a:ext uri="{FF2B5EF4-FFF2-40B4-BE49-F238E27FC236}">
                  <a16:creationId xmlns:a16="http://schemas.microsoft.com/office/drawing/2014/main" id="{983722E1-8515-657A-34E4-6B0C40AC86D3}"/>
                </a:ext>
              </a:extLst>
            </p:cNvPr>
            <p:cNvSpPr/>
            <p:nvPr/>
          </p:nvSpPr>
          <p:spPr>
            <a:xfrm>
              <a:off x="3748368" y="922890"/>
              <a:ext cx="50077" cy="40726"/>
            </a:xfrm>
            <a:custGeom>
              <a:avLst/>
              <a:gdLst/>
              <a:ahLst/>
              <a:cxnLst/>
              <a:rect l="l" t="t" r="r" b="b"/>
              <a:pathLst>
                <a:path w="1146" h="932" extrusionOk="0">
                  <a:moveTo>
                    <a:pt x="571" y="0"/>
                  </a:moveTo>
                  <a:cubicBezTo>
                    <a:pt x="257" y="0"/>
                    <a:pt x="2" y="207"/>
                    <a:pt x="1" y="465"/>
                  </a:cubicBezTo>
                  <a:cubicBezTo>
                    <a:pt x="1" y="722"/>
                    <a:pt x="256" y="931"/>
                    <a:pt x="572" y="931"/>
                  </a:cubicBezTo>
                  <a:cubicBezTo>
                    <a:pt x="573" y="931"/>
                    <a:pt x="574" y="931"/>
                    <a:pt x="575" y="931"/>
                  </a:cubicBezTo>
                  <a:cubicBezTo>
                    <a:pt x="889" y="931"/>
                    <a:pt x="1144" y="724"/>
                    <a:pt x="1145" y="470"/>
                  </a:cubicBezTo>
                  <a:cubicBezTo>
                    <a:pt x="1145" y="211"/>
                    <a:pt x="890" y="2"/>
                    <a:pt x="575" y="0"/>
                  </a:cubicBezTo>
                  <a:cubicBezTo>
                    <a:pt x="574" y="0"/>
                    <a:pt x="572" y="0"/>
                    <a:pt x="57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2225;p52">
              <a:extLst>
                <a:ext uri="{FF2B5EF4-FFF2-40B4-BE49-F238E27FC236}">
                  <a16:creationId xmlns:a16="http://schemas.microsoft.com/office/drawing/2014/main" id="{C22CB70E-0F24-D546-52BB-B95C778B9FCF}"/>
                </a:ext>
              </a:extLst>
            </p:cNvPr>
            <p:cNvSpPr/>
            <p:nvPr/>
          </p:nvSpPr>
          <p:spPr>
            <a:xfrm>
              <a:off x="3934952" y="789484"/>
              <a:ext cx="111647" cy="232340"/>
            </a:xfrm>
            <a:custGeom>
              <a:avLst/>
              <a:gdLst/>
              <a:ahLst/>
              <a:cxnLst/>
              <a:rect l="l" t="t" r="r" b="b"/>
              <a:pathLst>
                <a:path w="2555" h="5317" extrusionOk="0">
                  <a:moveTo>
                    <a:pt x="2547" y="0"/>
                  </a:moveTo>
                  <a:cubicBezTo>
                    <a:pt x="2424" y="71"/>
                    <a:pt x="2307" y="145"/>
                    <a:pt x="2191" y="220"/>
                  </a:cubicBezTo>
                  <a:cubicBezTo>
                    <a:pt x="2156" y="242"/>
                    <a:pt x="2122" y="266"/>
                    <a:pt x="2088" y="288"/>
                  </a:cubicBezTo>
                  <a:cubicBezTo>
                    <a:pt x="2010" y="342"/>
                    <a:pt x="1931" y="397"/>
                    <a:pt x="1858" y="451"/>
                  </a:cubicBezTo>
                  <a:cubicBezTo>
                    <a:pt x="1822" y="477"/>
                    <a:pt x="1787" y="502"/>
                    <a:pt x="1753" y="529"/>
                  </a:cubicBezTo>
                  <a:cubicBezTo>
                    <a:pt x="1676" y="588"/>
                    <a:pt x="1601" y="648"/>
                    <a:pt x="1528" y="709"/>
                  </a:cubicBezTo>
                  <a:cubicBezTo>
                    <a:pt x="1505" y="729"/>
                    <a:pt x="1481" y="748"/>
                    <a:pt x="1458" y="768"/>
                  </a:cubicBezTo>
                  <a:cubicBezTo>
                    <a:pt x="1364" y="849"/>
                    <a:pt x="1276" y="931"/>
                    <a:pt x="1192" y="1014"/>
                  </a:cubicBezTo>
                  <a:cubicBezTo>
                    <a:pt x="1173" y="1032"/>
                    <a:pt x="1156" y="1051"/>
                    <a:pt x="1138" y="1069"/>
                  </a:cubicBezTo>
                  <a:cubicBezTo>
                    <a:pt x="1073" y="1134"/>
                    <a:pt x="1012" y="1201"/>
                    <a:pt x="953" y="1268"/>
                  </a:cubicBezTo>
                  <a:cubicBezTo>
                    <a:pt x="929" y="1295"/>
                    <a:pt x="904" y="1324"/>
                    <a:pt x="879" y="1352"/>
                  </a:cubicBezTo>
                  <a:cubicBezTo>
                    <a:pt x="829" y="1414"/>
                    <a:pt x="781" y="1474"/>
                    <a:pt x="735" y="1535"/>
                  </a:cubicBezTo>
                  <a:cubicBezTo>
                    <a:pt x="713" y="1563"/>
                    <a:pt x="692" y="1591"/>
                    <a:pt x="672" y="1618"/>
                  </a:cubicBezTo>
                  <a:cubicBezTo>
                    <a:pt x="615" y="1697"/>
                    <a:pt x="561" y="1778"/>
                    <a:pt x="510" y="1860"/>
                  </a:cubicBezTo>
                  <a:cubicBezTo>
                    <a:pt x="506" y="1867"/>
                    <a:pt x="499" y="1874"/>
                    <a:pt x="495" y="1883"/>
                  </a:cubicBezTo>
                  <a:cubicBezTo>
                    <a:pt x="442" y="1972"/>
                    <a:pt x="393" y="2063"/>
                    <a:pt x="349" y="2152"/>
                  </a:cubicBezTo>
                  <a:cubicBezTo>
                    <a:pt x="335" y="2178"/>
                    <a:pt x="322" y="2206"/>
                    <a:pt x="310" y="2234"/>
                  </a:cubicBezTo>
                  <a:cubicBezTo>
                    <a:pt x="281" y="2300"/>
                    <a:pt x="252" y="2364"/>
                    <a:pt x="226" y="2429"/>
                  </a:cubicBezTo>
                  <a:cubicBezTo>
                    <a:pt x="215" y="2461"/>
                    <a:pt x="204" y="2490"/>
                    <a:pt x="192" y="2523"/>
                  </a:cubicBezTo>
                  <a:cubicBezTo>
                    <a:pt x="167" y="2590"/>
                    <a:pt x="146" y="2658"/>
                    <a:pt x="127" y="2727"/>
                  </a:cubicBezTo>
                  <a:cubicBezTo>
                    <a:pt x="119" y="2752"/>
                    <a:pt x="110" y="2775"/>
                    <a:pt x="104" y="2801"/>
                  </a:cubicBezTo>
                  <a:cubicBezTo>
                    <a:pt x="81" y="2893"/>
                    <a:pt x="63" y="2986"/>
                    <a:pt x="47" y="3078"/>
                  </a:cubicBezTo>
                  <a:cubicBezTo>
                    <a:pt x="44" y="3096"/>
                    <a:pt x="43" y="3113"/>
                    <a:pt x="41" y="3132"/>
                  </a:cubicBezTo>
                  <a:cubicBezTo>
                    <a:pt x="30" y="3207"/>
                    <a:pt x="21" y="3283"/>
                    <a:pt x="16" y="3359"/>
                  </a:cubicBezTo>
                  <a:cubicBezTo>
                    <a:pt x="15" y="3390"/>
                    <a:pt x="15" y="3421"/>
                    <a:pt x="13" y="3452"/>
                  </a:cubicBezTo>
                  <a:cubicBezTo>
                    <a:pt x="1" y="3842"/>
                    <a:pt x="67" y="4235"/>
                    <a:pt x="213" y="4621"/>
                  </a:cubicBezTo>
                  <a:lnTo>
                    <a:pt x="216" y="5316"/>
                  </a:lnTo>
                  <a:cubicBezTo>
                    <a:pt x="556" y="4407"/>
                    <a:pt x="1333" y="2544"/>
                    <a:pt x="2554" y="1838"/>
                  </a:cubicBezTo>
                  <a:lnTo>
                    <a:pt x="2547" y="0"/>
                  </a:ln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2226;p52">
              <a:extLst>
                <a:ext uri="{FF2B5EF4-FFF2-40B4-BE49-F238E27FC236}">
                  <a16:creationId xmlns:a16="http://schemas.microsoft.com/office/drawing/2014/main" id="{424B67FC-6D8E-C07D-54CE-D3C27968E927}"/>
                </a:ext>
              </a:extLst>
            </p:cNvPr>
            <p:cNvSpPr/>
            <p:nvPr/>
          </p:nvSpPr>
          <p:spPr>
            <a:xfrm>
              <a:off x="3159908" y="841833"/>
              <a:ext cx="224037" cy="265331"/>
            </a:xfrm>
            <a:custGeom>
              <a:avLst/>
              <a:gdLst/>
              <a:ahLst/>
              <a:cxnLst/>
              <a:rect l="l" t="t" r="r" b="b"/>
              <a:pathLst>
                <a:path w="5127" h="6072" extrusionOk="0">
                  <a:moveTo>
                    <a:pt x="1" y="0"/>
                  </a:moveTo>
                  <a:lnTo>
                    <a:pt x="10" y="2840"/>
                  </a:lnTo>
                  <a:lnTo>
                    <a:pt x="1801" y="4576"/>
                  </a:lnTo>
                  <a:cubicBezTo>
                    <a:pt x="2273" y="5036"/>
                    <a:pt x="2993" y="5595"/>
                    <a:pt x="3643" y="6072"/>
                  </a:cubicBezTo>
                  <a:lnTo>
                    <a:pt x="3640" y="5138"/>
                  </a:lnTo>
                  <a:lnTo>
                    <a:pt x="5126" y="4281"/>
                  </a:lnTo>
                  <a:cubicBezTo>
                    <a:pt x="5011" y="4204"/>
                    <a:pt x="2820" y="2737"/>
                    <a:pt x="1791" y="17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2227;p52">
              <a:extLst>
                <a:ext uri="{FF2B5EF4-FFF2-40B4-BE49-F238E27FC236}">
                  <a16:creationId xmlns:a16="http://schemas.microsoft.com/office/drawing/2014/main" id="{D1E07777-35CB-371D-2FB0-15E425F79D72}"/>
                </a:ext>
              </a:extLst>
            </p:cNvPr>
            <p:cNvSpPr/>
            <p:nvPr/>
          </p:nvSpPr>
          <p:spPr>
            <a:xfrm>
              <a:off x="3325867" y="1091470"/>
              <a:ext cx="787" cy="4938"/>
            </a:xfrm>
            <a:custGeom>
              <a:avLst/>
              <a:gdLst/>
              <a:ahLst/>
              <a:cxnLst/>
              <a:rect l="l" t="t" r="r" b="b"/>
              <a:pathLst>
                <a:path w="18" h="113" extrusionOk="0">
                  <a:moveTo>
                    <a:pt x="1" y="0"/>
                  </a:moveTo>
                  <a:cubicBezTo>
                    <a:pt x="7" y="37"/>
                    <a:pt x="13" y="76"/>
                    <a:pt x="18" y="112"/>
                  </a:cubicBezTo>
                  <a:cubicBezTo>
                    <a:pt x="13" y="76"/>
                    <a:pt x="7" y="37"/>
                    <a:pt x="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2228;p52">
              <a:extLst>
                <a:ext uri="{FF2B5EF4-FFF2-40B4-BE49-F238E27FC236}">
                  <a16:creationId xmlns:a16="http://schemas.microsoft.com/office/drawing/2014/main" id="{F25BA161-28DD-2070-1722-F030BC20F8DD}"/>
                </a:ext>
              </a:extLst>
            </p:cNvPr>
            <p:cNvSpPr/>
            <p:nvPr/>
          </p:nvSpPr>
          <p:spPr>
            <a:xfrm>
              <a:off x="3327440" y="1104230"/>
              <a:ext cx="350" cy="5156"/>
            </a:xfrm>
            <a:custGeom>
              <a:avLst/>
              <a:gdLst/>
              <a:ahLst/>
              <a:cxnLst/>
              <a:rect l="l" t="t" r="r" b="b"/>
              <a:pathLst>
                <a:path w="8" h="118" extrusionOk="0">
                  <a:moveTo>
                    <a:pt x="0" y="0"/>
                  </a:moveTo>
                  <a:cubicBezTo>
                    <a:pt x="3" y="39"/>
                    <a:pt x="6" y="77"/>
                    <a:pt x="8" y="117"/>
                  </a:cubicBezTo>
                  <a:cubicBezTo>
                    <a:pt x="6" y="77"/>
                    <a:pt x="5" y="39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2229;p52">
              <a:extLst>
                <a:ext uri="{FF2B5EF4-FFF2-40B4-BE49-F238E27FC236}">
                  <a16:creationId xmlns:a16="http://schemas.microsoft.com/office/drawing/2014/main" id="{8550D406-616B-ABAC-D4B9-17F0AFB7E800}"/>
                </a:ext>
              </a:extLst>
            </p:cNvPr>
            <p:cNvSpPr/>
            <p:nvPr/>
          </p:nvSpPr>
          <p:spPr>
            <a:xfrm>
              <a:off x="3323071" y="1078842"/>
              <a:ext cx="1049" cy="4195"/>
            </a:xfrm>
            <a:custGeom>
              <a:avLst/>
              <a:gdLst/>
              <a:ahLst/>
              <a:cxnLst/>
              <a:rect l="l" t="t" r="r" b="b"/>
              <a:pathLst>
                <a:path w="24" h="96" extrusionOk="0">
                  <a:moveTo>
                    <a:pt x="0" y="0"/>
                  </a:moveTo>
                  <a:cubicBezTo>
                    <a:pt x="9" y="32"/>
                    <a:pt x="16" y="65"/>
                    <a:pt x="23" y="95"/>
                  </a:cubicBezTo>
                  <a:cubicBezTo>
                    <a:pt x="16" y="65"/>
                    <a:pt x="9" y="32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2230;p52">
              <a:extLst>
                <a:ext uri="{FF2B5EF4-FFF2-40B4-BE49-F238E27FC236}">
                  <a16:creationId xmlns:a16="http://schemas.microsoft.com/office/drawing/2014/main" id="{06F98E07-B7D5-E170-D04D-B7FF775202FB}"/>
                </a:ext>
              </a:extLst>
            </p:cNvPr>
            <p:cNvSpPr/>
            <p:nvPr/>
          </p:nvSpPr>
          <p:spPr>
            <a:xfrm>
              <a:off x="4066915" y="1212990"/>
              <a:ext cx="32249" cy="42780"/>
            </a:xfrm>
            <a:custGeom>
              <a:avLst/>
              <a:gdLst/>
              <a:ahLst/>
              <a:cxnLst/>
              <a:rect l="l" t="t" r="r" b="b"/>
              <a:pathLst>
                <a:path w="738" h="979" extrusionOk="0">
                  <a:moveTo>
                    <a:pt x="728" y="0"/>
                  </a:moveTo>
                  <a:lnTo>
                    <a:pt x="1" y="420"/>
                  </a:lnTo>
                  <a:lnTo>
                    <a:pt x="8" y="979"/>
                  </a:lnTo>
                  <a:lnTo>
                    <a:pt x="737" y="557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2231;p52">
              <a:extLst>
                <a:ext uri="{FF2B5EF4-FFF2-40B4-BE49-F238E27FC236}">
                  <a16:creationId xmlns:a16="http://schemas.microsoft.com/office/drawing/2014/main" id="{64AE0702-A817-76EE-7DE6-F06AC454CEBE}"/>
                </a:ext>
              </a:extLst>
            </p:cNvPr>
            <p:cNvSpPr/>
            <p:nvPr/>
          </p:nvSpPr>
          <p:spPr>
            <a:xfrm>
              <a:off x="3732638" y="1087887"/>
              <a:ext cx="334679" cy="184272"/>
            </a:xfrm>
            <a:custGeom>
              <a:avLst/>
              <a:gdLst/>
              <a:ahLst/>
              <a:cxnLst/>
              <a:rect l="l" t="t" r="r" b="b"/>
              <a:pathLst>
                <a:path w="7659" h="4217" extrusionOk="0">
                  <a:moveTo>
                    <a:pt x="4230" y="1"/>
                  </a:moveTo>
                  <a:lnTo>
                    <a:pt x="7651" y="3283"/>
                  </a:lnTo>
                  <a:lnTo>
                    <a:pt x="7658" y="3840"/>
                  </a:lnTo>
                  <a:lnTo>
                    <a:pt x="5560" y="3226"/>
                  </a:lnTo>
                  <a:cubicBezTo>
                    <a:pt x="4716" y="2979"/>
                    <a:pt x="3807" y="3088"/>
                    <a:pt x="3044" y="3528"/>
                  </a:cubicBezTo>
                  <a:lnTo>
                    <a:pt x="1850" y="4217"/>
                  </a:lnTo>
                  <a:lnTo>
                    <a:pt x="1" y="2442"/>
                  </a:lnTo>
                  <a:lnTo>
                    <a:pt x="42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2232;p52">
              <a:extLst>
                <a:ext uri="{FF2B5EF4-FFF2-40B4-BE49-F238E27FC236}">
                  <a16:creationId xmlns:a16="http://schemas.microsoft.com/office/drawing/2014/main" id="{F87E9686-B2F5-3AE9-70FE-352264F96499}"/>
                </a:ext>
              </a:extLst>
            </p:cNvPr>
            <p:cNvSpPr/>
            <p:nvPr/>
          </p:nvSpPr>
          <p:spPr>
            <a:xfrm>
              <a:off x="3565979" y="1172309"/>
              <a:ext cx="65240" cy="124145"/>
            </a:xfrm>
            <a:custGeom>
              <a:avLst/>
              <a:gdLst/>
              <a:ahLst/>
              <a:cxnLst/>
              <a:rect l="l" t="t" r="r" b="b"/>
              <a:pathLst>
                <a:path w="1493" h="2841" extrusionOk="0">
                  <a:moveTo>
                    <a:pt x="1485" y="1"/>
                  </a:moveTo>
                  <a:lnTo>
                    <a:pt x="0" y="859"/>
                  </a:lnTo>
                  <a:lnTo>
                    <a:pt x="6" y="2654"/>
                  </a:lnTo>
                  <a:lnTo>
                    <a:pt x="1492" y="2840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2233;p52">
              <a:extLst>
                <a:ext uri="{FF2B5EF4-FFF2-40B4-BE49-F238E27FC236}">
                  <a16:creationId xmlns:a16="http://schemas.microsoft.com/office/drawing/2014/main" id="{C37FCF67-7E20-9B72-296C-7E15ED0562E0}"/>
                </a:ext>
              </a:extLst>
            </p:cNvPr>
            <p:cNvSpPr/>
            <p:nvPr/>
          </p:nvSpPr>
          <p:spPr>
            <a:xfrm>
              <a:off x="3630825" y="1172309"/>
              <a:ext cx="70353" cy="164740"/>
            </a:xfrm>
            <a:custGeom>
              <a:avLst/>
              <a:gdLst/>
              <a:ahLst/>
              <a:cxnLst/>
              <a:rect l="l" t="t" r="r" b="b"/>
              <a:pathLst>
                <a:path w="1610" h="3770" extrusionOk="0">
                  <a:moveTo>
                    <a:pt x="1" y="1"/>
                  </a:moveTo>
                  <a:lnTo>
                    <a:pt x="8" y="2840"/>
                  </a:lnTo>
                  <a:lnTo>
                    <a:pt x="1610" y="3769"/>
                  </a:lnTo>
                  <a:lnTo>
                    <a:pt x="1600" y="9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2234;p52">
              <a:extLst>
                <a:ext uri="{FF2B5EF4-FFF2-40B4-BE49-F238E27FC236}">
                  <a16:creationId xmlns:a16="http://schemas.microsoft.com/office/drawing/2014/main" id="{400E3B4B-A6E6-4ABC-D98A-A8C9407C34CE}"/>
                </a:ext>
              </a:extLst>
            </p:cNvPr>
            <p:cNvSpPr/>
            <p:nvPr/>
          </p:nvSpPr>
          <p:spPr>
            <a:xfrm>
              <a:off x="3217063" y="1204513"/>
              <a:ext cx="349230" cy="142061"/>
            </a:xfrm>
            <a:custGeom>
              <a:avLst/>
              <a:gdLst/>
              <a:ahLst/>
              <a:cxnLst/>
              <a:rect l="l" t="t" r="r" b="b"/>
              <a:pathLst>
                <a:path w="7992" h="3251" extrusionOk="0">
                  <a:moveTo>
                    <a:pt x="6088" y="0"/>
                  </a:moveTo>
                  <a:cubicBezTo>
                    <a:pt x="3887" y="0"/>
                    <a:pt x="1685" y="485"/>
                    <a:pt x="0" y="1457"/>
                  </a:cubicBezTo>
                  <a:lnTo>
                    <a:pt x="8" y="3251"/>
                  </a:lnTo>
                  <a:cubicBezTo>
                    <a:pt x="1691" y="2279"/>
                    <a:pt x="3892" y="1794"/>
                    <a:pt x="6090" y="1794"/>
                  </a:cubicBezTo>
                  <a:cubicBezTo>
                    <a:pt x="6728" y="1794"/>
                    <a:pt x="7366" y="1835"/>
                    <a:pt x="7991" y="1917"/>
                  </a:cubicBezTo>
                  <a:lnTo>
                    <a:pt x="7985" y="122"/>
                  </a:lnTo>
                  <a:cubicBezTo>
                    <a:pt x="7361" y="41"/>
                    <a:pt x="6725" y="0"/>
                    <a:pt x="6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2235;p52">
              <a:extLst>
                <a:ext uri="{FF2B5EF4-FFF2-40B4-BE49-F238E27FC236}">
                  <a16:creationId xmlns:a16="http://schemas.microsoft.com/office/drawing/2014/main" id="{070C5956-926B-71F0-61E3-06371CA2B04D}"/>
                </a:ext>
              </a:extLst>
            </p:cNvPr>
            <p:cNvSpPr/>
            <p:nvPr/>
          </p:nvSpPr>
          <p:spPr>
            <a:xfrm>
              <a:off x="3850225" y="1338050"/>
              <a:ext cx="32249" cy="42824"/>
            </a:xfrm>
            <a:custGeom>
              <a:avLst/>
              <a:gdLst/>
              <a:ahLst/>
              <a:cxnLst/>
              <a:rect l="l" t="t" r="r" b="b"/>
              <a:pathLst>
                <a:path w="738" h="980" extrusionOk="0">
                  <a:moveTo>
                    <a:pt x="729" y="1"/>
                  </a:moveTo>
                  <a:lnTo>
                    <a:pt x="0" y="422"/>
                  </a:lnTo>
                  <a:lnTo>
                    <a:pt x="8" y="979"/>
                  </a:lnTo>
                  <a:lnTo>
                    <a:pt x="737" y="5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2236;p52">
              <a:extLst>
                <a:ext uri="{FF2B5EF4-FFF2-40B4-BE49-F238E27FC236}">
                  <a16:creationId xmlns:a16="http://schemas.microsoft.com/office/drawing/2014/main" id="{170EA806-2D81-0F69-5EC8-F13062B2C528}"/>
                </a:ext>
              </a:extLst>
            </p:cNvPr>
            <p:cNvSpPr/>
            <p:nvPr/>
          </p:nvSpPr>
          <p:spPr>
            <a:xfrm>
              <a:off x="3700739" y="1212990"/>
              <a:ext cx="149839" cy="167886"/>
            </a:xfrm>
            <a:custGeom>
              <a:avLst/>
              <a:gdLst/>
              <a:ahLst/>
              <a:cxnLst/>
              <a:rect l="l" t="t" r="r" b="b"/>
              <a:pathLst>
                <a:path w="3429" h="3842" extrusionOk="0">
                  <a:moveTo>
                    <a:pt x="0" y="0"/>
                  </a:moveTo>
                  <a:lnTo>
                    <a:pt x="10" y="2838"/>
                  </a:lnTo>
                  <a:lnTo>
                    <a:pt x="3429" y="3841"/>
                  </a:lnTo>
                  <a:lnTo>
                    <a:pt x="3429" y="3841"/>
                  </a:lnTo>
                  <a:lnTo>
                    <a:pt x="3421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2237;p52">
              <a:extLst>
                <a:ext uri="{FF2B5EF4-FFF2-40B4-BE49-F238E27FC236}">
                  <a16:creationId xmlns:a16="http://schemas.microsoft.com/office/drawing/2014/main" id="{A448F1D9-9134-0FE8-215E-9D2782E775D0}"/>
                </a:ext>
              </a:extLst>
            </p:cNvPr>
            <p:cNvSpPr/>
            <p:nvPr/>
          </p:nvSpPr>
          <p:spPr>
            <a:xfrm>
              <a:off x="3159908" y="755051"/>
              <a:ext cx="472588" cy="273896"/>
            </a:xfrm>
            <a:custGeom>
              <a:avLst/>
              <a:gdLst/>
              <a:ahLst/>
              <a:cxnLst/>
              <a:rect l="l" t="t" r="r" b="b"/>
              <a:pathLst>
                <a:path w="10815" h="6268" extrusionOk="0">
                  <a:moveTo>
                    <a:pt x="3443" y="0"/>
                  </a:moveTo>
                  <a:lnTo>
                    <a:pt x="1" y="1986"/>
                  </a:lnTo>
                  <a:lnTo>
                    <a:pt x="1791" y="3724"/>
                  </a:lnTo>
                  <a:cubicBezTo>
                    <a:pt x="2820" y="4723"/>
                    <a:pt x="5011" y="6190"/>
                    <a:pt x="5126" y="6267"/>
                  </a:cubicBezTo>
                  <a:lnTo>
                    <a:pt x="10815" y="2982"/>
                  </a:lnTo>
                  <a:cubicBezTo>
                    <a:pt x="10681" y="2915"/>
                    <a:pt x="8158" y="1642"/>
                    <a:pt x="6437" y="1042"/>
                  </a:cubicBezTo>
                  <a:lnTo>
                    <a:pt x="3443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2238;p52">
              <a:extLst>
                <a:ext uri="{FF2B5EF4-FFF2-40B4-BE49-F238E27FC236}">
                  <a16:creationId xmlns:a16="http://schemas.microsoft.com/office/drawing/2014/main" id="{B3C60CB0-63EE-19F9-FA50-6CB8E825C1C6}"/>
                </a:ext>
              </a:extLst>
            </p:cNvPr>
            <p:cNvSpPr/>
            <p:nvPr/>
          </p:nvSpPr>
          <p:spPr>
            <a:xfrm>
              <a:off x="3217063" y="789484"/>
              <a:ext cx="881728" cy="567062"/>
            </a:xfrm>
            <a:custGeom>
              <a:avLst/>
              <a:gdLst/>
              <a:ahLst/>
              <a:cxnLst/>
              <a:rect l="l" t="t" r="r" b="b"/>
              <a:pathLst>
                <a:path w="20178" h="12977" extrusionOk="0">
                  <a:moveTo>
                    <a:pt x="18976" y="0"/>
                  </a:moveTo>
                  <a:lnTo>
                    <a:pt x="18976" y="0"/>
                  </a:lnTo>
                  <a:cubicBezTo>
                    <a:pt x="18972" y="2"/>
                    <a:pt x="18969" y="4"/>
                    <a:pt x="18966" y="6"/>
                  </a:cubicBezTo>
                  <a:lnTo>
                    <a:pt x="18966" y="6"/>
                  </a:lnTo>
                  <a:cubicBezTo>
                    <a:pt x="18969" y="4"/>
                    <a:pt x="18972" y="2"/>
                    <a:pt x="18976" y="0"/>
                  </a:cubicBezTo>
                  <a:close/>
                  <a:moveTo>
                    <a:pt x="18966" y="6"/>
                  </a:moveTo>
                  <a:lnTo>
                    <a:pt x="18966" y="6"/>
                  </a:lnTo>
                  <a:cubicBezTo>
                    <a:pt x="17282" y="975"/>
                    <a:pt x="15083" y="1458"/>
                    <a:pt x="12886" y="1458"/>
                  </a:cubicBezTo>
                  <a:cubicBezTo>
                    <a:pt x="12250" y="1458"/>
                    <a:pt x="11614" y="1418"/>
                    <a:pt x="10991" y="1337"/>
                  </a:cubicBezTo>
                  <a:lnTo>
                    <a:pt x="9507" y="2194"/>
                  </a:lnTo>
                  <a:lnTo>
                    <a:pt x="3818" y="5479"/>
                  </a:lnTo>
                  <a:lnTo>
                    <a:pt x="2332" y="6336"/>
                  </a:lnTo>
                  <a:cubicBezTo>
                    <a:pt x="2369" y="6431"/>
                    <a:pt x="2400" y="6527"/>
                    <a:pt x="2426" y="6622"/>
                  </a:cubicBezTo>
                  <a:cubicBezTo>
                    <a:pt x="2435" y="6654"/>
                    <a:pt x="2442" y="6687"/>
                    <a:pt x="2449" y="6717"/>
                  </a:cubicBezTo>
                  <a:cubicBezTo>
                    <a:pt x="2465" y="6782"/>
                    <a:pt x="2480" y="6847"/>
                    <a:pt x="2491" y="6911"/>
                  </a:cubicBezTo>
                  <a:cubicBezTo>
                    <a:pt x="2497" y="6948"/>
                    <a:pt x="2503" y="6987"/>
                    <a:pt x="2508" y="7023"/>
                  </a:cubicBezTo>
                  <a:cubicBezTo>
                    <a:pt x="2515" y="7083"/>
                    <a:pt x="2523" y="7143"/>
                    <a:pt x="2526" y="7203"/>
                  </a:cubicBezTo>
                  <a:cubicBezTo>
                    <a:pt x="2529" y="7242"/>
                    <a:pt x="2532" y="7280"/>
                    <a:pt x="2534" y="7320"/>
                  </a:cubicBezTo>
                  <a:cubicBezTo>
                    <a:pt x="2546" y="7713"/>
                    <a:pt x="2483" y="8102"/>
                    <a:pt x="2338" y="8485"/>
                  </a:cubicBezTo>
                  <a:cubicBezTo>
                    <a:pt x="1999" y="9391"/>
                    <a:pt x="1219" y="10251"/>
                    <a:pt x="0" y="10955"/>
                  </a:cubicBezTo>
                  <a:cubicBezTo>
                    <a:pt x="1684" y="9984"/>
                    <a:pt x="3888" y="9498"/>
                    <a:pt x="6089" y="9498"/>
                  </a:cubicBezTo>
                  <a:cubicBezTo>
                    <a:pt x="6725" y="9498"/>
                    <a:pt x="7361" y="9539"/>
                    <a:pt x="7984" y="9620"/>
                  </a:cubicBezTo>
                  <a:lnTo>
                    <a:pt x="9470" y="8762"/>
                  </a:lnTo>
                  <a:lnTo>
                    <a:pt x="11069" y="9692"/>
                  </a:lnTo>
                  <a:lnTo>
                    <a:pt x="14490" y="12976"/>
                  </a:lnTo>
                  <a:lnTo>
                    <a:pt x="15219" y="12555"/>
                  </a:lnTo>
                  <a:lnTo>
                    <a:pt x="13649" y="11046"/>
                  </a:lnTo>
                  <a:lnTo>
                    <a:pt x="12901" y="10329"/>
                  </a:lnTo>
                  <a:cubicBezTo>
                    <a:pt x="12349" y="9798"/>
                    <a:pt x="12460" y="8889"/>
                    <a:pt x="13121" y="8506"/>
                  </a:cubicBezTo>
                  <a:lnTo>
                    <a:pt x="14576" y="7668"/>
                  </a:lnTo>
                  <a:cubicBezTo>
                    <a:pt x="14925" y="7467"/>
                    <a:pt x="15310" y="7368"/>
                    <a:pt x="15692" y="7368"/>
                  </a:cubicBezTo>
                  <a:cubicBezTo>
                    <a:pt x="16254" y="7368"/>
                    <a:pt x="16810" y="7580"/>
                    <a:pt x="17236" y="7989"/>
                  </a:cubicBezTo>
                  <a:lnTo>
                    <a:pt x="19450" y="10112"/>
                  </a:lnTo>
                  <a:lnTo>
                    <a:pt x="20177" y="9692"/>
                  </a:lnTo>
                  <a:lnTo>
                    <a:pt x="16756" y="6408"/>
                  </a:lnTo>
                  <a:lnTo>
                    <a:pt x="16648" y="6345"/>
                  </a:lnTo>
                  <a:lnTo>
                    <a:pt x="15156" y="5479"/>
                  </a:lnTo>
                  <a:lnTo>
                    <a:pt x="16642" y="4621"/>
                  </a:lnTo>
                  <a:cubicBezTo>
                    <a:pt x="16496" y="4236"/>
                    <a:pt x="16430" y="3842"/>
                    <a:pt x="16442" y="3452"/>
                  </a:cubicBezTo>
                  <a:cubicBezTo>
                    <a:pt x="16442" y="3421"/>
                    <a:pt x="16444" y="3390"/>
                    <a:pt x="16445" y="3359"/>
                  </a:cubicBezTo>
                  <a:cubicBezTo>
                    <a:pt x="16450" y="3283"/>
                    <a:pt x="16458" y="3207"/>
                    <a:pt x="16468" y="3132"/>
                  </a:cubicBezTo>
                  <a:cubicBezTo>
                    <a:pt x="16472" y="3115"/>
                    <a:pt x="16473" y="3096"/>
                    <a:pt x="16476" y="3080"/>
                  </a:cubicBezTo>
                  <a:cubicBezTo>
                    <a:pt x="16490" y="2986"/>
                    <a:pt x="16510" y="2893"/>
                    <a:pt x="16533" y="2801"/>
                  </a:cubicBezTo>
                  <a:cubicBezTo>
                    <a:pt x="16539" y="2775"/>
                    <a:pt x="16548" y="2752"/>
                    <a:pt x="16555" y="2727"/>
                  </a:cubicBezTo>
                  <a:cubicBezTo>
                    <a:pt x="16575" y="2660"/>
                    <a:pt x="16596" y="2590"/>
                    <a:pt x="16621" y="2523"/>
                  </a:cubicBezTo>
                  <a:cubicBezTo>
                    <a:pt x="16632" y="2492"/>
                    <a:pt x="16642" y="2461"/>
                    <a:pt x="16655" y="2430"/>
                  </a:cubicBezTo>
                  <a:cubicBezTo>
                    <a:pt x="16681" y="2364"/>
                    <a:pt x="16710" y="2300"/>
                    <a:pt x="16739" y="2234"/>
                  </a:cubicBezTo>
                  <a:cubicBezTo>
                    <a:pt x="16751" y="2206"/>
                    <a:pt x="16764" y="2178"/>
                    <a:pt x="16778" y="2152"/>
                  </a:cubicBezTo>
                  <a:cubicBezTo>
                    <a:pt x="16822" y="2063"/>
                    <a:pt x="16870" y="1972"/>
                    <a:pt x="16924" y="1883"/>
                  </a:cubicBezTo>
                  <a:cubicBezTo>
                    <a:pt x="16928" y="1875"/>
                    <a:pt x="16935" y="1867"/>
                    <a:pt x="16939" y="1860"/>
                  </a:cubicBezTo>
                  <a:cubicBezTo>
                    <a:pt x="16990" y="1778"/>
                    <a:pt x="17044" y="1698"/>
                    <a:pt x="17101" y="1618"/>
                  </a:cubicBezTo>
                  <a:cubicBezTo>
                    <a:pt x="17121" y="1591"/>
                    <a:pt x="17142" y="1563"/>
                    <a:pt x="17162" y="1537"/>
                  </a:cubicBezTo>
                  <a:cubicBezTo>
                    <a:pt x="17210" y="1474"/>
                    <a:pt x="17258" y="1414"/>
                    <a:pt x="17308" y="1354"/>
                  </a:cubicBezTo>
                  <a:cubicBezTo>
                    <a:pt x="17333" y="1324"/>
                    <a:pt x="17358" y="1297"/>
                    <a:pt x="17382" y="1268"/>
                  </a:cubicBezTo>
                  <a:cubicBezTo>
                    <a:pt x="17441" y="1201"/>
                    <a:pt x="17502" y="1134"/>
                    <a:pt x="17567" y="1069"/>
                  </a:cubicBezTo>
                  <a:cubicBezTo>
                    <a:pt x="17585" y="1051"/>
                    <a:pt x="17602" y="1032"/>
                    <a:pt x="17621" y="1014"/>
                  </a:cubicBezTo>
                  <a:cubicBezTo>
                    <a:pt x="17704" y="931"/>
                    <a:pt x="17793" y="849"/>
                    <a:pt x="17885" y="769"/>
                  </a:cubicBezTo>
                  <a:cubicBezTo>
                    <a:pt x="17910" y="749"/>
                    <a:pt x="17934" y="729"/>
                    <a:pt x="17957" y="709"/>
                  </a:cubicBezTo>
                  <a:cubicBezTo>
                    <a:pt x="18030" y="649"/>
                    <a:pt x="18104" y="588"/>
                    <a:pt x="18182" y="529"/>
                  </a:cubicBezTo>
                  <a:cubicBezTo>
                    <a:pt x="18216" y="502"/>
                    <a:pt x="18250" y="477"/>
                    <a:pt x="18287" y="451"/>
                  </a:cubicBezTo>
                  <a:cubicBezTo>
                    <a:pt x="18360" y="397"/>
                    <a:pt x="18437" y="342"/>
                    <a:pt x="18517" y="289"/>
                  </a:cubicBezTo>
                  <a:cubicBezTo>
                    <a:pt x="18551" y="266"/>
                    <a:pt x="18585" y="242"/>
                    <a:pt x="18620" y="220"/>
                  </a:cubicBezTo>
                  <a:cubicBezTo>
                    <a:pt x="18731" y="147"/>
                    <a:pt x="18846" y="75"/>
                    <a:pt x="18966" y="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2239;p52">
              <a:extLst>
                <a:ext uri="{FF2B5EF4-FFF2-40B4-BE49-F238E27FC236}">
                  <a16:creationId xmlns:a16="http://schemas.microsoft.com/office/drawing/2014/main" id="{36E1AB54-5E3D-232E-E65F-5865852B40FB}"/>
                </a:ext>
              </a:extLst>
            </p:cNvPr>
            <p:cNvSpPr/>
            <p:nvPr/>
          </p:nvSpPr>
          <p:spPr>
            <a:xfrm>
              <a:off x="3879370" y="991362"/>
              <a:ext cx="65197" cy="75422"/>
            </a:xfrm>
            <a:custGeom>
              <a:avLst/>
              <a:gdLst/>
              <a:ahLst/>
              <a:cxnLst/>
              <a:rect l="l" t="t" r="r" b="b"/>
              <a:pathLst>
                <a:path w="1492" h="1726" extrusionOk="0">
                  <a:moveTo>
                    <a:pt x="1485" y="1"/>
                  </a:moveTo>
                  <a:lnTo>
                    <a:pt x="1" y="859"/>
                  </a:lnTo>
                  <a:lnTo>
                    <a:pt x="1491" y="1725"/>
                  </a:lnTo>
                  <a:lnTo>
                    <a:pt x="1488" y="696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2240;p52">
              <a:extLst>
                <a:ext uri="{FF2B5EF4-FFF2-40B4-BE49-F238E27FC236}">
                  <a16:creationId xmlns:a16="http://schemas.microsoft.com/office/drawing/2014/main" id="{BFED05A6-1BB6-11C2-06C9-B2186F403ECB}"/>
                </a:ext>
              </a:extLst>
            </p:cNvPr>
            <p:cNvSpPr/>
            <p:nvPr/>
          </p:nvSpPr>
          <p:spPr>
            <a:xfrm>
              <a:off x="3381012" y="1028897"/>
              <a:ext cx="249862" cy="145687"/>
            </a:xfrm>
            <a:custGeom>
              <a:avLst/>
              <a:gdLst/>
              <a:ahLst/>
              <a:cxnLst/>
              <a:rect l="l" t="t" r="r" b="b"/>
              <a:pathLst>
                <a:path w="5718" h="3334" extrusionOk="0">
                  <a:moveTo>
                    <a:pt x="66" y="0"/>
                  </a:moveTo>
                  <a:lnTo>
                    <a:pt x="0" y="40"/>
                  </a:lnTo>
                  <a:lnTo>
                    <a:pt x="5662" y="3333"/>
                  </a:lnTo>
                  <a:lnTo>
                    <a:pt x="5718" y="3283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2241;p52">
              <a:extLst>
                <a:ext uri="{FF2B5EF4-FFF2-40B4-BE49-F238E27FC236}">
                  <a16:creationId xmlns:a16="http://schemas.microsoft.com/office/drawing/2014/main" id="{F91ED1D0-6875-259B-8BA1-890D5E1B25FD}"/>
                </a:ext>
              </a:extLst>
            </p:cNvPr>
            <p:cNvSpPr/>
            <p:nvPr/>
          </p:nvSpPr>
          <p:spPr>
            <a:xfrm>
              <a:off x="3632442" y="883563"/>
              <a:ext cx="250780" cy="145556"/>
            </a:xfrm>
            <a:custGeom>
              <a:avLst/>
              <a:gdLst/>
              <a:ahLst/>
              <a:cxnLst/>
              <a:rect l="l" t="t" r="r" b="b"/>
              <a:pathLst>
                <a:path w="5739" h="3331" extrusionOk="0">
                  <a:moveTo>
                    <a:pt x="70" y="1"/>
                  </a:moveTo>
                  <a:lnTo>
                    <a:pt x="1" y="41"/>
                  </a:lnTo>
                  <a:lnTo>
                    <a:pt x="5658" y="3331"/>
                  </a:lnTo>
                  <a:lnTo>
                    <a:pt x="5738" y="3295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2242;p52">
              <a:extLst>
                <a:ext uri="{FF2B5EF4-FFF2-40B4-BE49-F238E27FC236}">
                  <a16:creationId xmlns:a16="http://schemas.microsoft.com/office/drawing/2014/main" id="{C03F8E63-4287-3979-A022-316B7A596EA9}"/>
                </a:ext>
              </a:extLst>
            </p:cNvPr>
            <p:cNvSpPr/>
            <p:nvPr/>
          </p:nvSpPr>
          <p:spPr>
            <a:xfrm>
              <a:off x="2569788" y="1131977"/>
              <a:ext cx="334723" cy="15600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2243;p52">
              <a:extLst>
                <a:ext uri="{FF2B5EF4-FFF2-40B4-BE49-F238E27FC236}">
                  <a16:creationId xmlns:a16="http://schemas.microsoft.com/office/drawing/2014/main" id="{A3D5B053-225B-159C-1DE5-0717D0DA3CE2}"/>
                </a:ext>
              </a:extLst>
            </p:cNvPr>
            <p:cNvSpPr/>
            <p:nvPr/>
          </p:nvSpPr>
          <p:spPr>
            <a:xfrm>
              <a:off x="2898254" y="113237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2244;p52">
              <a:extLst>
                <a:ext uri="{FF2B5EF4-FFF2-40B4-BE49-F238E27FC236}">
                  <a16:creationId xmlns:a16="http://schemas.microsoft.com/office/drawing/2014/main" id="{6996CBA9-5C03-5FC7-552C-CF9C0E31FF08}"/>
                </a:ext>
              </a:extLst>
            </p:cNvPr>
            <p:cNvSpPr/>
            <p:nvPr/>
          </p:nvSpPr>
          <p:spPr>
            <a:xfrm>
              <a:off x="2577391" y="88456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2245;p52">
              <a:extLst>
                <a:ext uri="{FF2B5EF4-FFF2-40B4-BE49-F238E27FC236}">
                  <a16:creationId xmlns:a16="http://schemas.microsoft.com/office/drawing/2014/main" id="{7C7D22E5-2051-493D-794E-3131ED7674CB}"/>
                </a:ext>
              </a:extLst>
            </p:cNvPr>
            <p:cNvSpPr/>
            <p:nvPr/>
          </p:nvSpPr>
          <p:spPr>
            <a:xfrm>
              <a:off x="2540729" y="88474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2246;p52">
              <a:extLst>
                <a:ext uri="{FF2B5EF4-FFF2-40B4-BE49-F238E27FC236}">
                  <a16:creationId xmlns:a16="http://schemas.microsoft.com/office/drawing/2014/main" id="{07EEEF3C-7A5F-4B92-191B-260954988F61}"/>
                </a:ext>
              </a:extLst>
            </p:cNvPr>
            <p:cNvSpPr/>
            <p:nvPr/>
          </p:nvSpPr>
          <p:spPr>
            <a:xfrm>
              <a:off x="2925083" y="93560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2247;p52">
              <a:extLst>
                <a:ext uri="{FF2B5EF4-FFF2-40B4-BE49-F238E27FC236}">
                  <a16:creationId xmlns:a16="http://schemas.microsoft.com/office/drawing/2014/main" id="{AE7FFEAB-2A8F-1084-9454-FBC05EE189A4}"/>
                </a:ext>
              </a:extLst>
            </p:cNvPr>
            <p:cNvSpPr/>
            <p:nvPr/>
          </p:nvSpPr>
          <p:spPr>
            <a:xfrm>
              <a:off x="2925083" y="109562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2248;p52">
              <a:extLst>
                <a:ext uri="{FF2B5EF4-FFF2-40B4-BE49-F238E27FC236}">
                  <a16:creationId xmlns:a16="http://schemas.microsoft.com/office/drawing/2014/main" id="{E7AC90E0-FC9F-4271-6C8A-157B849D040F}"/>
                </a:ext>
              </a:extLst>
            </p:cNvPr>
            <p:cNvSpPr/>
            <p:nvPr/>
          </p:nvSpPr>
          <p:spPr>
            <a:xfrm>
              <a:off x="2886412" y="109190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2249;p52">
              <a:extLst>
                <a:ext uri="{FF2B5EF4-FFF2-40B4-BE49-F238E27FC236}">
                  <a16:creationId xmlns:a16="http://schemas.microsoft.com/office/drawing/2014/main" id="{F6D4C047-E35D-48CE-5521-F826E67DF749}"/>
                </a:ext>
              </a:extLst>
            </p:cNvPr>
            <p:cNvSpPr/>
            <p:nvPr/>
          </p:nvSpPr>
          <p:spPr>
            <a:xfrm>
              <a:off x="2889383" y="106861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2250;p52">
              <a:extLst>
                <a:ext uri="{FF2B5EF4-FFF2-40B4-BE49-F238E27FC236}">
                  <a16:creationId xmlns:a16="http://schemas.microsoft.com/office/drawing/2014/main" id="{6C5C6BE6-F438-B323-60B3-8802A0FA67E8}"/>
                </a:ext>
              </a:extLst>
            </p:cNvPr>
            <p:cNvSpPr/>
            <p:nvPr/>
          </p:nvSpPr>
          <p:spPr>
            <a:xfrm>
              <a:off x="2885844" y="106516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2251;p52">
              <a:extLst>
                <a:ext uri="{FF2B5EF4-FFF2-40B4-BE49-F238E27FC236}">
                  <a16:creationId xmlns:a16="http://schemas.microsoft.com/office/drawing/2014/main" id="{D8C37E58-E702-702F-94CB-CFC71B5678C4}"/>
                </a:ext>
              </a:extLst>
            </p:cNvPr>
            <p:cNvSpPr/>
            <p:nvPr/>
          </p:nvSpPr>
          <p:spPr>
            <a:xfrm>
              <a:off x="3092834" y="883213"/>
              <a:ext cx="82195" cy="62924"/>
            </a:xfrm>
            <a:custGeom>
              <a:avLst/>
              <a:gdLst/>
              <a:ahLst/>
              <a:cxnLst/>
              <a:rect l="l" t="t" r="r" b="b"/>
              <a:pathLst>
                <a:path w="1881" h="1440" extrusionOk="0">
                  <a:moveTo>
                    <a:pt x="1880" y="1"/>
                  </a:moveTo>
                  <a:lnTo>
                    <a:pt x="1" y="1313"/>
                  </a:lnTo>
                  <a:lnTo>
                    <a:pt x="1" y="1439"/>
                  </a:lnTo>
                  <a:lnTo>
                    <a:pt x="1880" y="127"/>
                  </a:lnTo>
                  <a:lnTo>
                    <a:pt x="18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2252;p52">
              <a:extLst>
                <a:ext uri="{FF2B5EF4-FFF2-40B4-BE49-F238E27FC236}">
                  <a16:creationId xmlns:a16="http://schemas.microsoft.com/office/drawing/2014/main" id="{D1BC27F3-A759-EE80-E7DA-EED9AB07F10C}"/>
                </a:ext>
              </a:extLst>
            </p:cNvPr>
            <p:cNvSpPr/>
            <p:nvPr/>
          </p:nvSpPr>
          <p:spPr>
            <a:xfrm>
              <a:off x="2951476" y="94049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2253;p52">
              <a:extLst>
                <a:ext uri="{FF2B5EF4-FFF2-40B4-BE49-F238E27FC236}">
                  <a16:creationId xmlns:a16="http://schemas.microsoft.com/office/drawing/2014/main" id="{F0EFC970-2645-83FA-87FE-35309BE95C1A}"/>
                </a:ext>
              </a:extLst>
            </p:cNvPr>
            <p:cNvSpPr/>
            <p:nvPr/>
          </p:nvSpPr>
          <p:spPr>
            <a:xfrm>
              <a:off x="2940465" y="87971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2254;p52">
              <a:extLst>
                <a:ext uri="{FF2B5EF4-FFF2-40B4-BE49-F238E27FC236}">
                  <a16:creationId xmlns:a16="http://schemas.microsoft.com/office/drawing/2014/main" id="{D0EEE78C-5150-E94C-8FFB-FEF3FA2DE6EC}"/>
                </a:ext>
              </a:extLst>
            </p:cNvPr>
            <p:cNvSpPr/>
            <p:nvPr/>
          </p:nvSpPr>
          <p:spPr>
            <a:xfrm>
              <a:off x="2912979" y="100394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2255;p52">
              <a:extLst>
                <a:ext uri="{FF2B5EF4-FFF2-40B4-BE49-F238E27FC236}">
                  <a16:creationId xmlns:a16="http://schemas.microsoft.com/office/drawing/2014/main" id="{4DDD70E4-4D72-0738-44BD-4A5E83E42F16}"/>
                </a:ext>
              </a:extLst>
            </p:cNvPr>
            <p:cNvSpPr/>
            <p:nvPr/>
          </p:nvSpPr>
          <p:spPr>
            <a:xfrm>
              <a:off x="2913111" y="99171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2256;p52">
              <a:extLst>
                <a:ext uri="{FF2B5EF4-FFF2-40B4-BE49-F238E27FC236}">
                  <a16:creationId xmlns:a16="http://schemas.microsoft.com/office/drawing/2014/main" id="{7CE2D239-8CAF-97C9-E647-D558126D90E8}"/>
                </a:ext>
              </a:extLst>
            </p:cNvPr>
            <p:cNvSpPr/>
            <p:nvPr/>
          </p:nvSpPr>
          <p:spPr>
            <a:xfrm>
              <a:off x="2915470" y="99372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2257;p52">
              <a:extLst>
                <a:ext uri="{FF2B5EF4-FFF2-40B4-BE49-F238E27FC236}">
                  <a16:creationId xmlns:a16="http://schemas.microsoft.com/office/drawing/2014/main" id="{428358DE-CAA1-5D63-20F2-0C281BEF7374}"/>
                </a:ext>
              </a:extLst>
            </p:cNvPr>
            <p:cNvSpPr/>
            <p:nvPr/>
          </p:nvSpPr>
          <p:spPr>
            <a:xfrm>
              <a:off x="2908391" y="103204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2258;p52">
              <a:extLst>
                <a:ext uri="{FF2B5EF4-FFF2-40B4-BE49-F238E27FC236}">
                  <a16:creationId xmlns:a16="http://schemas.microsoft.com/office/drawing/2014/main" id="{CF69F0E2-EBCE-691D-0BE4-20E6A3ED9B7E}"/>
                </a:ext>
              </a:extLst>
            </p:cNvPr>
            <p:cNvSpPr/>
            <p:nvPr/>
          </p:nvSpPr>
          <p:spPr>
            <a:xfrm>
              <a:off x="2877629" y="107272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2259;p52">
              <a:extLst>
                <a:ext uri="{FF2B5EF4-FFF2-40B4-BE49-F238E27FC236}">
                  <a16:creationId xmlns:a16="http://schemas.microsoft.com/office/drawing/2014/main" id="{37A208F8-9354-552D-A09C-8635C1097053}"/>
                </a:ext>
              </a:extLst>
            </p:cNvPr>
            <p:cNvSpPr/>
            <p:nvPr/>
          </p:nvSpPr>
          <p:spPr>
            <a:xfrm>
              <a:off x="2713898" y="109151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2260;p52">
              <a:extLst>
                <a:ext uri="{FF2B5EF4-FFF2-40B4-BE49-F238E27FC236}">
                  <a16:creationId xmlns:a16="http://schemas.microsoft.com/office/drawing/2014/main" id="{4E150168-B419-249C-07D9-D4249DCBEFE1}"/>
                </a:ext>
              </a:extLst>
            </p:cNvPr>
            <p:cNvSpPr/>
            <p:nvPr/>
          </p:nvSpPr>
          <p:spPr>
            <a:xfrm>
              <a:off x="2692181" y="114897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2261;p52">
              <a:extLst>
                <a:ext uri="{FF2B5EF4-FFF2-40B4-BE49-F238E27FC236}">
                  <a16:creationId xmlns:a16="http://schemas.microsoft.com/office/drawing/2014/main" id="{D0E9FA19-10DA-3DDB-425C-A580EF677BC4}"/>
                </a:ext>
              </a:extLst>
            </p:cNvPr>
            <p:cNvSpPr/>
            <p:nvPr/>
          </p:nvSpPr>
          <p:spPr>
            <a:xfrm>
              <a:off x="2692269" y="101185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2262;p52">
              <a:extLst>
                <a:ext uri="{FF2B5EF4-FFF2-40B4-BE49-F238E27FC236}">
                  <a16:creationId xmlns:a16="http://schemas.microsoft.com/office/drawing/2014/main" id="{7B8F10D2-90D3-1BF2-11EF-66564EF388FC}"/>
                </a:ext>
              </a:extLst>
            </p:cNvPr>
            <p:cNvSpPr/>
            <p:nvPr/>
          </p:nvSpPr>
          <p:spPr>
            <a:xfrm>
              <a:off x="2925083" y="116164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2263;p52">
              <a:extLst>
                <a:ext uri="{FF2B5EF4-FFF2-40B4-BE49-F238E27FC236}">
                  <a16:creationId xmlns:a16="http://schemas.microsoft.com/office/drawing/2014/main" id="{2AE17FA6-6334-7772-EBFB-218E69EAF4DD}"/>
                </a:ext>
              </a:extLst>
            </p:cNvPr>
            <p:cNvSpPr/>
            <p:nvPr/>
          </p:nvSpPr>
          <p:spPr>
            <a:xfrm>
              <a:off x="2925083" y="1321663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2264;p52">
              <a:extLst>
                <a:ext uri="{FF2B5EF4-FFF2-40B4-BE49-F238E27FC236}">
                  <a16:creationId xmlns:a16="http://schemas.microsoft.com/office/drawing/2014/main" id="{BB5F646C-277D-C881-EE3D-898BAA34DB58}"/>
                </a:ext>
              </a:extLst>
            </p:cNvPr>
            <p:cNvSpPr/>
            <p:nvPr/>
          </p:nvSpPr>
          <p:spPr>
            <a:xfrm>
              <a:off x="3808058" y="1132807"/>
              <a:ext cx="157093" cy="284558"/>
            </a:xfrm>
            <a:custGeom>
              <a:avLst/>
              <a:gdLst/>
              <a:ahLst/>
              <a:cxnLst/>
              <a:rect l="l" t="t" r="r" b="b"/>
              <a:pathLst>
                <a:path w="3595" h="6512" extrusionOk="0">
                  <a:moveTo>
                    <a:pt x="1" y="0"/>
                  </a:moveTo>
                  <a:lnTo>
                    <a:pt x="12" y="4138"/>
                  </a:lnTo>
                  <a:cubicBezTo>
                    <a:pt x="13" y="4333"/>
                    <a:pt x="81" y="4469"/>
                    <a:pt x="192" y="4535"/>
                  </a:cubicBezTo>
                  <a:lnTo>
                    <a:pt x="3594" y="6511"/>
                  </a:lnTo>
                  <a:cubicBezTo>
                    <a:pt x="3579" y="6502"/>
                    <a:pt x="3566" y="6490"/>
                    <a:pt x="3554" y="6478"/>
                  </a:cubicBezTo>
                  <a:cubicBezTo>
                    <a:pt x="3542" y="6468"/>
                    <a:pt x="3530" y="6461"/>
                    <a:pt x="3519" y="6451"/>
                  </a:cubicBezTo>
                  <a:cubicBezTo>
                    <a:pt x="3506" y="6435"/>
                    <a:pt x="3497" y="6416"/>
                    <a:pt x="3486" y="6398"/>
                  </a:cubicBezTo>
                  <a:cubicBezTo>
                    <a:pt x="3479" y="6385"/>
                    <a:pt x="3470" y="6375"/>
                    <a:pt x="3462" y="6362"/>
                  </a:cubicBezTo>
                  <a:cubicBezTo>
                    <a:pt x="3453" y="6339"/>
                    <a:pt x="3446" y="6315"/>
                    <a:pt x="3440" y="6290"/>
                  </a:cubicBezTo>
                  <a:cubicBezTo>
                    <a:pt x="3436" y="6276"/>
                    <a:pt x="3430" y="6264"/>
                    <a:pt x="3426" y="6250"/>
                  </a:cubicBezTo>
                  <a:cubicBezTo>
                    <a:pt x="3419" y="6208"/>
                    <a:pt x="3414" y="6164"/>
                    <a:pt x="3414" y="6113"/>
                  </a:cubicBezTo>
                  <a:lnTo>
                    <a:pt x="3402" y="197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2265;p52">
              <a:extLst>
                <a:ext uri="{FF2B5EF4-FFF2-40B4-BE49-F238E27FC236}">
                  <a16:creationId xmlns:a16="http://schemas.microsoft.com/office/drawing/2014/main" id="{DC3D5715-9535-8CC8-AB95-AF3F340F0CB5}"/>
                </a:ext>
              </a:extLst>
            </p:cNvPr>
            <p:cNvSpPr/>
            <p:nvPr/>
          </p:nvSpPr>
          <p:spPr>
            <a:xfrm>
              <a:off x="3808014" y="1058480"/>
              <a:ext cx="236447" cy="160719"/>
            </a:xfrm>
            <a:custGeom>
              <a:avLst/>
              <a:gdLst/>
              <a:ahLst/>
              <a:cxnLst/>
              <a:rect l="l" t="t" r="r" b="b"/>
              <a:pathLst>
                <a:path w="5411" h="3678" extrusionOk="0">
                  <a:moveTo>
                    <a:pt x="1847" y="0"/>
                  </a:moveTo>
                  <a:cubicBezTo>
                    <a:pt x="1763" y="0"/>
                    <a:pt x="1668" y="27"/>
                    <a:pt x="1569" y="85"/>
                  </a:cubicBezTo>
                  <a:lnTo>
                    <a:pt x="617" y="634"/>
                  </a:lnTo>
                  <a:lnTo>
                    <a:pt x="617" y="635"/>
                  </a:lnTo>
                  <a:cubicBezTo>
                    <a:pt x="276" y="832"/>
                    <a:pt x="0" y="1307"/>
                    <a:pt x="2" y="1701"/>
                  </a:cubicBezTo>
                  <a:lnTo>
                    <a:pt x="3403" y="3678"/>
                  </a:lnTo>
                  <a:cubicBezTo>
                    <a:pt x="3401" y="3286"/>
                    <a:pt x="3677" y="2809"/>
                    <a:pt x="4018" y="2612"/>
                  </a:cubicBezTo>
                  <a:lnTo>
                    <a:pt x="4970" y="2061"/>
                  </a:lnTo>
                  <a:cubicBezTo>
                    <a:pt x="5013" y="2037"/>
                    <a:pt x="5055" y="2018"/>
                    <a:pt x="5096" y="2004"/>
                  </a:cubicBezTo>
                  <a:cubicBezTo>
                    <a:pt x="5109" y="2000"/>
                    <a:pt x="5121" y="2000"/>
                    <a:pt x="5133" y="1995"/>
                  </a:cubicBezTo>
                  <a:cubicBezTo>
                    <a:pt x="5159" y="1989"/>
                    <a:pt x="5187" y="1981"/>
                    <a:pt x="5212" y="1978"/>
                  </a:cubicBezTo>
                  <a:cubicBezTo>
                    <a:pt x="5227" y="1978"/>
                    <a:pt x="5241" y="1980"/>
                    <a:pt x="5255" y="1980"/>
                  </a:cubicBezTo>
                  <a:cubicBezTo>
                    <a:pt x="5276" y="1981"/>
                    <a:pt x="5298" y="1980"/>
                    <a:pt x="5316" y="1983"/>
                  </a:cubicBezTo>
                  <a:cubicBezTo>
                    <a:pt x="5332" y="1987"/>
                    <a:pt x="5344" y="1993"/>
                    <a:pt x="5356" y="2000"/>
                  </a:cubicBezTo>
                  <a:cubicBezTo>
                    <a:pt x="5375" y="2004"/>
                    <a:pt x="5393" y="2009"/>
                    <a:pt x="5410" y="2018"/>
                  </a:cubicBezTo>
                  <a:lnTo>
                    <a:pt x="2009" y="41"/>
                  </a:lnTo>
                  <a:cubicBezTo>
                    <a:pt x="1962" y="14"/>
                    <a:pt x="1907" y="0"/>
                    <a:pt x="184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2266;p52">
              <a:extLst>
                <a:ext uri="{FF2B5EF4-FFF2-40B4-BE49-F238E27FC236}">
                  <a16:creationId xmlns:a16="http://schemas.microsoft.com/office/drawing/2014/main" id="{CE1C9722-BEC9-90C3-15C7-75706582C6AC}"/>
                </a:ext>
              </a:extLst>
            </p:cNvPr>
            <p:cNvSpPr/>
            <p:nvPr/>
          </p:nvSpPr>
          <p:spPr>
            <a:xfrm>
              <a:off x="3956626" y="1144868"/>
              <a:ext cx="96309" cy="274202"/>
            </a:xfrm>
            <a:custGeom>
              <a:avLst/>
              <a:gdLst/>
              <a:ahLst/>
              <a:cxnLst/>
              <a:rect l="l" t="t" r="r" b="b"/>
              <a:pathLst>
                <a:path w="2204" h="6275" extrusionOk="0">
                  <a:moveTo>
                    <a:pt x="1820" y="1"/>
                  </a:moveTo>
                  <a:cubicBezTo>
                    <a:pt x="1817" y="1"/>
                    <a:pt x="1814" y="1"/>
                    <a:pt x="1811" y="1"/>
                  </a:cubicBezTo>
                  <a:cubicBezTo>
                    <a:pt x="1786" y="4"/>
                    <a:pt x="1758" y="10"/>
                    <a:pt x="1732" y="18"/>
                  </a:cubicBezTo>
                  <a:cubicBezTo>
                    <a:pt x="1720" y="21"/>
                    <a:pt x="1708" y="23"/>
                    <a:pt x="1695" y="26"/>
                  </a:cubicBezTo>
                  <a:cubicBezTo>
                    <a:pt x="1654" y="40"/>
                    <a:pt x="1614" y="60"/>
                    <a:pt x="1571" y="84"/>
                  </a:cubicBezTo>
                  <a:lnTo>
                    <a:pt x="617" y="633"/>
                  </a:lnTo>
                  <a:cubicBezTo>
                    <a:pt x="276" y="830"/>
                    <a:pt x="0" y="1307"/>
                    <a:pt x="2" y="1701"/>
                  </a:cubicBezTo>
                  <a:lnTo>
                    <a:pt x="14" y="5837"/>
                  </a:lnTo>
                  <a:cubicBezTo>
                    <a:pt x="14" y="5888"/>
                    <a:pt x="19" y="5932"/>
                    <a:pt x="26" y="5972"/>
                  </a:cubicBezTo>
                  <a:cubicBezTo>
                    <a:pt x="30" y="5988"/>
                    <a:pt x="36" y="5999"/>
                    <a:pt x="40" y="6014"/>
                  </a:cubicBezTo>
                  <a:cubicBezTo>
                    <a:pt x="46" y="6039"/>
                    <a:pt x="53" y="6063"/>
                    <a:pt x="62" y="6086"/>
                  </a:cubicBezTo>
                  <a:cubicBezTo>
                    <a:pt x="70" y="6099"/>
                    <a:pt x="79" y="6109"/>
                    <a:pt x="86" y="6122"/>
                  </a:cubicBezTo>
                  <a:cubicBezTo>
                    <a:pt x="97" y="6139"/>
                    <a:pt x="106" y="6159"/>
                    <a:pt x="119" y="6174"/>
                  </a:cubicBezTo>
                  <a:cubicBezTo>
                    <a:pt x="130" y="6185"/>
                    <a:pt x="142" y="6192"/>
                    <a:pt x="154" y="6200"/>
                  </a:cubicBezTo>
                  <a:cubicBezTo>
                    <a:pt x="211" y="6248"/>
                    <a:pt x="282" y="6275"/>
                    <a:pt x="364" y="6275"/>
                  </a:cubicBezTo>
                  <a:cubicBezTo>
                    <a:pt x="445" y="6275"/>
                    <a:pt x="536" y="6248"/>
                    <a:pt x="634" y="6192"/>
                  </a:cubicBezTo>
                  <a:lnTo>
                    <a:pt x="1586" y="5642"/>
                  </a:lnTo>
                  <a:cubicBezTo>
                    <a:pt x="1926" y="5443"/>
                    <a:pt x="2203" y="4966"/>
                    <a:pt x="2201" y="4574"/>
                  </a:cubicBezTo>
                  <a:lnTo>
                    <a:pt x="2189" y="438"/>
                  </a:lnTo>
                  <a:cubicBezTo>
                    <a:pt x="2189" y="241"/>
                    <a:pt x="2120" y="104"/>
                    <a:pt x="2009" y="40"/>
                  </a:cubicBezTo>
                  <a:cubicBezTo>
                    <a:pt x="1992" y="30"/>
                    <a:pt x="1974" y="27"/>
                    <a:pt x="1957" y="21"/>
                  </a:cubicBezTo>
                  <a:cubicBezTo>
                    <a:pt x="1943" y="16"/>
                    <a:pt x="1931" y="10"/>
                    <a:pt x="1915" y="6"/>
                  </a:cubicBezTo>
                  <a:cubicBezTo>
                    <a:pt x="1897" y="3"/>
                    <a:pt x="1875" y="4"/>
                    <a:pt x="1854" y="3"/>
                  </a:cubicBezTo>
                  <a:cubicBezTo>
                    <a:pt x="1843" y="3"/>
                    <a:pt x="1832" y="1"/>
                    <a:pt x="1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2267;p52">
              <a:extLst>
                <a:ext uri="{FF2B5EF4-FFF2-40B4-BE49-F238E27FC236}">
                  <a16:creationId xmlns:a16="http://schemas.microsoft.com/office/drawing/2014/main" id="{E9A04B3C-F3DA-ED00-E950-A4F7CCD91EC0}"/>
                </a:ext>
              </a:extLst>
            </p:cNvPr>
            <p:cNvSpPr/>
            <p:nvPr/>
          </p:nvSpPr>
          <p:spPr>
            <a:xfrm>
              <a:off x="4005959" y="1174537"/>
              <a:ext cx="30282" cy="8390"/>
            </a:xfrm>
            <a:custGeom>
              <a:avLst/>
              <a:gdLst/>
              <a:ahLst/>
              <a:cxnLst/>
              <a:rect l="l" t="t" r="r" b="b"/>
              <a:pathLst>
                <a:path w="693" h="192" extrusionOk="0">
                  <a:moveTo>
                    <a:pt x="682" y="133"/>
                  </a:moveTo>
                  <a:lnTo>
                    <a:pt x="693" y="139"/>
                  </a:lnTo>
                  <a:cubicBezTo>
                    <a:pt x="693" y="137"/>
                    <a:pt x="691" y="137"/>
                    <a:pt x="691" y="137"/>
                  </a:cubicBezTo>
                  <a:cubicBezTo>
                    <a:pt x="688" y="136"/>
                    <a:pt x="685" y="134"/>
                    <a:pt x="682" y="133"/>
                  </a:cubicBezTo>
                  <a:close/>
                  <a:moveTo>
                    <a:pt x="343" y="0"/>
                  </a:moveTo>
                  <a:cubicBezTo>
                    <a:pt x="240" y="0"/>
                    <a:pt x="124" y="34"/>
                    <a:pt x="0" y="105"/>
                  </a:cubicBezTo>
                  <a:lnTo>
                    <a:pt x="151" y="191"/>
                  </a:lnTo>
                  <a:cubicBezTo>
                    <a:pt x="203" y="162"/>
                    <a:pt x="256" y="137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2"/>
                    <a:pt x="419" y="93"/>
                    <a:pt x="448" y="90"/>
                  </a:cubicBezTo>
                  <a:cubicBezTo>
                    <a:pt x="452" y="89"/>
                    <a:pt x="456" y="89"/>
                    <a:pt x="459" y="89"/>
                  </a:cubicBezTo>
                  <a:cubicBezTo>
                    <a:pt x="474" y="89"/>
                    <a:pt x="487" y="91"/>
                    <a:pt x="500" y="91"/>
                  </a:cubicBezTo>
                  <a:cubicBezTo>
                    <a:pt x="526" y="93"/>
                    <a:pt x="554" y="91"/>
                    <a:pt x="579" y="96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6" y="121"/>
                    <a:pt x="665" y="125"/>
                    <a:pt x="682" y="133"/>
                  </a:cubicBezTo>
                  <a:lnTo>
                    <a:pt x="682" y="133"/>
                  </a:lnTo>
                  <a:lnTo>
                    <a:pt x="543" y="51"/>
                  </a:lnTo>
                  <a:cubicBezTo>
                    <a:pt x="485" y="18"/>
                    <a:pt x="418" y="0"/>
                    <a:pt x="343" y="0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2268;p52">
              <a:extLst>
                <a:ext uri="{FF2B5EF4-FFF2-40B4-BE49-F238E27FC236}">
                  <a16:creationId xmlns:a16="http://schemas.microsoft.com/office/drawing/2014/main" id="{1692C4AF-B3DD-A75E-7B8F-7A081AB19275}"/>
                </a:ext>
              </a:extLst>
            </p:cNvPr>
            <p:cNvSpPr/>
            <p:nvPr/>
          </p:nvSpPr>
          <p:spPr>
            <a:xfrm>
              <a:off x="3972837" y="1179126"/>
              <a:ext cx="39765" cy="82632"/>
            </a:xfrm>
            <a:custGeom>
              <a:avLst/>
              <a:gdLst/>
              <a:ahLst/>
              <a:cxnLst/>
              <a:rect l="l" t="t" r="r" b="b"/>
              <a:pathLst>
                <a:path w="910" h="1891" extrusionOk="0">
                  <a:moveTo>
                    <a:pt x="758" y="0"/>
                  </a:moveTo>
                  <a:cubicBezTo>
                    <a:pt x="338" y="242"/>
                    <a:pt x="0" y="832"/>
                    <a:pt x="2" y="1314"/>
                  </a:cubicBezTo>
                  <a:cubicBezTo>
                    <a:pt x="2" y="1555"/>
                    <a:pt x="86" y="1723"/>
                    <a:pt x="223" y="1803"/>
                  </a:cubicBezTo>
                  <a:lnTo>
                    <a:pt x="372" y="1890"/>
                  </a:lnTo>
                  <a:cubicBezTo>
                    <a:pt x="354" y="1878"/>
                    <a:pt x="338" y="1863"/>
                    <a:pt x="321" y="1847"/>
                  </a:cubicBezTo>
                  <a:cubicBezTo>
                    <a:pt x="308" y="1837"/>
                    <a:pt x="294" y="1827"/>
                    <a:pt x="282" y="1815"/>
                  </a:cubicBezTo>
                  <a:cubicBezTo>
                    <a:pt x="265" y="1797"/>
                    <a:pt x="254" y="1774"/>
                    <a:pt x="240" y="1752"/>
                  </a:cubicBezTo>
                  <a:cubicBezTo>
                    <a:pt x="231" y="1737"/>
                    <a:pt x="218" y="1723"/>
                    <a:pt x="211" y="1706"/>
                  </a:cubicBezTo>
                  <a:cubicBezTo>
                    <a:pt x="198" y="1680"/>
                    <a:pt x="191" y="1646"/>
                    <a:pt x="182" y="1614"/>
                  </a:cubicBezTo>
                  <a:cubicBezTo>
                    <a:pt x="177" y="1598"/>
                    <a:pt x="171" y="1586"/>
                    <a:pt x="166" y="1569"/>
                  </a:cubicBezTo>
                  <a:cubicBezTo>
                    <a:pt x="155" y="1518"/>
                    <a:pt x="151" y="1461"/>
                    <a:pt x="151" y="1401"/>
                  </a:cubicBezTo>
                  <a:cubicBezTo>
                    <a:pt x="149" y="918"/>
                    <a:pt x="489" y="331"/>
                    <a:pt x="909" y="86"/>
                  </a:cubicBezTo>
                  <a:lnTo>
                    <a:pt x="7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2269;p52">
              <a:extLst>
                <a:ext uri="{FF2B5EF4-FFF2-40B4-BE49-F238E27FC236}">
                  <a16:creationId xmlns:a16="http://schemas.microsoft.com/office/drawing/2014/main" id="{12B66F90-DA27-7240-8B48-5B78C2E4C948}"/>
                </a:ext>
              </a:extLst>
            </p:cNvPr>
            <p:cNvSpPr/>
            <p:nvPr/>
          </p:nvSpPr>
          <p:spPr>
            <a:xfrm>
              <a:off x="3990490" y="1189525"/>
              <a:ext cx="44484" cy="63230"/>
            </a:xfrm>
            <a:custGeom>
              <a:avLst/>
              <a:gdLst/>
              <a:ahLst/>
              <a:cxnLst/>
              <a:rect l="l" t="t" r="r" b="b"/>
              <a:pathLst>
                <a:path w="1018" h="1447" extrusionOk="0">
                  <a:moveTo>
                    <a:pt x="817" y="0"/>
                  </a:moveTo>
                  <a:cubicBezTo>
                    <a:pt x="807" y="2"/>
                    <a:pt x="797" y="7"/>
                    <a:pt x="787" y="8"/>
                  </a:cubicBezTo>
                  <a:lnTo>
                    <a:pt x="771" y="13"/>
                  </a:lnTo>
                  <a:cubicBezTo>
                    <a:pt x="759" y="16"/>
                    <a:pt x="748" y="17"/>
                    <a:pt x="733" y="22"/>
                  </a:cubicBezTo>
                  <a:cubicBezTo>
                    <a:pt x="700" y="33"/>
                    <a:pt x="667" y="50"/>
                    <a:pt x="633" y="68"/>
                  </a:cubicBezTo>
                  <a:cubicBezTo>
                    <a:pt x="290" y="267"/>
                    <a:pt x="1" y="768"/>
                    <a:pt x="1" y="1162"/>
                  </a:cubicBezTo>
                  <a:cubicBezTo>
                    <a:pt x="1" y="1202"/>
                    <a:pt x="4" y="1237"/>
                    <a:pt x="10" y="1271"/>
                  </a:cubicBezTo>
                  <a:cubicBezTo>
                    <a:pt x="14" y="1283"/>
                    <a:pt x="17" y="1294"/>
                    <a:pt x="22" y="1308"/>
                  </a:cubicBezTo>
                  <a:lnTo>
                    <a:pt x="27" y="1323"/>
                  </a:lnTo>
                  <a:cubicBezTo>
                    <a:pt x="28" y="1334"/>
                    <a:pt x="31" y="1343"/>
                    <a:pt x="34" y="1353"/>
                  </a:cubicBezTo>
                  <a:cubicBezTo>
                    <a:pt x="41" y="1362"/>
                    <a:pt x="47" y="1371"/>
                    <a:pt x="53" y="1380"/>
                  </a:cubicBezTo>
                  <a:lnTo>
                    <a:pt x="65" y="1402"/>
                  </a:lnTo>
                  <a:lnTo>
                    <a:pt x="65" y="1403"/>
                  </a:lnTo>
                  <a:cubicBezTo>
                    <a:pt x="71" y="1408"/>
                    <a:pt x="77" y="1413"/>
                    <a:pt x="82" y="1416"/>
                  </a:cubicBezTo>
                  <a:cubicBezTo>
                    <a:pt x="97" y="1429"/>
                    <a:pt x="124" y="1446"/>
                    <a:pt x="174" y="1446"/>
                  </a:cubicBezTo>
                  <a:cubicBezTo>
                    <a:pt x="216" y="1446"/>
                    <a:pt x="285" y="1434"/>
                    <a:pt x="384" y="1379"/>
                  </a:cubicBezTo>
                  <a:cubicBezTo>
                    <a:pt x="728" y="1180"/>
                    <a:pt x="1017" y="679"/>
                    <a:pt x="1016" y="283"/>
                  </a:cubicBezTo>
                  <a:cubicBezTo>
                    <a:pt x="1016" y="154"/>
                    <a:pt x="982" y="56"/>
                    <a:pt x="925" y="17"/>
                  </a:cubicBezTo>
                  <a:lnTo>
                    <a:pt x="925" y="19"/>
                  </a:lnTo>
                  <a:cubicBezTo>
                    <a:pt x="923" y="19"/>
                    <a:pt x="923" y="19"/>
                    <a:pt x="922" y="17"/>
                  </a:cubicBezTo>
                  <a:lnTo>
                    <a:pt x="897" y="11"/>
                  </a:lnTo>
                  <a:cubicBezTo>
                    <a:pt x="891" y="8"/>
                    <a:pt x="885" y="7"/>
                    <a:pt x="877" y="2"/>
                  </a:cubicBezTo>
                  <a:lnTo>
                    <a:pt x="850" y="2"/>
                  </a:lnTo>
                  <a:cubicBezTo>
                    <a:pt x="839" y="2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2270;p52">
              <a:extLst>
                <a:ext uri="{FF2B5EF4-FFF2-40B4-BE49-F238E27FC236}">
                  <a16:creationId xmlns:a16="http://schemas.microsoft.com/office/drawing/2014/main" id="{C367D74E-C0C4-2C4C-0383-D3B6EC1ACEB2}"/>
                </a:ext>
              </a:extLst>
            </p:cNvPr>
            <p:cNvSpPr/>
            <p:nvPr/>
          </p:nvSpPr>
          <p:spPr>
            <a:xfrm>
              <a:off x="3979348" y="1178426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6"/>
                    <a:pt x="1105" y="256"/>
                  </a:cubicBezTo>
                  <a:lnTo>
                    <a:pt x="1132" y="256"/>
                  </a:lnTo>
                  <a:cubicBezTo>
                    <a:pt x="1140" y="261"/>
                    <a:pt x="1146" y="262"/>
                    <a:pt x="1152" y="265"/>
                  </a:cubicBezTo>
                  <a:lnTo>
                    <a:pt x="1177" y="271"/>
                  </a:lnTo>
                  <a:cubicBezTo>
                    <a:pt x="1178" y="273"/>
                    <a:pt x="1180" y="273"/>
                    <a:pt x="1180" y="273"/>
                  </a:cubicBezTo>
                  <a:lnTo>
                    <a:pt x="1180" y="271"/>
                  </a:lnTo>
                  <a:cubicBezTo>
                    <a:pt x="1237" y="310"/>
                    <a:pt x="1271" y="408"/>
                    <a:pt x="1271" y="537"/>
                  </a:cubicBezTo>
                  <a:cubicBezTo>
                    <a:pt x="1272" y="933"/>
                    <a:pt x="983" y="1434"/>
                    <a:pt x="639" y="1633"/>
                  </a:cubicBezTo>
                  <a:cubicBezTo>
                    <a:pt x="542" y="1690"/>
                    <a:pt x="471" y="1700"/>
                    <a:pt x="431" y="1700"/>
                  </a:cubicBezTo>
                  <a:cubicBezTo>
                    <a:pt x="379" y="1700"/>
                    <a:pt x="352" y="1683"/>
                    <a:pt x="337" y="1670"/>
                  </a:cubicBezTo>
                  <a:cubicBezTo>
                    <a:pt x="332" y="1667"/>
                    <a:pt x="326" y="1662"/>
                    <a:pt x="320" y="1657"/>
                  </a:cubicBezTo>
                  <a:lnTo>
                    <a:pt x="320" y="1656"/>
                  </a:lnTo>
                  <a:lnTo>
                    <a:pt x="308" y="1634"/>
                  </a:lnTo>
                  <a:cubicBezTo>
                    <a:pt x="302" y="1625"/>
                    <a:pt x="296" y="1617"/>
                    <a:pt x="291" y="1607"/>
                  </a:cubicBezTo>
                  <a:cubicBezTo>
                    <a:pt x="286" y="1597"/>
                    <a:pt x="285" y="1588"/>
                    <a:pt x="282" y="1577"/>
                  </a:cubicBezTo>
                  <a:lnTo>
                    <a:pt x="277" y="1562"/>
                  </a:lnTo>
                  <a:cubicBezTo>
                    <a:pt x="274" y="1548"/>
                    <a:pt x="269" y="1537"/>
                    <a:pt x="265" y="1525"/>
                  </a:cubicBezTo>
                  <a:cubicBezTo>
                    <a:pt x="259" y="1491"/>
                    <a:pt x="256" y="1456"/>
                    <a:pt x="256" y="1417"/>
                  </a:cubicBezTo>
                  <a:lnTo>
                    <a:pt x="256" y="1417"/>
                  </a:lnTo>
                  <a:cubicBezTo>
                    <a:pt x="256" y="1021"/>
                    <a:pt x="545" y="520"/>
                    <a:pt x="888" y="322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1"/>
                    <a:pt x="1014" y="270"/>
                    <a:pt x="1026" y="267"/>
                  </a:cubicBezTo>
                  <a:lnTo>
                    <a:pt x="1043" y="262"/>
                  </a:lnTo>
                  <a:cubicBezTo>
                    <a:pt x="1052" y="261"/>
                    <a:pt x="1062" y="256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3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48"/>
                    <a:pt x="812" y="73"/>
                    <a:pt x="760" y="102"/>
                  </a:cubicBezTo>
                  <a:cubicBezTo>
                    <a:pt x="339" y="347"/>
                    <a:pt x="0" y="934"/>
                    <a:pt x="2" y="1417"/>
                  </a:cubicBezTo>
                  <a:cubicBezTo>
                    <a:pt x="2" y="1477"/>
                    <a:pt x="6" y="1533"/>
                    <a:pt x="17" y="1585"/>
                  </a:cubicBezTo>
                  <a:cubicBezTo>
                    <a:pt x="22" y="1602"/>
                    <a:pt x="28" y="1614"/>
                    <a:pt x="33" y="1630"/>
                  </a:cubicBezTo>
                  <a:cubicBezTo>
                    <a:pt x="42" y="1662"/>
                    <a:pt x="49" y="1694"/>
                    <a:pt x="62" y="1722"/>
                  </a:cubicBezTo>
                  <a:cubicBezTo>
                    <a:pt x="69" y="1739"/>
                    <a:pt x="82" y="1753"/>
                    <a:pt x="91" y="1768"/>
                  </a:cubicBezTo>
                  <a:cubicBezTo>
                    <a:pt x="105" y="1790"/>
                    <a:pt x="116" y="1813"/>
                    <a:pt x="133" y="1830"/>
                  </a:cubicBezTo>
                  <a:cubicBezTo>
                    <a:pt x="145" y="1843"/>
                    <a:pt x="159" y="1853"/>
                    <a:pt x="172" y="1863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2"/>
                    <a:pt x="765" y="1853"/>
                  </a:cubicBezTo>
                  <a:cubicBezTo>
                    <a:pt x="1185" y="1610"/>
                    <a:pt x="1526" y="1022"/>
                    <a:pt x="1525" y="537"/>
                  </a:cubicBezTo>
                  <a:cubicBezTo>
                    <a:pt x="1525" y="298"/>
                    <a:pt x="1438" y="128"/>
                    <a:pt x="1300" y="48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7"/>
                  </a:cubicBezTo>
                  <a:cubicBezTo>
                    <a:pt x="1163" y="2"/>
                    <a:pt x="1135" y="4"/>
                    <a:pt x="1109" y="2"/>
                  </a:cubicBezTo>
                  <a:cubicBezTo>
                    <a:pt x="1095" y="2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2271;p52">
              <a:extLst>
                <a:ext uri="{FF2B5EF4-FFF2-40B4-BE49-F238E27FC236}">
                  <a16:creationId xmlns:a16="http://schemas.microsoft.com/office/drawing/2014/main" id="{04A07DFA-755E-44D9-1E2F-2F49754185D3}"/>
                </a:ext>
              </a:extLst>
            </p:cNvPr>
            <p:cNvSpPr/>
            <p:nvPr/>
          </p:nvSpPr>
          <p:spPr>
            <a:xfrm>
              <a:off x="4005959" y="1287930"/>
              <a:ext cx="30282" cy="8434"/>
            </a:xfrm>
            <a:custGeom>
              <a:avLst/>
              <a:gdLst/>
              <a:ahLst/>
              <a:cxnLst/>
              <a:rect l="l" t="t" r="r" b="b"/>
              <a:pathLst>
                <a:path w="693" h="193" extrusionOk="0">
                  <a:moveTo>
                    <a:pt x="342" y="0"/>
                  </a:moveTo>
                  <a:cubicBezTo>
                    <a:pt x="239" y="0"/>
                    <a:pt x="123" y="34"/>
                    <a:pt x="0" y="105"/>
                  </a:cubicBezTo>
                  <a:lnTo>
                    <a:pt x="151" y="193"/>
                  </a:lnTo>
                  <a:cubicBezTo>
                    <a:pt x="203" y="162"/>
                    <a:pt x="256" y="139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3"/>
                    <a:pt x="419" y="93"/>
                    <a:pt x="448" y="90"/>
                  </a:cubicBezTo>
                  <a:cubicBezTo>
                    <a:pt x="451" y="89"/>
                    <a:pt x="454" y="89"/>
                    <a:pt x="456" y="89"/>
                  </a:cubicBezTo>
                  <a:cubicBezTo>
                    <a:pt x="472" y="89"/>
                    <a:pt x="486" y="93"/>
                    <a:pt x="500" y="93"/>
                  </a:cubicBezTo>
                  <a:cubicBezTo>
                    <a:pt x="526" y="93"/>
                    <a:pt x="554" y="93"/>
                    <a:pt x="579" y="97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9" y="122"/>
                    <a:pt x="673" y="128"/>
                    <a:pt x="691" y="139"/>
                  </a:cubicBezTo>
                  <a:lnTo>
                    <a:pt x="693" y="139"/>
                  </a:lnTo>
                  <a:lnTo>
                    <a:pt x="543" y="53"/>
                  </a:lnTo>
                  <a:cubicBezTo>
                    <a:pt x="485" y="18"/>
                    <a:pt x="417" y="0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2272;p52">
              <a:extLst>
                <a:ext uri="{FF2B5EF4-FFF2-40B4-BE49-F238E27FC236}">
                  <a16:creationId xmlns:a16="http://schemas.microsoft.com/office/drawing/2014/main" id="{1274E10E-87F8-9597-C8C0-B66A71D09F60}"/>
                </a:ext>
              </a:extLst>
            </p:cNvPr>
            <p:cNvSpPr/>
            <p:nvPr/>
          </p:nvSpPr>
          <p:spPr>
            <a:xfrm>
              <a:off x="3972837" y="1292474"/>
              <a:ext cx="39765" cy="82676"/>
            </a:xfrm>
            <a:custGeom>
              <a:avLst/>
              <a:gdLst/>
              <a:ahLst/>
              <a:cxnLst/>
              <a:rect l="l" t="t" r="r" b="b"/>
              <a:pathLst>
                <a:path w="910" h="1892" extrusionOk="0">
                  <a:moveTo>
                    <a:pt x="758" y="1"/>
                  </a:moveTo>
                  <a:cubicBezTo>
                    <a:pt x="338" y="244"/>
                    <a:pt x="0" y="833"/>
                    <a:pt x="2" y="1316"/>
                  </a:cubicBezTo>
                  <a:cubicBezTo>
                    <a:pt x="2" y="1556"/>
                    <a:pt x="86" y="1725"/>
                    <a:pt x="223" y="1805"/>
                  </a:cubicBezTo>
                  <a:lnTo>
                    <a:pt x="372" y="1891"/>
                  </a:lnTo>
                  <a:cubicBezTo>
                    <a:pt x="354" y="1881"/>
                    <a:pt x="338" y="1864"/>
                    <a:pt x="321" y="1850"/>
                  </a:cubicBezTo>
                  <a:cubicBezTo>
                    <a:pt x="308" y="1839"/>
                    <a:pt x="294" y="1830"/>
                    <a:pt x="282" y="1816"/>
                  </a:cubicBezTo>
                  <a:cubicBezTo>
                    <a:pt x="265" y="1799"/>
                    <a:pt x="254" y="1775"/>
                    <a:pt x="240" y="1755"/>
                  </a:cubicBezTo>
                  <a:cubicBezTo>
                    <a:pt x="231" y="1739"/>
                    <a:pt x="218" y="1725"/>
                    <a:pt x="211" y="1708"/>
                  </a:cubicBezTo>
                  <a:cubicBezTo>
                    <a:pt x="198" y="1681"/>
                    <a:pt x="191" y="1648"/>
                    <a:pt x="182" y="1616"/>
                  </a:cubicBezTo>
                  <a:cubicBezTo>
                    <a:pt x="177" y="1601"/>
                    <a:pt x="171" y="1588"/>
                    <a:pt x="166" y="1571"/>
                  </a:cubicBezTo>
                  <a:cubicBezTo>
                    <a:pt x="155" y="1519"/>
                    <a:pt x="151" y="1464"/>
                    <a:pt x="151" y="1404"/>
                  </a:cubicBezTo>
                  <a:cubicBezTo>
                    <a:pt x="149" y="921"/>
                    <a:pt x="489" y="332"/>
                    <a:pt x="909" y="89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2273;p52">
              <a:extLst>
                <a:ext uri="{FF2B5EF4-FFF2-40B4-BE49-F238E27FC236}">
                  <a16:creationId xmlns:a16="http://schemas.microsoft.com/office/drawing/2014/main" id="{610ECEB4-7398-614E-F2F1-9606216BDBD4}"/>
                </a:ext>
              </a:extLst>
            </p:cNvPr>
            <p:cNvSpPr/>
            <p:nvPr/>
          </p:nvSpPr>
          <p:spPr>
            <a:xfrm>
              <a:off x="3990490" y="1302918"/>
              <a:ext cx="44484" cy="63361"/>
            </a:xfrm>
            <a:custGeom>
              <a:avLst/>
              <a:gdLst/>
              <a:ahLst/>
              <a:cxnLst/>
              <a:rect l="l" t="t" r="r" b="b"/>
              <a:pathLst>
                <a:path w="1018" h="1450" extrusionOk="0">
                  <a:moveTo>
                    <a:pt x="817" y="0"/>
                  </a:moveTo>
                  <a:cubicBezTo>
                    <a:pt x="807" y="3"/>
                    <a:pt x="797" y="7"/>
                    <a:pt x="787" y="10"/>
                  </a:cubicBezTo>
                  <a:lnTo>
                    <a:pt x="771" y="13"/>
                  </a:lnTo>
                  <a:cubicBezTo>
                    <a:pt x="759" y="17"/>
                    <a:pt x="748" y="19"/>
                    <a:pt x="733" y="22"/>
                  </a:cubicBezTo>
                  <a:cubicBezTo>
                    <a:pt x="700" y="33"/>
                    <a:pt x="667" y="50"/>
                    <a:pt x="633" y="70"/>
                  </a:cubicBezTo>
                  <a:cubicBezTo>
                    <a:pt x="290" y="268"/>
                    <a:pt x="1" y="768"/>
                    <a:pt x="1" y="1165"/>
                  </a:cubicBezTo>
                  <a:cubicBezTo>
                    <a:pt x="1" y="1203"/>
                    <a:pt x="4" y="1239"/>
                    <a:pt x="10" y="1272"/>
                  </a:cubicBezTo>
                  <a:cubicBezTo>
                    <a:pt x="14" y="1285"/>
                    <a:pt x="17" y="1296"/>
                    <a:pt x="22" y="1308"/>
                  </a:cubicBezTo>
                  <a:lnTo>
                    <a:pt x="27" y="1323"/>
                  </a:lnTo>
                  <a:cubicBezTo>
                    <a:pt x="28" y="1336"/>
                    <a:pt x="31" y="1345"/>
                    <a:pt x="34" y="1354"/>
                  </a:cubicBezTo>
                  <a:cubicBezTo>
                    <a:pt x="41" y="1362"/>
                    <a:pt x="47" y="1372"/>
                    <a:pt x="53" y="1380"/>
                  </a:cubicBezTo>
                  <a:lnTo>
                    <a:pt x="65" y="1403"/>
                  </a:lnTo>
                  <a:lnTo>
                    <a:pt x="65" y="1405"/>
                  </a:lnTo>
                  <a:cubicBezTo>
                    <a:pt x="71" y="1408"/>
                    <a:pt x="77" y="1412"/>
                    <a:pt x="82" y="1417"/>
                  </a:cubicBezTo>
                  <a:cubicBezTo>
                    <a:pt x="97" y="1429"/>
                    <a:pt x="124" y="1449"/>
                    <a:pt x="174" y="1449"/>
                  </a:cubicBezTo>
                  <a:cubicBezTo>
                    <a:pt x="216" y="1449"/>
                    <a:pt x="285" y="1437"/>
                    <a:pt x="384" y="1379"/>
                  </a:cubicBezTo>
                  <a:cubicBezTo>
                    <a:pt x="728" y="1182"/>
                    <a:pt x="1017" y="680"/>
                    <a:pt x="1016" y="287"/>
                  </a:cubicBezTo>
                  <a:cubicBezTo>
                    <a:pt x="1016" y="156"/>
                    <a:pt x="982" y="57"/>
                    <a:pt x="925" y="20"/>
                  </a:cubicBezTo>
                  <a:cubicBezTo>
                    <a:pt x="923" y="20"/>
                    <a:pt x="923" y="20"/>
                    <a:pt x="922" y="19"/>
                  </a:cubicBezTo>
                  <a:lnTo>
                    <a:pt x="897" y="13"/>
                  </a:lnTo>
                  <a:cubicBezTo>
                    <a:pt x="891" y="10"/>
                    <a:pt x="885" y="7"/>
                    <a:pt x="877" y="3"/>
                  </a:cubicBezTo>
                  <a:lnTo>
                    <a:pt x="850" y="3"/>
                  </a:lnTo>
                  <a:cubicBezTo>
                    <a:pt x="839" y="3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2274;p52">
              <a:extLst>
                <a:ext uri="{FF2B5EF4-FFF2-40B4-BE49-F238E27FC236}">
                  <a16:creationId xmlns:a16="http://schemas.microsoft.com/office/drawing/2014/main" id="{755ECA0F-FD58-A457-A886-8D96373542F1}"/>
                </a:ext>
              </a:extLst>
            </p:cNvPr>
            <p:cNvSpPr/>
            <p:nvPr/>
          </p:nvSpPr>
          <p:spPr>
            <a:xfrm>
              <a:off x="3979348" y="1291819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7"/>
                    <a:pt x="1105" y="257"/>
                  </a:cubicBezTo>
                  <a:lnTo>
                    <a:pt x="1132" y="257"/>
                  </a:lnTo>
                  <a:cubicBezTo>
                    <a:pt x="1140" y="261"/>
                    <a:pt x="1146" y="264"/>
                    <a:pt x="1152" y="267"/>
                  </a:cubicBezTo>
                  <a:lnTo>
                    <a:pt x="1177" y="273"/>
                  </a:lnTo>
                  <a:cubicBezTo>
                    <a:pt x="1178" y="274"/>
                    <a:pt x="1180" y="274"/>
                    <a:pt x="1180" y="274"/>
                  </a:cubicBezTo>
                  <a:cubicBezTo>
                    <a:pt x="1237" y="311"/>
                    <a:pt x="1271" y="410"/>
                    <a:pt x="1271" y="541"/>
                  </a:cubicBezTo>
                  <a:cubicBezTo>
                    <a:pt x="1272" y="934"/>
                    <a:pt x="983" y="1436"/>
                    <a:pt x="639" y="1633"/>
                  </a:cubicBezTo>
                  <a:cubicBezTo>
                    <a:pt x="542" y="1691"/>
                    <a:pt x="471" y="1703"/>
                    <a:pt x="431" y="1703"/>
                  </a:cubicBezTo>
                  <a:cubicBezTo>
                    <a:pt x="379" y="1703"/>
                    <a:pt x="352" y="1683"/>
                    <a:pt x="337" y="1671"/>
                  </a:cubicBezTo>
                  <a:cubicBezTo>
                    <a:pt x="332" y="1666"/>
                    <a:pt x="326" y="1662"/>
                    <a:pt x="320" y="1659"/>
                  </a:cubicBezTo>
                  <a:lnTo>
                    <a:pt x="320" y="1657"/>
                  </a:lnTo>
                  <a:lnTo>
                    <a:pt x="308" y="1634"/>
                  </a:lnTo>
                  <a:cubicBezTo>
                    <a:pt x="302" y="1626"/>
                    <a:pt x="296" y="1616"/>
                    <a:pt x="291" y="1608"/>
                  </a:cubicBezTo>
                  <a:cubicBezTo>
                    <a:pt x="286" y="1599"/>
                    <a:pt x="285" y="1590"/>
                    <a:pt x="282" y="1577"/>
                  </a:cubicBezTo>
                  <a:lnTo>
                    <a:pt x="277" y="1562"/>
                  </a:lnTo>
                  <a:cubicBezTo>
                    <a:pt x="274" y="1550"/>
                    <a:pt x="269" y="1539"/>
                    <a:pt x="265" y="1526"/>
                  </a:cubicBezTo>
                  <a:cubicBezTo>
                    <a:pt x="259" y="1493"/>
                    <a:pt x="256" y="1457"/>
                    <a:pt x="256" y="1419"/>
                  </a:cubicBezTo>
                  <a:cubicBezTo>
                    <a:pt x="256" y="1022"/>
                    <a:pt x="545" y="521"/>
                    <a:pt x="888" y="324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3"/>
                    <a:pt x="1014" y="271"/>
                    <a:pt x="1026" y="267"/>
                  </a:cubicBezTo>
                  <a:lnTo>
                    <a:pt x="1043" y="264"/>
                  </a:lnTo>
                  <a:cubicBezTo>
                    <a:pt x="1052" y="261"/>
                    <a:pt x="1062" y="257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4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50"/>
                    <a:pt x="812" y="73"/>
                    <a:pt x="760" y="104"/>
                  </a:cubicBezTo>
                  <a:cubicBezTo>
                    <a:pt x="339" y="347"/>
                    <a:pt x="0" y="936"/>
                    <a:pt x="2" y="1419"/>
                  </a:cubicBezTo>
                  <a:cubicBezTo>
                    <a:pt x="2" y="1479"/>
                    <a:pt x="6" y="1534"/>
                    <a:pt x="17" y="1586"/>
                  </a:cubicBezTo>
                  <a:cubicBezTo>
                    <a:pt x="22" y="1603"/>
                    <a:pt x="28" y="1616"/>
                    <a:pt x="33" y="1631"/>
                  </a:cubicBezTo>
                  <a:cubicBezTo>
                    <a:pt x="42" y="1663"/>
                    <a:pt x="49" y="1696"/>
                    <a:pt x="62" y="1723"/>
                  </a:cubicBezTo>
                  <a:cubicBezTo>
                    <a:pt x="69" y="1740"/>
                    <a:pt x="82" y="1754"/>
                    <a:pt x="91" y="1770"/>
                  </a:cubicBezTo>
                  <a:cubicBezTo>
                    <a:pt x="105" y="1790"/>
                    <a:pt x="116" y="1814"/>
                    <a:pt x="133" y="1831"/>
                  </a:cubicBezTo>
                  <a:cubicBezTo>
                    <a:pt x="145" y="1845"/>
                    <a:pt x="159" y="1854"/>
                    <a:pt x="172" y="1865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3"/>
                    <a:pt x="765" y="1854"/>
                  </a:cubicBezTo>
                  <a:cubicBezTo>
                    <a:pt x="1185" y="1611"/>
                    <a:pt x="1526" y="1022"/>
                    <a:pt x="1525" y="539"/>
                  </a:cubicBezTo>
                  <a:cubicBezTo>
                    <a:pt x="1525" y="297"/>
                    <a:pt x="1438" y="128"/>
                    <a:pt x="1300" y="50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8"/>
                  </a:cubicBezTo>
                  <a:cubicBezTo>
                    <a:pt x="1163" y="4"/>
                    <a:pt x="1135" y="4"/>
                    <a:pt x="1109" y="4"/>
                  </a:cubicBezTo>
                  <a:cubicBezTo>
                    <a:pt x="1095" y="4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2275;p52">
              <a:extLst>
                <a:ext uri="{FF2B5EF4-FFF2-40B4-BE49-F238E27FC236}">
                  <a16:creationId xmlns:a16="http://schemas.microsoft.com/office/drawing/2014/main" id="{2A58521E-4883-5F81-EE4D-5DC385B080B5}"/>
                </a:ext>
              </a:extLst>
            </p:cNvPr>
            <p:cNvSpPr/>
            <p:nvPr/>
          </p:nvSpPr>
          <p:spPr>
            <a:xfrm>
              <a:off x="3796172" y="1320658"/>
              <a:ext cx="27136" cy="34783"/>
            </a:xfrm>
            <a:custGeom>
              <a:avLst/>
              <a:gdLst/>
              <a:ahLst/>
              <a:cxnLst/>
              <a:rect l="l" t="t" r="r" b="b"/>
              <a:pathLst>
                <a:path w="621" h="796" extrusionOk="0">
                  <a:moveTo>
                    <a:pt x="191" y="0"/>
                  </a:moveTo>
                  <a:cubicBezTo>
                    <a:pt x="184" y="0"/>
                    <a:pt x="177" y="2"/>
                    <a:pt x="170" y="2"/>
                  </a:cubicBezTo>
                  <a:cubicBezTo>
                    <a:pt x="159" y="2"/>
                    <a:pt x="148" y="2"/>
                    <a:pt x="139" y="4"/>
                  </a:cubicBezTo>
                  <a:cubicBezTo>
                    <a:pt x="131" y="5"/>
                    <a:pt x="125" y="10"/>
                    <a:pt x="119" y="11"/>
                  </a:cubicBezTo>
                  <a:cubicBezTo>
                    <a:pt x="111" y="14"/>
                    <a:pt x="101" y="17"/>
                    <a:pt x="93" y="22"/>
                  </a:cubicBezTo>
                  <a:cubicBezTo>
                    <a:pt x="36" y="53"/>
                    <a:pt x="2" y="122"/>
                    <a:pt x="2" y="220"/>
                  </a:cubicBezTo>
                  <a:cubicBezTo>
                    <a:pt x="1" y="417"/>
                    <a:pt x="139" y="657"/>
                    <a:pt x="308" y="754"/>
                  </a:cubicBezTo>
                  <a:cubicBezTo>
                    <a:pt x="357" y="783"/>
                    <a:pt x="404" y="796"/>
                    <a:pt x="445" y="796"/>
                  </a:cubicBezTo>
                  <a:cubicBezTo>
                    <a:pt x="486" y="796"/>
                    <a:pt x="522" y="783"/>
                    <a:pt x="551" y="759"/>
                  </a:cubicBezTo>
                  <a:cubicBezTo>
                    <a:pt x="556" y="754"/>
                    <a:pt x="562" y="751"/>
                    <a:pt x="567" y="745"/>
                  </a:cubicBezTo>
                  <a:cubicBezTo>
                    <a:pt x="574" y="739"/>
                    <a:pt x="579" y="728"/>
                    <a:pt x="584" y="719"/>
                  </a:cubicBezTo>
                  <a:cubicBezTo>
                    <a:pt x="588" y="714"/>
                    <a:pt x="593" y="708"/>
                    <a:pt x="596" y="702"/>
                  </a:cubicBezTo>
                  <a:cubicBezTo>
                    <a:pt x="602" y="691"/>
                    <a:pt x="604" y="676"/>
                    <a:pt x="608" y="663"/>
                  </a:cubicBezTo>
                  <a:cubicBezTo>
                    <a:pt x="610" y="657"/>
                    <a:pt x="613" y="651"/>
                    <a:pt x="614" y="645"/>
                  </a:cubicBezTo>
                  <a:cubicBezTo>
                    <a:pt x="617" y="623"/>
                    <a:pt x="620" y="602"/>
                    <a:pt x="620" y="577"/>
                  </a:cubicBezTo>
                  <a:cubicBezTo>
                    <a:pt x="620" y="380"/>
                    <a:pt x="482" y="140"/>
                    <a:pt x="311" y="40"/>
                  </a:cubicBezTo>
                  <a:cubicBezTo>
                    <a:pt x="290" y="30"/>
                    <a:pt x="270" y="20"/>
                    <a:pt x="250" y="13"/>
                  </a:cubicBezTo>
                  <a:cubicBezTo>
                    <a:pt x="242" y="11"/>
                    <a:pt x="236" y="11"/>
                    <a:pt x="230" y="10"/>
                  </a:cubicBezTo>
                  <a:cubicBezTo>
                    <a:pt x="216" y="5"/>
                    <a:pt x="202" y="2"/>
                    <a:pt x="19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2276;p52">
              <a:extLst>
                <a:ext uri="{FF2B5EF4-FFF2-40B4-BE49-F238E27FC236}">
                  <a16:creationId xmlns:a16="http://schemas.microsoft.com/office/drawing/2014/main" id="{AD6B980B-D260-1DD8-C38C-E4D89C78DB1A}"/>
                </a:ext>
              </a:extLst>
            </p:cNvPr>
            <p:cNvSpPr/>
            <p:nvPr/>
          </p:nvSpPr>
          <p:spPr>
            <a:xfrm rot="-5400000">
              <a:off x="3353950" y="1319338"/>
              <a:ext cx="237781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2277;p52">
              <a:extLst>
                <a:ext uri="{FF2B5EF4-FFF2-40B4-BE49-F238E27FC236}">
                  <a16:creationId xmlns:a16="http://schemas.microsoft.com/office/drawing/2014/main" id="{BFF79865-F0C6-B07C-F3E2-97CB7DD65855}"/>
                </a:ext>
              </a:extLst>
            </p:cNvPr>
            <p:cNvSpPr/>
            <p:nvPr/>
          </p:nvSpPr>
          <p:spPr>
            <a:xfrm>
              <a:off x="3079604" y="1429847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2278;p52">
              <a:extLst>
                <a:ext uri="{FF2B5EF4-FFF2-40B4-BE49-F238E27FC236}">
                  <a16:creationId xmlns:a16="http://schemas.microsoft.com/office/drawing/2014/main" id="{71BDFA45-F78B-C8EA-42FA-EFBD3BC8E42B}"/>
                </a:ext>
              </a:extLst>
            </p:cNvPr>
            <p:cNvSpPr/>
            <p:nvPr/>
          </p:nvSpPr>
          <p:spPr>
            <a:xfrm>
              <a:off x="3435031" y="1450996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2279;p52">
              <a:extLst>
                <a:ext uri="{FF2B5EF4-FFF2-40B4-BE49-F238E27FC236}">
                  <a16:creationId xmlns:a16="http://schemas.microsoft.com/office/drawing/2014/main" id="{F5E95EB3-240E-FA66-997E-AA268A437251}"/>
                </a:ext>
              </a:extLst>
            </p:cNvPr>
            <p:cNvSpPr/>
            <p:nvPr/>
          </p:nvSpPr>
          <p:spPr>
            <a:xfrm>
              <a:off x="3114168" y="1203193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2280;p52">
              <a:extLst>
                <a:ext uri="{FF2B5EF4-FFF2-40B4-BE49-F238E27FC236}">
                  <a16:creationId xmlns:a16="http://schemas.microsoft.com/office/drawing/2014/main" id="{5F0FA888-51BC-DE8E-A670-2DA8B8594EAB}"/>
                </a:ext>
              </a:extLst>
            </p:cNvPr>
            <p:cNvSpPr/>
            <p:nvPr/>
          </p:nvSpPr>
          <p:spPr>
            <a:xfrm>
              <a:off x="3077506" y="1203368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2281;p52">
              <a:extLst>
                <a:ext uri="{FF2B5EF4-FFF2-40B4-BE49-F238E27FC236}">
                  <a16:creationId xmlns:a16="http://schemas.microsoft.com/office/drawing/2014/main" id="{763E18BF-DE72-D792-0541-89799BAA8C9F}"/>
                </a:ext>
              </a:extLst>
            </p:cNvPr>
            <p:cNvSpPr/>
            <p:nvPr/>
          </p:nvSpPr>
          <p:spPr>
            <a:xfrm>
              <a:off x="3461860" y="1414247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2282;p52">
              <a:extLst>
                <a:ext uri="{FF2B5EF4-FFF2-40B4-BE49-F238E27FC236}">
                  <a16:creationId xmlns:a16="http://schemas.microsoft.com/office/drawing/2014/main" id="{F33CFB51-F696-999F-A075-E5A988CECF4D}"/>
                </a:ext>
              </a:extLst>
            </p:cNvPr>
            <p:cNvSpPr/>
            <p:nvPr/>
          </p:nvSpPr>
          <p:spPr>
            <a:xfrm>
              <a:off x="3423189" y="1410533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2283;p52">
              <a:extLst>
                <a:ext uri="{FF2B5EF4-FFF2-40B4-BE49-F238E27FC236}">
                  <a16:creationId xmlns:a16="http://schemas.microsoft.com/office/drawing/2014/main" id="{459698A5-260A-319B-78BD-EB8E99198A76}"/>
                </a:ext>
              </a:extLst>
            </p:cNvPr>
            <p:cNvSpPr/>
            <p:nvPr/>
          </p:nvSpPr>
          <p:spPr>
            <a:xfrm>
              <a:off x="3426160" y="1387243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2284;p52">
              <a:extLst>
                <a:ext uri="{FF2B5EF4-FFF2-40B4-BE49-F238E27FC236}">
                  <a16:creationId xmlns:a16="http://schemas.microsoft.com/office/drawing/2014/main" id="{7DE47663-9C9C-D972-B870-83DD4D1056AC}"/>
                </a:ext>
              </a:extLst>
            </p:cNvPr>
            <p:cNvSpPr/>
            <p:nvPr/>
          </p:nvSpPr>
          <p:spPr>
            <a:xfrm>
              <a:off x="3422621" y="1383791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2285;p52">
              <a:extLst>
                <a:ext uri="{FF2B5EF4-FFF2-40B4-BE49-F238E27FC236}">
                  <a16:creationId xmlns:a16="http://schemas.microsoft.com/office/drawing/2014/main" id="{4F64AEEF-151B-63B2-5189-5D33EB06EE91}"/>
                </a:ext>
              </a:extLst>
            </p:cNvPr>
            <p:cNvSpPr/>
            <p:nvPr/>
          </p:nvSpPr>
          <p:spPr>
            <a:xfrm>
              <a:off x="3488253" y="1259125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2286;p52">
              <a:extLst>
                <a:ext uri="{FF2B5EF4-FFF2-40B4-BE49-F238E27FC236}">
                  <a16:creationId xmlns:a16="http://schemas.microsoft.com/office/drawing/2014/main" id="{5B2CF765-B78A-45C1-32E5-7374494E49B3}"/>
                </a:ext>
              </a:extLst>
            </p:cNvPr>
            <p:cNvSpPr/>
            <p:nvPr/>
          </p:nvSpPr>
          <p:spPr>
            <a:xfrm>
              <a:off x="3477241" y="1198343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2287;p52">
              <a:extLst>
                <a:ext uri="{FF2B5EF4-FFF2-40B4-BE49-F238E27FC236}">
                  <a16:creationId xmlns:a16="http://schemas.microsoft.com/office/drawing/2014/main" id="{8A50550B-ED4D-E056-F651-B797DFEB5F4A}"/>
                </a:ext>
              </a:extLst>
            </p:cNvPr>
            <p:cNvSpPr/>
            <p:nvPr/>
          </p:nvSpPr>
          <p:spPr>
            <a:xfrm>
              <a:off x="3449756" y="1322572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2288;p52">
              <a:extLst>
                <a:ext uri="{FF2B5EF4-FFF2-40B4-BE49-F238E27FC236}">
                  <a16:creationId xmlns:a16="http://schemas.microsoft.com/office/drawing/2014/main" id="{C8F1353B-AACE-6C69-AC8A-9F57842EA31D}"/>
                </a:ext>
              </a:extLst>
            </p:cNvPr>
            <p:cNvSpPr/>
            <p:nvPr/>
          </p:nvSpPr>
          <p:spPr>
            <a:xfrm>
              <a:off x="3449887" y="1310337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2289;p52">
              <a:extLst>
                <a:ext uri="{FF2B5EF4-FFF2-40B4-BE49-F238E27FC236}">
                  <a16:creationId xmlns:a16="http://schemas.microsoft.com/office/drawing/2014/main" id="{9C0AC2FF-34DC-E4EE-6C77-D9032356DFC8}"/>
                </a:ext>
              </a:extLst>
            </p:cNvPr>
            <p:cNvSpPr/>
            <p:nvPr/>
          </p:nvSpPr>
          <p:spPr>
            <a:xfrm>
              <a:off x="3452247" y="1312347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2290;p52">
              <a:extLst>
                <a:ext uri="{FF2B5EF4-FFF2-40B4-BE49-F238E27FC236}">
                  <a16:creationId xmlns:a16="http://schemas.microsoft.com/office/drawing/2014/main" id="{DB905F53-61C0-7DCD-FFDB-AADF37AFA235}"/>
                </a:ext>
              </a:extLst>
            </p:cNvPr>
            <p:cNvSpPr/>
            <p:nvPr/>
          </p:nvSpPr>
          <p:spPr>
            <a:xfrm>
              <a:off x="3445168" y="1350669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2291;p52">
              <a:extLst>
                <a:ext uri="{FF2B5EF4-FFF2-40B4-BE49-F238E27FC236}">
                  <a16:creationId xmlns:a16="http://schemas.microsoft.com/office/drawing/2014/main" id="{DCBAB83A-5127-6D24-E9A7-078C63A3AF01}"/>
                </a:ext>
              </a:extLst>
            </p:cNvPr>
            <p:cNvSpPr/>
            <p:nvPr/>
          </p:nvSpPr>
          <p:spPr>
            <a:xfrm>
              <a:off x="3414406" y="1391350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2292;p52">
              <a:extLst>
                <a:ext uri="{FF2B5EF4-FFF2-40B4-BE49-F238E27FC236}">
                  <a16:creationId xmlns:a16="http://schemas.microsoft.com/office/drawing/2014/main" id="{28C81671-31D9-0485-6A36-6C77220C3DB7}"/>
                </a:ext>
              </a:extLst>
            </p:cNvPr>
            <p:cNvSpPr/>
            <p:nvPr/>
          </p:nvSpPr>
          <p:spPr>
            <a:xfrm>
              <a:off x="3250675" y="1410139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2293;p52">
              <a:extLst>
                <a:ext uri="{FF2B5EF4-FFF2-40B4-BE49-F238E27FC236}">
                  <a16:creationId xmlns:a16="http://schemas.microsoft.com/office/drawing/2014/main" id="{71152829-B66A-09C2-A089-350BA742C3AE}"/>
                </a:ext>
              </a:extLst>
            </p:cNvPr>
            <p:cNvSpPr/>
            <p:nvPr/>
          </p:nvSpPr>
          <p:spPr>
            <a:xfrm>
              <a:off x="3228958" y="1467600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2294;p52">
              <a:extLst>
                <a:ext uri="{FF2B5EF4-FFF2-40B4-BE49-F238E27FC236}">
                  <a16:creationId xmlns:a16="http://schemas.microsoft.com/office/drawing/2014/main" id="{F5FA7AC6-B732-3329-3A03-CE157DD5A40E}"/>
                </a:ext>
              </a:extLst>
            </p:cNvPr>
            <p:cNvSpPr/>
            <p:nvPr/>
          </p:nvSpPr>
          <p:spPr>
            <a:xfrm>
              <a:off x="3229046" y="1330481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2295;p52">
              <a:extLst>
                <a:ext uri="{FF2B5EF4-FFF2-40B4-BE49-F238E27FC236}">
                  <a16:creationId xmlns:a16="http://schemas.microsoft.com/office/drawing/2014/main" id="{C3C46062-0B6F-F7D0-5E35-5891329C03CA}"/>
                </a:ext>
              </a:extLst>
            </p:cNvPr>
            <p:cNvSpPr/>
            <p:nvPr/>
          </p:nvSpPr>
          <p:spPr>
            <a:xfrm>
              <a:off x="3461860" y="1480272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2296;p52">
              <a:extLst>
                <a:ext uri="{FF2B5EF4-FFF2-40B4-BE49-F238E27FC236}">
                  <a16:creationId xmlns:a16="http://schemas.microsoft.com/office/drawing/2014/main" id="{45B0498E-ED50-131B-2E11-41A3208487ED}"/>
                </a:ext>
              </a:extLst>
            </p:cNvPr>
            <p:cNvSpPr/>
            <p:nvPr/>
          </p:nvSpPr>
          <p:spPr>
            <a:xfrm>
              <a:off x="3461860" y="1640289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2297;p52">
              <a:extLst>
                <a:ext uri="{FF2B5EF4-FFF2-40B4-BE49-F238E27FC236}">
                  <a16:creationId xmlns:a16="http://schemas.microsoft.com/office/drawing/2014/main" id="{3C8CB183-E058-FC96-7563-B4CAA0C4F54F}"/>
                </a:ext>
              </a:extLst>
            </p:cNvPr>
            <p:cNvSpPr/>
            <p:nvPr/>
          </p:nvSpPr>
          <p:spPr>
            <a:xfrm>
              <a:off x="3800149" y="1279802"/>
              <a:ext cx="96353" cy="74854"/>
            </a:xfrm>
            <a:custGeom>
              <a:avLst/>
              <a:gdLst/>
              <a:ahLst/>
              <a:cxnLst/>
              <a:rect l="l" t="t" r="r" b="b"/>
              <a:pathLst>
                <a:path w="2205" h="1713" extrusionOk="0">
                  <a:moveTo>
                    <a:pt x="1757" y="0"/>
                  </a:moveTo>
                  <a:cubicBezTo>
                    <a:pt x="1727" y="0"/>
                    <a:pt x="1699" y="8"/>
                    <a:pt x="1675" y="22"/>
                  </a:cubicBezTo>
                  <a:lnTo>
                    <a:pt x="0" y="957"/>
                  </a:lnTo>
                  <a:cubicBezTo>
                    <a:pt x="10" y="952"/>
                    <a:pt x="19" y="949"/>
                    <a:pt x="28" y="946"/>
                  </a:cubicBezTo>
                  <a:cubicBezTo>
                    <a:pt x="34" y="945"/>
                    <a:pt x="40" y="940"/>
                    <a:pt x="48" y="939"/>
                  </a:cubicBezTo>
                  <a:cubicBezTo>
                    <a:pt x="57" y="937"/>
                    <a:pt x="68" y="937"/>
                    <a:pt x="79" y="937"/>
                  </a:cubicBezTo>
                  <a:cubicBezTo>
                    <a:pt x="83" y="937"/>
                    <a:pt x="88" y="936"/>
                    <a:pt x="93" y="936"/>
                  </a:cubicBezTo>
                  <a:cubicBezTo>
                    <a:pt x="95" y="936"/>
                    <a:pt x="98" y="937"/>
                    <a:pt x="100" y="937"/>
                  </a:cubicBezTo>
                  <a:cubicBezTo>
                    <a:pt x="111" y="937"/>
                    <a:pt x="125" y="942"/>
                    <a:pt x="137" y="945"/>
                  </a:cubicBezTo>
                  <a:cubicBezTo>
                    <a:pt x="145" y="946"/>
                    <a:pt x="151" y="946"/>
                    <a:pt x="157" y="948"/>
                  </a:cubicBezTo>
                  <a:cubicBezTo>
                    <a:pt x="179" y="955"/>
                    <a:pt x="199" y="965"/>
                    <a:pt x="220" y="977"/>
                  </a:cubicBezTo>
                  <a:cubicBezTo>
                    <a:pt x="391" y="1075"/>
                    <a:pt x="529" y="1315"/>
                    <a:pt x="528" y="1512"/>
                  </a:cubicBezTo>
                  <a:cubicBezTo>
                    <a:pt x="528" y="1537"/>
                    <a:pt x="526" y="1560"/>
                    <a:pt x="522" y="1580"/>
                  </a:cubicBezTo>
                  <a:cubicBezTo>
                    <a:pt x="520" y="1586"/>
                    <a:pt x="517" y="1592"/>
                    <a:pt x="517" y="1598"/>
                  </a:cubicBezTo>
                  <a:cubicBezTo>
                    <a:pt x="513" y="1611"/>
                    <a:pt x="509" y="1626"/>
                    <a:pt x="503" y="1637"/>
                  </a:cubicBezTo>
                  <a:cubicBezTo>
                    <a:pt x="500" y="1645"/>
                    <a:pt x="496" y="1649"/>
                    <a:pt x="493" y="1655"/>
                  </a:cubicBezTo>
                  <a:cubicBezTo>
                    <a:pt x="488" y="1663"/>
                    <a:pt x="482" y="1674"/>
                    <a:pt x="474" y="1680"/>
                  </a:cubicBezTo>
                  <a:cubicBezTo>
                    <a:pt x="471" y="1686"/>
                    <a:pt x="465" y="1691"/>
                    <a:pt x="460" y="1694"/>
                  </a:cubicBezTo>
                  <a:cubicBezTo>
                    <a:pt x="453" y="1700"/>
                    <a:pt x="446" y="1706"/>
                    <a:pt x="439" y="1712"/>
                  </a:cubicBezTo>
                  <a:lnTo>
                    <a:pt x="2114" y="777"/>
                  </a:lnTo>
                  <a:cubicBezTo>
                    <a:pt x="2169" y="745"/>
                    <a:pt x="2205" y="676"/>
                    <a:pt x="2205" y="579"/>
                  </a:cubicBezTo>
                  <a:cubicBezTo>
                    <a:pt x="2205" y="382"/>
                    <a:pt x="2066" y="140"/>
                    <a:pt x="1895" y="43"/>
                  </a:cubicBezTo>
                  <a:cubicBezTo>
                    <a:pt x="1846" y="14"/>
                    <a:pt x="1799" y="0"/>
                    <a:pt x="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2298;p52">
              <a:extLst>
                <a:ext uri="{FF2B5EF4-FFF2-40B4-BE49-F238E27FC236}">
                  <a16:creationId xmlns:a16="http://schemas.microsoft.com/office/drawing/2014/main" id="{A30675E9-165B-94A7-0A34-C79CB1718940}"/>
                </a:ext>
              </a:extLst>
            </p:cNvPr>
            <p:cNvSpPr/>
            <p:nvPr/>
          </p:nvSpPr>
          <p:spPr>
            <a:xfrm>
              <a:off x="3964820" y="951388"/>
              <a:ext cx="368100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2299;p52">
              <a:extLst>
                <a:ext uri="{FF2B5EF4-FFF2-40B4-BE49-F238E27FC236}">
                  <a16:creationId xmlns:a16="http://schemas.microsoft.com/office/drawing/2014/main" id="{8E2C6765-FFD1-8744-434A-D2472978702D}"/>
                </a:ext>
              </a:extLst>
            </p:cNvPr>
            <p:cNvSpPr/>
            <p:nvPr/>
          </p:nvSpPr>
          <p:spPr>
            <a:xfrm>
              <a:off x="3954148" y="969464"/>
              <a:ext cx="757287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2300;p52">
              <a:extLst>
                <a:ext uri="{FF2B5EF4-FFF2-40B4-BE49-F238E27FC236}">
                  <a16:creationId xmlns:a16="http://schemas.microsoft.com/office/drawing/2014/main" id="{D51C3DC7-B99D-E646-41E3-D246328353EB}"/>
                </a:ext>
              </a:extLst>
            </p:cNvPr>
            <p:cNvSpPr/>
            <p:nvPr/>
          </p:nvSpPr>
          <p:spPr>
            <a:xfrm>
              <a:off x="4282617" y="969862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2301;p52">
              <a:extLst>
                <a:ext uri="{FF2B5EF4-FFF2-40B4-BE49-F238E27FC236}">
                  <a16:creationId xmlns:a16="http://schemas.microsoft.com/office/drawing/2014/main" id="{600FB382-23F0-B09E-EEDF-3DDC186E7394}"/>
                </a:ext>
              </a:extLst>
            </p:cNvPr>
            <p:cNvSpPr/>
            <p:nvPr/>
          </p:nvSpPr>
          <p:spPr>
            <a:xfrm>
              <a:off x="3961754" y="722060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2302;p52">
              <a:extLst>
                <a:ext uri="{FF2B5EF4-FFF2-40B4-BE49-F238E27FC236}">
                  <a16:creationId xmlns:a16="http://schemas.microsoft.com/office/drawing/2014/main" id="{4F540460-E9F1-3122-79A4-369363522AFD}"/>
                </a:ext>
              </a:extLst>
            </p:cNvPr>
            <p:cNvSpPr/>
            <p:nvPr/>
          </p:nvSpPr>
          <p:spPr>
            <a:xfrm>
              <a:off x="3925093" y="722235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2303;p52">
              <a:extLst>
                <a:ext uri="{FF2B5EF4-FFF2-40B4-BE49-F238E27FC236}">
                  <a16:creationId xmlns:a16="http://schemas.microsoft.com/office/drawing/2014/main" id="{69AB24AF-91F7-F968-C5D2-A04F088C1AA7}"/>
                </a:ext>
              </a:extLst>
            </p:cNvPr>
            <p:cNvSpPr/>
            <p:nvPr/>
          </p:nvSpPr>
          <p:spPr>
            <a:xfrm>
              <a:off x="4309447" y="77309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2304;p52">
              <a:extLst>
                <a:ext uri="{FF2B5EF4-FFF2-40B4-BE49-F238E27FC236}">
                  <a16:creationId xmlns:a16="http://schemas.microsoft.com/office/drawing/2014/main" id="{CAFB109C-E193-5038-7534-8C20BF0D0FC7}"/>
                </a:ext>
              </a:extLst>
            </p:cNvPr>
            <p:cNvSpPr/>
            <p:nvPr/>
          </p:nvSpPr>
          <p:spPr>
            <a:xfrm>
              <a:off x="4309447" y="933114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2305;p52">
              <a:extLst>
                <a:ext uri="{FF2B5EF4-FFF2-40B4-BE49-F238E27FC236}">
                  <a16:creationId xmlns:a16="http://schemas.microsoft.com/office/drawing/2014/main" id="{03832CD1-1821-3705-453A-629AD6EC4AA1}"/>
                </a:ext>
              </a:extLst>
            </p:cNvPr>
            <p:cNvSpPr/>
            <p:nvPr/>
          </p:nvSpPr>
          <p:spPr>
            <a:xfrm>
              <a:off x="4270775" y="929399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2306;p52">
              <a:extLst>
                <a:ext uri="{FF2B5EF4-FFF2-40B4-BE49-F238E27FC236}">
                  <a16:creationId xmlns:a16="http://schemas.microsoft.com/office/drawing/2014/main" id="{FC07E744-147E-5DD5-32A2-E2AA3C6B41DB}"/>
                </a:ext>
              </a:extLst>
            </p:cNvPr>
            <p:cNvSpPr/>
            <p:nvPr/>
          </p:nvSpPr>
          <p:spPr>
            <a:xfrm>
              <a:off x="4273747" y="906109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2307;p52">
              <a:extLst>
                <a:ext uri="{FF2B5EF4-FFF2-40B4-BE49-F238E27FC236}">
                  <a16:creationId xmlns:a16="http://schemas.microsoft.com/office/drawing/2014/main" id="{3745056B-F426-66BD-47C0-7FB1A4ABBB46}"/>
                </a:ext>
              </a:extLst>
            </p:cNvPr>
            <p:cNvSpPr/>
            <p:nvPr/>
          </p:nvSpPr>
          <p:spPr>
            <a:xfrm>
              <a:off x="4270207" y="902657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2308;p52">
              <a:extLst>
                <a:ext uri="{FF2B5EF4-FFF2-40B4-BE49-F238E27FC236}">
                  <a16:creationId xmlns:a16="http://schemas.microsoft.com/office/drawing/2014/main" id="{68406A0B-7F44-9FB3-152C-DC64695D4EFD}"/>
                </a:ext>
              </a:extLst>
            </p:cNvPr>
            <p:cNvSpPr/>
            <p:nvPr/>
          </p:nvSpPr>
          <p:spPr>
            <a:xfrm>
              <a:off x="4335839" y="777991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2309;p52">
              <a:extLst>
                <a:ext uri="{FF2B5EF4-FFF2-40B4-BE49-F238E27FC236}">
                  <a16:creationId xmlns:a16="http://schemas.microsoft.com/office/drawing/2014/main" id="{B1431401-EA5C-AF1C-3E06-745B6898FEBE}"/>
                </a:ext>
              </a:extLst>
            </p:cNvPr>
            <p:cNvSpPr/>
            <p:nvPr/>
          </p:nvSpPr>
          <p:spPr>
            <a:xfrm>
              <a:off x="4324828" y="717209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2310;p52">
              <a:extLst>
                <a:ext uri="{FF2B5EF4-FFF2-40B4-BE49-F238E27FC236}">
                  <a16:creationId xmlns:a16="http://schemas.microsoft.com/office/drawing/2014/main" id="{45D11D0E-D5B8-1E4A-E6C0-986440902903}"/>
                </a:ext>
              </a:extLst>
            </p:cNvPr>
            <p:cNvSpPr/>
            <p:nvPr/>
          </p:nvSpPr>
          <p:spPr>
            <a:xfrm>
              <a:off x="4297343" y="841438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2311;p52">
              <a:extLst>
                <a:ext uri="{FF2B5EF4-FFF2-40B4-BE49-F238E27FC236}">
                  <a16:creationId xmlns:a16="http://schemas.microsoft.com/office/drawing/2014/main" id="{AE736520-7991-3020-3928-4D8B7D7F7FAD}"/>
                </a:ext>
              </a:extLst>
            </p:cNvPr>
            <p:cNvSpPr/>
            <p:nvPr/>
          </p:nvSpPr>
          <p:spPr>
            <a:xfrm>
              <a:off x="4297474" y="829203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2312;p52">
              <a:extLst>
                <a:ext uri="{FF2B5EF4-FFF2-40B4-BE49-F238E27FC236}">
                  <a16:creationId xmlns:a16="http://schemas.microsoft.com/office/drawing/2014/main" id="{06BE54A9-E1EA-8741-64FC-CF391A0E0B98}"/>
                </a:ext>
              </a:extLst>
            </p:cNvPr>
            <p:cNvSpPr/>
            <p:nvPr/>
          </p:nvSpPr>
          <p:spPr>
            <a:xfrm>
              <a:off x="4299833" y="831214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2313;p52">
              <a:extLst>
                <a:ext uri="{FF2B5EF4-FFF2-40B4-BE49-F238E27FC236}">
                  <a16:creationId xmlns:a16="http://schemas.microsoft.com/office/drawing/2014/main" id="{AB94B9E5-9AD8-35BF-8093-AFD18BD7F58E}"/>
                </a:ext>
              </a:extLst>
            </p:cNvPr>
            <p:cNvSpPr/>
            <p:nvPr/>
          </p:nvSpPr>
          <p:spPr>
            <a:xfrm>
              <a:off x="4292755" y="869535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2314;p52">
              <a:extLst>
                <a:ext uri="{FF2B5EF4-FFF2-40B4-BE49-F238E27FC236}">
                  <a16:creationId xmlns:a16="http://schemas.microsoft.com/office/drawing/2014/main" id="{52771ACA-6A48-FBC9-D9EC-EDF98E092BD2}"/>
                </a:ext>
              </a:extLst>
            </p:cNvPr>
            <p:cNvSpPr/>
            <p:nvPr/>
          </p:nvSpPr>
          <p:spPr>
            <a:xfrm>
              <a:off x="4261992" y="910217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2315;p52">
              <a:extLst>
                <a:ext uri="{FF2B5EF4-FFF2-40B4-BE49-F238E27FC236}">
                  <a16:creationId xmlns:a16="http://schemas.microsoft.com/office/drawing/2014/main" id="{96AC271C-A037-AD3F-B967-C6BC0EBA4878}"/>
                </a:ext>
              </a:extLst>
            </p:cNvPr>
            <p:cNvSpPr/>
            <p:nvPr/>
          </p:nvSpPr>
          <p:spPr>
            <a:xfrm>
              <a:off x="4098262" y="929006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2316;p52">
              <a:extLst>
                <a:ext uri="{FF2B5EF4-FFF2-40B4-BE49-F238E27FC236}">
                  <a16:creationId xmlns:a16="http://schemas.microsoft.com/office/drawing/2014/main" id="{89713E87-E504-C4BF-140C-1E4F74326432}"/>
                </a:ext>
              </a:extLst>
            </p:cNvPr>
            <p:cNvSpPr/>
            <p:nvPr/>
          </p:nvSpPr>
          <p:spPr>
            <a:xfrm>
              <a:off x="4080409" y="986467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2317;p52">
              <a:extLst>
                <a:ext uri="{FF2B5EF4-FFF2-40B4-BE49-F238E27FC236}">
                  <a16:creationId xmlns:a16="http://schemas.microsoft.com/office/drawing/2014/main" id="{39A8146D-25B2-900C-E04B-A54594D238FB}"/>
                </a:ext>
              </a:extLst>
            </p:cNvPr>
            <p:cNvSpPr/>
            <p:nvPr/>
          </p:nvSpPr>
          <p:spPr>
            <a:xfrm>
              <a:off x="4076632" y="849348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2318;p52">
              <a:extLst>
                <a:ext uri="{FF2B5EF4-FFF2-40B4-BE49-F238E27FC236}">
                  <a16:creationId xmlns:a16="http://schemas.microsoft.com/office/drawing/2014/main" id="{714A4AD9-98F9-CB78-CBD1-96D7FFFE479C}"/>
                </a:ext>
              </a:extLst>
            </p:cNvPr>
            <p:cNvSpPr/>
            <p:nvPr/>
          </p:nvSpPr>
          <p:spPr>
            <a:xfrm>
              <a:off x="4309447" y="999139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2319;p52">
              <a:extLst>
                <a:ext uri="{FF2B5EF4-FFF2-40B4-BE49-F238E27FC236}">
                  <a16:creationId xmlns:a16="http://schemas.microsoft.com/office/drawing/2014/main" id="{2C4C8200-9B31-3F3A-9FC3-F67D51FDA726}"/>
                </a:ext>
              </a:extLst>
            </p:cNvPr>
            <p:cNvSpPr/>
            <p:nvPr/>
          </p:nvSpPr>
          <p:spPr>
            <a:xfrm>
              <a:off x="4309447" y="1159155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2339;p52">
            <a:extLst>
              <a:ext uri="{FF2B5EF4-FFF2-40B4-BE49-F238E27FC236}">
                <a16:creationId xmlns:a16="http://schemas.microsoft.com/office/drawing/2014/main" id="{56D74F8A-4A32-8423-DD94-C30AE7BAD3C8}"/>
              </a:ext>
            </a:extLst>
          </p:cNvPr>
          <p:cNvGrpSpPr/>
          <p:nvPr/>
        </p:nvGrpSpPr>
        <p:grpSpPr>
          <a:xfrm>
            <a:off x="6684543" y="3455882"/>
            <a:ext cx="1746235" cy="1092956"/>
            <a:chOff x="660857" y="991303"/>
            <a:chExt cx="2504639" cy="1567634"/>
          </a:xfrm>
        </p:grpSpPr>
        <p:sp>
          <p:nvSpPr>
            <p:cNvPr id="1356" name="Google Shape;2340;p52">
              <a:extLst>
                <a:ext uri="{FF2B5EF4-FFF2-40B4-BE49-F238E27FC236}">
                  <a16:creationId xmlns:a16="http://schemas.microsoft.com/office/drawing/2014/main" id="{D4EB567A-F67D-3F69-AD59-4EEE90E9B093}"/>
                </a:ext>
              </a:extLst>
            </p:cNvPr>
            <p:cNvSpPr/>
            <p:nvPr/>
          </p:nvSpPr>
          <p:spPr>
            <a:xfrm>
              <a:off x="1461130" y="1862640"/>
              <a:ext cx="906715" cy="328316"/>
            </a:xfrm>
            <a:custGeom>
              <a:avLst/>
              <a:gdLst/>
              <a:ahLst/>
              <a:cxnLst/>
              <a:rect l="l" t="t" r="r" b="b"/>
              <a:pathLst>
                <a:path w="15681" h="5678" extrusionOk="0">
                  <a:moveTo>
                    <a:pt x="13127" y="1703"/>
                  </a:moveTo>
                  <a:cubicBezTo>
                    <a:pt x="10194" y="9"/>
                    <a:pt x="5433" y="0"/>
                    <a:pt x="2518" y="1684"/>
                  </a:cubicBezTo>
                  <a:cubicBezTo>
                    <a:pt x="672" y="2750"/>
                    <a:pt x="0" y="4242"/>
                    <a:pt x="502" y="5624"/>
                  </a:cubicBezTo>
                  <a:cubicBezTo>
                    <a:pt x="788" y="4835"/>
                    <a:pt x="1460" y="4082"/>
                    <a:pt x="2518" y="3472"/>
                  </a:cubicBezTo>
                  <a:cubicBezTo>
                    <a:pt x="5433" y="1789"/>
                    <a:pt x="10194" y="1797"/>
                    <a:pt x="13127" y="3492"/>
                  </a:cubicBezTo>
                  <a:cubicBezTo>
                    <a:pt x="14204" y="4113"/>
                    <a:pt x="14887" y="4876"/>
                    <a:pt x="15178" y="5678"/>
                  </a:cubicBezTo>
                  <a:cubicBezTo>
                    <a:pt x="15681" y="4290"/>
                    <a:pt x="14996" y="2783"/>
                    <a:pt x="13127" y="17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2341;p52">
              <a:extLst>
                <a:ext uri="{FF2B5EF4-FFF2-40B4-BE49-F238E27FC236}">
                  <a16:creationId xmlns:a16="http://schemas.microsoft.com/office/drawing/2014/main" id="{8A555161-51AD-C175-4F01-02D078D0FFBA}"/>
                </a:ext>
              </a:extLst>
            </p:cNvPr>
            <p:cNvSpPr/>
            <p:nvPr/>
          </p:nvSpPr>
          <p:spPr>
            <a:xfrm>
              <a:off x="2157552" y="1476150"/>
              <a:ext cx="906830" cy="312704"/>
            </a:xfrm>
            <a:custGeom>
              <a:avLst/>
              <a:gdLst/>
              <a:ahLst/>
              <a:cxnLst/>
              <a:rect l="l" t="t" r="r" b="b"/>
              <a:pathLst>
                <a:path w="15683" h="5408" extrusionOk="0">
                  <a:moveTo>
                    <a:pt x="13128" y="1434"/>
                  </a:moveTo>
                  <a:cubicBezTo>
                    <a:pt x="11354" y="410"/>
                    <a:pt x="8913" y="1"/>
                    <a:pt x="6615" y="211"/>
                  </a:cubicBezTo>
                  <a:cubicBezTo>
                    <a:pt x="6252" y="244"/>
                    <a:pt x="5893" y="293"/>
                    <a:pt x="5541" y="356"/>
                  </a:cubicBezTo>
                  <a:cubicBezTo>
                    <a:pt x="4434" y="557"/>
                    <a:pt x="3394" y="910"/>
                    <a:pt x="2518" y="1414"/>
                  </a:cubicBezTo>
                  <a:cubicBezTo>
                    <a:pt x="673" y="2480"/>
                    <a:pt x="0" y="3972"/>
                    <a:pt x="500" y="5354"/>
                  </a:cubicBezTo>
                  <a:cubicBezTo>
                    <a:pt x="788" y="4564"/>
                    <a:pt x="1460" y="3812"/>
                    <a:pt x="2518" y="3202"/>
                  </a:cubicBezTo>
                  <a:cubicBezTo>
                    <a:pt x="5433" y="1519"/>
                    <a:pt x="10194" y="1528"/>
                    <a:pt x="13128" y="3222"/>
                  </a:cubicBezTo>
                  <a:cubicBezTo>
                    <a:pt x="14204" y="3843"/>
                    <a:pt x="14889" y="4607"/>
                    <a:pt x="15178" y="5407"/>
                  </a:cubicBezTo>
                  <a:cubicBezTo>
                    <a:pt x="15682" y="4021"/>
                    <a:pt x="14998" y="2514"/>
                    <a:pt x="13128" y="1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2342;p52">
              <a:extLst>
                <a:ext uri="{FF2B5EF4-FFF2-40B4-BE49-F238E27FC236}">
                  <a16:creationId xmlns:a16="http://schemas.microsoft.com/office/drawing/2014/main" id="{661791FD-1058-EE47-3F0F-CE6BD147D517}"/>
                </a:ext>
              </a:extLst>
            </p:cNvPr>
            <p:cNvSpPr/>
            <p:nvPr/>
          </p:nvSpPr>
          <p:spPr>
            <a:xfrm>
              <a:off x="1456735" y="1056007"/>
              <a:ext cx="906772" cy="328258"/>
            </a:xfrm>
            <a:custGeom>
              <a:avLst/>
              <a:gdLst/>
              <a:ahLst/>
              <a:cxnLst/>
              <a:rect l="l" t="t" r="r" b="b"/>
              <a:pathLst>
                <a:path w="15682" h="5677" extrusionOk="0">
                  <a:moveTo>
                    <a:pt x="2517" y="3470"/>
                  </a:moveTo>
                  <a:cubicBezTo>
                    <a:pt x="5434" y="1787"/>
                    <a:pt x="10193" y="1797"/>
                    <a:pt x="13128" y="3490"/>
                  </a:cubicBezTo>
                  <a:cubicBezTo>
                    <a:pt x="14205" y="4112"/>
                    <a:pt x="14888" y="4876"/>
                    <a:pt x="15178" y="5676"/>
                  </a:cubicBezTo>
                  <a:cubicBezTo>
                    <a:pt x="15681" y="4289"/>
                    <a:pt x="14997" y="2783"/>
                    <a:pt x="13128" y="1703"/>
                  </a:cubicBezTo>
                  <a:cubicBezTo>
                    <a:pt x="10193" y="8"/>
                    <a:pt x="5434" y="0"/>
                    <a:pt x="2517" y="1683"/>
                  </a:cubicBezTo>
                  <a:cubicBezTo>
                    <a:pt x="673" y="2749"/>
                    <a:pt x="1" y="4241"/>
                    <a:pt x="501" y="5622"/>
                  </a:cubicBezTo>
                  <a:cubicBezTo>
                    <a:pt x="788" y="4833"/>
                    <a:pt x="1461" y="4081"/>
                    <a:pt x="2517" y="34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2343;p52">
              <a:extLst>
                <a:ext uri="{FF2B5EF4-FFF2-40B4-BE49-F238E27FC236}">
                  <a16:creationId xmlns:a16="http://schemas.microsoft.com/office/drawing/2014/main" id="{BC377837-ED16-BF31-689B-87600830C99D}"/>
                </a:ext>
              </a:extLst>
            </p:cNvPr>
            <p:cNvSpPr/>
            <p:nvPr/>
          </p:nvSpPr>
          <p:spPr>
            <a:xfrm>
              <a:off x="760313" y="1473490"/>
              <a:ext cx="906772" cy="312878"/>
            </a:xfrm>
            <a:custGeom>
              <a:avLst/>
              <a:gdLst/>
              <a:ahLst/>
              <a:cxnLst/>
              <a:rect l="l" t="t" r="r" b="b"/>
              <a:pathLst>
                <a:path w="15682" h="5411" extrusionOk="0">
                  <a:moveTo>
                    <a:pt x="13128" y="1436"/>
                  </a:moveTo>
                  <a:cubicBezTo>
                    <a:pt x="12246" y="928"/>
                    <a:pt x="11202" y="571"/>
                    <a:pt x="10091" y="367"/>
                  </a:cubicBezTo>
                  <a:lnTo>
                    <a:pt x="10090" y="367"/>
                  </a:lnTo>
                  <a:cubicBezTo>
                    <a:pt x="9733" y="300"/>
                    <a:pt x="9371" y="251"/>
                    <a:pt x="9005" y="217"/>
                  </a:cubicBezTo>
                  <a:lnTo>
                    <a:pt x="9004" y="217"/>
                  </a:lnTo>
                  <a:cubicBezTo>
                    <a:pt x="6709" y="0"/>
                    <a:pt x="4277" y="400"/>
                    <a:pt x="2517" y="1417"/>
                  </a:cubicBezTo>
                  <a:cubicBezTo>
                    <a:pt x="671" y="2483"/>
                    <a:pt x="1" y="3975"/>
                    <a:pt x="501" y="5356"/>
                  </a:cubicBezTo>
                  <a:cubicBezTo>
                    <a:pt x="788" y="4567"/>
                    <a:pt x="1460" y="3815"/>
                    <a:pt x="2517" y="3205"/>
                  </a:cubicBezTo>
                  <a:cubicBezTo>
                    <a:pt x="5434" y="1520"/>
                    <a:pt x="10193" y="1529"/>
                    <a:pt x="13128" y="3225"/>
                  </a:cubicBezTo>
                  <a:cubicBezTo>
                    <a:pt x="14205" y="3846"/>
                    <a:pt x="14887" y="4609"/>
                    <a:pt x="15178" y="5410"/>
                  </a:cubicBezTo>
                  <a:cubicBezTo>
                    <a:pt x="15681" y="4023"/>
                    <a:pt x="14997" y="2515"/>
                    <a:pt x="13128" y="14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2344;p52">
              <a:extLst>
                <a:ext uri="{FF2B5EF4-FFF2-40B4-BE49-F238E27FC236}">
                  <a16:creationId xmlns:a16="http://schemas.microsoft.com/office/drawing/2014/main" id="{98924041-329F-2ED9-BA6A-7C44CBD25A0D}"/>
                </a:ext>
              </a:extLst>
            </p:cNvPr>
            <p:cNvSpPr/>
            <p:nvPr/>
          </p:nvSpPr>
          <p:spPr>
            <a:xfrm>
              <a:off x="675833" y="1706691"/>
              <a:ext cx="2472606" cy="852246"/>
            </a:xfrm>
            <a:custGeom>
              <a:avLst/>
              <a:gdLst/>
              <a:ahLst/>
              <a:cxnLst/>
              <a:rect l="l" t="t" r="r" b="b"/>
              <a:pathLst>
                <a:path w="42762" h="14739" extrusionOk="0">
                  <a:moveTo>
                    <a:pt x="42692" y="71"/>
                  </a:moveTo>
                  <a:cubicBezTo>
                    <a:pt x="42690" y="64"/>
                    <a:pt x="42687" y="56"/>
                    <a:pt x="42686" y="47"/>
                  </a:cubicBezTo>
                  <a:cubicBezTo>
                    <a:pt x="42753" y="485"/>
                    <a:pt x="42732" y="928"/>
                    <a:pt x="42615" y="1363"/>
                  </a:cubicBezTo>
                  <a:cubicBezTo>
                    <a:pt x="42324" y="2437"/>
                    <a:pt x="41464" y="3469"/>
                    <a:pt x="40035" y="4294"/>
                  </a:cubicBezTo>
                  <a:cubicBezTo>
                    <a:pt x="39269" y="4737"/>
                    <a:pt x="38400" y="5084"/>
                    <a:pt x="37471" y="5338"/>
                  </a:cubicBezTo>
                  <a:cubicBezTo>
                    <a:pt x="35699" y="5823"/>
                    <a:pt x="34113" y="6483"/>
                    <a:pt x="32775" y="7282"/>
                  </a:cubicBezTo>
                  <a:cubicBezTo>
                    <a:pt x="32383" y="7516"/>
                    <a:pt x="32012" y="7764"/>
                    <a:pt x="31663" y="8021"/>
                  </a:cubicBezTo>
                  <a:cubicBezTo>
                    <a:pt x="30938" y="8558"/>
                    <a:pt x="30314" y="9142"/>
                    <a:pt x="29802" y="9767"/>
                  </a:cubicBezTo>
                  <a:cubicBezTo>
                    <a:pt x="29402" y="10254"/>
                    <a:pt x="28866" y="10713"/>
                    <a:pt x="28196" y="11125"/>
                  </a:cubicBezTo>
                  <a:cubicBezTo>
                    <a:pt x="28130" y="11166"/>
                    <a:pt x="28060" y="11208"/>
                    <a:pt x="27991" y="11248"/>
                  </a:cubicBezTo>
                  <a:cubicBezTo>
                    <a:pt x="24389" y="13328"/>
                    <a:pt x="18516" y="13317"/>
                    <a:pt x="14890" y="11223"/>
                  </a:cubicBezTo>
                  <a:cubicBezTo>
                    <a:pt x="14806" y="11176"/>
                    <a:pt x="14724" y="11126"/>
                    <a:pt x="14644" y="11077"/>
                  </a:cubicBezTo>
                  <a:cubicBezTo>
                    <a:pt x="13987" y="10668"/>
                    <a:pt x="13461" y="10216"/>
                    <a:pt x="13064" y="9736"/>
                  </a:cubicBezTo>
                  <a:cubicBezTo>
                    <a:pt x="12546" y="9110"/>
                    <a:pt x="11914" y="8524"/>
                    <a:pt x="11185" y="7985"/>
                  </a:cubicBezTo>
                  <a:cubicBezTo>
                    <a:pt x="10829" y="7724"/>
                    <a:pt x="10453" y="7473"/>
                    <a:pt x="10053" y="7235"/>
                  </a:cubicBezTo>
                  <a:cubicBezTo>
                    <a:pt x="8708" y="6433"/>
                    <a:pt x="7118" y="5770"/>
                    <a:pt x="5346" y="5281"/>
                  </a:cubicBezTo>
                  <a:cubicBezTo>
                    <a:pt x="4415" y="5023"/>
                    <a:pt x="3541" y="4672"/>
                    <a:pt x="2769" y="4226"/>
                  </a:cubicBezTo>
                  <a:cubicBezTo>
                    <a:pt x="1279" y="3366"/>
                    <a:pt x="399" y="2286"/>
                    <a:pt x="130" y="1168"/>
                  </a:cubicBezTo>
                  <a:cubicBezTo>
                    <a:pt x="36" y="780"/>
                    <a:pt x="17" y="390"/>
                    <a:pt x="70" y="1"/>
                  </a:cubicBezTo>
                  <a:cubicBezTo>
                    <a:pt x="68" y="8"/>
                    <a:pt x="67" y="14"/>
                    <a:pt x="65" y="21"/>
                  </a:cubicBezTo>
                  <a:cubicBezTo>
                    <a:pt x="0" y="396"/>
                    <a:pt x="37" y="1525"/>
                    <a:pt x="39" y="1850"/>
                  </a:cubicBezTo>
                  <a:cubicBezTo>
                    <a:pt x="47" y="3219"/>
                    <a:pt x="957" y="4589"/>
                    <a:pt x="2769" y="5637"/>
                  </a:cubicBezTo>
                  <a:cubicBezTo>
                    <a:pt x="3541" y="6081"/>
                    <a:pt x="4415" y="6433"/>
                    <a:pt x="5346" y="6690"/>
                  </a:cubicBezTo>
                  <a:cubicBezTo>
                    <a:pt x="8730" y="7624"/>
                    <a:pt x="11446" y="9193"/>
                    <a:pt x="13064" y="11146"/>
                  </a:cubicBezTo>
                  <a:cubicBezTo>
                    <a:pt x="13509" y="11683"/>
                    <a:pt x="14118" y="12188"/>
                    <a:pt x="14890" y="12634"/>
                  </a:cubicBezTo>
                  <a:cubicBezTo>
                    <a:pt x="18514" y="14726"/>
                    <a:pt x="24389" y="14738"/>
                    <a:pt x="27991" y="12657"/>
                  </a:cubicBezTo>
                  <a:cubicBezTo>
                    <a:pt x="28759" y="12214"/>
                    <a:pt x="29362" y="11712"/>
                    <a:pt x="29802" y="11176"/>
                  </a:cubicBezTo>
                  <a:cubicBezTo>
                    <a:pt x="31397" y="9228"/>
                    <a:pt x="34098" y="7670"/>
                    <a:pt x="37471" y="6749"/>
                  </a:cubicBezTo>
                  <a:cubicBezTo>
                    <a:pt x="38399" y="6495"/>
                    <a:pt x="39268" y="6146"/>
                    <a:pt x="40035" y="5704"/>
                  </a:cubicBezTo>
                  <a:cubicBezTo>
                    <a:pt x="41854" y="4654"/>
                    <a:pt x="42750" y="3269"/>
                    <a:pt x="42726" y="1888"/>
                  </a:cubicBezTo>
                  <a:cubicBezTo>
                    <a:pt x="42721" y="1603"/>
                    <a:pt x="42761" y="385"/>
                    <a:pt x="42692" y="7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2345;p52">
              <a:extLst>
                <a:ext uri="{FF2B5EF4-FFF2-40B4-BE49-F238E27FC236}">
                  <a16:creationId xmlns:a16="http://schemas.microsoft.com/office/drawing/2014/main" id="{5AAD268A-D9FC-0D8F-23CB-E5ED951BCFF4}"/>
                </a:ext>
              </a:extLst>
            </p:cNvPr>
            <p:cNvSpPr/>
            <p:nvPr/>
          </p:nvSpPr>
          <p:spPr>
            <a:xfrm>
              <a:off x="2501831" y="1739939"/>
              <a:ext cx="220998" cy="160284"/>
            </a:xfrm>
            <a:custGeom>
              <a:avLst/>
              <a:gdLst/>
              <a:ahLst/>
              <a:cxnLst/>
              <a:rect l="l" t="t" r="r" b="b"/>
              <a:pathLst>
                <a:path w="3822" h="2772" extrusionOk="0">
                  <a:moveTo>
                    <a:pt x="3820" y="1561"/>
                  </a:moveTo>
                  <a:lnTo>
                    <a:pt x="3820" y="1561"/>
                  </a:lnTo>
                  <a:lnTo>
                    <a:pt x="3820" y="453"/>
                  </a:lnTo>
                  <a:lnTo>
                    <a:pt x="3283" y="453"/>
                  </a:lnTo>
                  <a:cubicBezTo>
                    <a:pt x="3274" y="447"/>
                    <a:pt x="3266" y="441"/>
                    <a:pt x="3256" y="435"/>
                  </a:cubicBezTo>
                  <a:cubicBezTo>
                    <a:pt x="2508" y="4"/>
                    <a:pt x="1299" y="1"/>
                    <a:pt x="555" y="430"/>
                  </a:cubicBezTo>
                  <a:cubicBezTo>
                    <a:pt x="542" y="438"/>
                    <a:pt x="533" y="445"/>
                    <a:pt x="521" y="452"/>
                  </a:cubicBezTo>
                  <a:lnTo>
                    <a:pt x="1" y="452"/>
                  </a:lnTo>
                  <a:lnTo>
                    <a:pt x="1" y="1561"/>
                  </a:lnTo>
                  <a:lnTo>
                    <a:pt x="1" y="1561"/>
                  </a:lnTo>
                  <a:cubicBezTo>
                    <a:pt x="2" y="1842"/>
                    <a:pt x="192" y="2122"/>
                    <a:pt x="564" y="2337"/>
                  </a:cubicBezTo>
                  <a:cubicBezTo>
                    <a:pt x="1311" y="2770"/>
                    <a:pt x="2520" y="2771"/>
                    <a:pt x="3263" y="2342"/>
                  </a:cubicBezTo>
                  <a:cubicBezTo>
                    <a:pt x="3637" y="2127"/>
                    <a:pt x="3822" y="1844"/>
                    <a:pt x="3819" y="15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2346;p52">
              <a:extLst>
                <a:ext uri="{FF2B5EF4-FFF2-40B4-BE49-F238E27FC236}">
                  <a16:creationId xmlns:a16="http://schemas.microsoft.com/office/drawing/2014/main" id="{679472C6-FF78-0212-0ED0-A1C5C9477229}"/>
                </a:ext>
              </a:extLst>
            </p:cNvPr>
            <p:cNvSpPr/>
            <p:nvPr/>
          </p:nvSpPr>
          <p:spPr>
            <a:xfrm>
              <a:off x="2158072" y="1770354"/>
              <a:ext cx="371914" cy="92400"/>
            </a:xfrm>
            <a:custGeom>
              <a:avLst/>
              <a:gdLst/>
              <a:ahLst/>
              <a:cxnLst/>
              <a:rect l="l" t="t" r="r" b="b"/>
              <a:pathLst>
                <a:path w="6432" h="1598" extrusionOk="0">
                  <a:moveTo>
                    <a:pt x="1" y="656"/>
                  </a:moveTo>
                  <a:lnTo>
                    <a:pt x="1" y="1185"/>
                  </a:lnTo>
                  <a:cubicBezTo>
                    <a:pt x="1" y="1413"/>
                    <a:pt x="185" y="1598"/>
                    <a:pt x="413" y="1598"/>
                  </a:cubicBezTo>
                  <a:lnTo>
                    <a:pt x="5860" y="1598"/>
                  </a:lnTo>
                  <a:cubicBezTo>
                    <a:pt x="6083" y="1598"/>
                    <a:pt x="6277" y="1468"/>
                    <a:pt x="6370" y="1281"/>
                  </a:cubicBezTo>
                  <a:cubicBezTo>
                    <a:pt x="6426" y="1168"/>
                    <a:pt x="6432" y="1038"/>
                    <a:pt x="6395" y="919"/>
                  </a:cubicBezTo>
                  <a:lnTo>
                    <a:pt x="6232" y="398"/>
                  </a:lnTo>
                  <a:cubicBezTo>
                    <a:pt x="6160" y="161"/>
                    <a:pt x="5940" y="1"/>
                    <a:pt x="5692" y="1"/>
                  </a:cubicBezTo>
                  <a:lnTo>
                    <a:pt x="656" y="1"/>
                  </a:lnTo>
                  <a:cubicBezTo>
                    <a:pt x="294" y="1"/>
                    <a:pt x="1" y="295"/>
                    <a:pt x="1" y="6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2347;p52">
              <a:extLst>
                <a:ext uri="{FF2B5EF4-FFF2-40B4-BE49-F238E27FC236}">
                  <a16:creationId xmlns:a16="http://schemas.microsoft.com/office/drawing/2014/main" id="{068CDB09-C3D0-175F-0D4E-A4C2B15920FA}"/>
                </a:ext>
              </a:extLst>
            </p:cNvPr>
            <p:cNvSpPr/>
            <p:nvPr/>
          </p:nvSpPr>
          <p:spPr>
            <a:xfrm>
              <a:off x="2490902" y="1696051"/>
              <a:ext cx="242681" cy="140104"/>
            </a:xfrm>
            <a:custGeom>
              <a:avLst/>
              <a:gdLst/>
              <a:ahLst/>
              <a:cxnLst/>
              <a:rect l="l" t="t" r="r" b="b"/>
              <a:pathLst>
                <a:path w="4197" h="2423" extrusionOk="0">
                  <a:moveTo>
                    <a:pt x="3445" y="434"/>
                  </a:moveTo>
                  <a:cubicBezTo>
                    <a:pt x="2697" y="3"/>
                    <a:pt x="1488" y="0"/>
                    <a:pt x="745" y="429"/>
                  </a:cubicBezTo>
                  <a:cubicBezTo>
                    <a:pt x="1" y="858"/>
                    <a:pt x="5" y="1557"/>
                    <a:pt x="753" y="1989"/>
                  </a:cubicBezTo>
                  <a:cubicBezTo>
                    <a:pt x="1502" y="2421"/>
                    <a:pt x="2711" y="2423"/>
                    <a:pt x="3454" y="1994"/>
                  </a:cubicBezTo>
                  <a:cubicBezTo>
                    <a:pt x="4197" y="1564"/>
                    <a:pt x="4194" y="866"/>
                    <a:pt x="3445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2348;p52">
              <a:extLst>
                <a:ext uri="{FF2B5EF4-FFF2-40B4-BE49-F238E27FC236}">
                  <a16:creationId xmlns:a16="http://schemas.microsoft.com/office/drawing/2014/main" id="{86FB500F-3E84-64AB-B0A6-34A95169B736}"/>
                </a:ext>
              </a:extLst>
            </p:cNvPr>
            <p:cNvSpPr/>
            <p:nvPr/>
          </p:nvSpPr>
          <p:spPr>
            <a:xfrm>
              <a:off x="2565957" y="1743813"/>
              <a:ext cx="92574" cy="48687"/>
            </a:xfrm>
            <a:custGeom>
              <a:avLst/>
              <a:gdLst/>
              <a:ahLst/>
              <a:cxnLst/>
              <a:rect l="l" t="t" r="r" b="b"/>
              <a:pathLst>
                <a:path w="1601" h="842" extrusionOk="0">
                  <a:moveTo>
                    <a:pt x="798" y="1"/>
                  </a:moveTo>
                  <a:cubicBezTo>
                    <a:pt x="612" y="1"/>
                    <a:pt x="427" y="42"/>
                    <a:pt x="285" y="123"/>
                  </a:cubicBezTo>
                  <a:cubicBezTo>
                    <a:pt x="1" y="286"/>
                    <a:pt x="2" y="552"/>
                    <a:pt x="289" y="718"/>
                  </a:cubicBezTo>
                  <a:cubicBezTo>
                    <a:pt x="431" y="801"/>
                    <a:pt x="618" y="842"/>
                    <a:pt x="805" y="842"/>
                  </a:cubicBezTo>
                  <a:cubicBezTo>
                    <a:pt x="991" y="842"/>
                    <a:pt x="1176" y="801"/>
                    <a:pt x="1318" y="720"/>
                  </a:cubicBezTo>
                  <a:cubicBezTo>
                    <a:pt x="1601" y="555"/>
                    <a:pt x="1601" y="289"/>
                    <a:pt x="1315" y="125"/>
                  </a:cubicBezTo>
                  <a:cubicBezTo>
                    <a:pt x="1171" y="42"/>
                    <a:pt x="984" y="1"/>
                    <a:pt x="798" y="1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2349;p52">
              <a:extLst>
                <a:ext uri="{FF2B5EF4-FFF2-40B4-BE49-F238E27FC236}">
                  <a16:creationId xmlns:a16="http://schemas.microsoft.com/office/drawing/2014/main" id="{66E38DB0-5061-0FB3-0830-6736643742C9}"/>
                </a:ext>
              </a:extLst>
            </p:cNvPr>
            <p:cNvSpPr/>
            <p:nvPr/>
          </p:nvSpPr>
          <p:spPr>
            <a:xfrm>
              <a:off x="2311072" y="1758905"/>
              <a:ext cx="312935" cy="175607"/>
            </a:xfrm>
            <a:custGeom>
              <a:avLst/>
              <a:gdLst/>
              <a:ahLst/>
              <a:cxnLst/>
              <a:rect l="l" t="t" r="r" b="b"/>
              <a:pathLst>
                <a:path w="5412" h="3037" extrusionOk="0">
                  <a:moveTo>
                    <a:pt x="5164" y="1"/>
                  </a:moveTo>
                  <a:lnTo>
                    <a:pt x="3489" y="91"/>
                  </a:lnTo>
                  <a:lnTo>
                    <a:pt x="2805" y="388"/>
                  </a:lnTo>
                  <a:lnTo>
                    <a:pt x="0" y="2897"/>
                  </a:lnTo>
                  <a:lnTo>
                    <a:pt x="91" y="3037"/>
                  </a:lnTo>
                  <a:lnTo>
                    <a:pt x="511" y="3037"/>
                  </a:lnTo>
                  <a:lnTo>
                    <a:pt x="5412" y="282"/>
                  </a:lnTo>
                  <a:lnTo>
                    <a:pt x="51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2350;p52">
              <a:extLst>
                <a:ext uri="{FF2B5EF4-FFF2-40B4-BE49-F238E27FC236}">
                  <a16:creationId xmlns:a16="http://schemas.microsoft.com/office/drawing/2014/main" id="{598E6EA3-90B2-A144-1F3E-B2FFCF424CFB}"/>
                </a:ext>
              </a:extLst>
            </p:cNvPr>
            <p:cNvSpPr/>
            <p:nvPr/>
          </p:nvSpPr>
          <p:spPr>
            <a:xfrm>
              <a:off x="2601981" y="1598272"/>
              <a:ext cx="308714" cy="180811"/>
            </a:xfrm>
            <a:custGeom>
              <a:avLst/>
              <a:gdLst/>
              <a:ahLst/>
              <a:cxnLst/>
              <a:rect l="l" t="t" r="r" b="b"/>
              <a:pathLst>
                <a:path w="5339" h="3127" extrusionOk="0">
                  <a:moveTo>
                    <a:pt x="4902" y="1"/>
                  </a:moveTo>
                  <a:lnTo>
                    <a:pt x="612" y="2400"/>
                  </a:lnTo>
                  <a:lnTo>
                    <a:pt x="1" y="2779"/>
                  </a:lnTo>
                  <a:lnTo>
                    <a:pt x="504" y="3126"/>
                  </a:lnTo>
                  <a:lnTo>
                    <a:pt x="925" y="2994"/>
                  </a:lnTo>
                  <a:lnTo>
                    <a:pt x="2287" y="2779"/>
                  </a:lnTo>
                  <a:lnTo>
                    <a:pt x="2707" y="2506"/>
                  </a:lnTo>
                  <a:lnTo>
                    <a:pt x="5338" y="139"/>
                  </a:lnTo>
                  <a:lnTo>
                    <a:pt x="52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2351;p52">
              <a:extLst>
                <a:ext uri="{FF2B5EF4-FFF2-40B4-BE49-F238E27FC236}">
                  <a16:creationId xmlns:a16="http://schemas.microsoft.com/office/drawing/2014/main" id="{1AF4AF98-3C70-E9DA-4E3F-6EE915DA8F90}"/>
                </a:ext>
              </a:extLst>
            </p:cNvPr>
            <p:cNvSpPr/>
            <p:nvPr/>
          </p:nvSpPr>
          <p:spPr>
            <a:xfrm>
              <a:off x="2347443" y="1560456"/>
              <a:ext cx="280208" cy="223773"/>
            </a:xfrm>
            <a:custGeom>
              <a:avLst/>
              <a:gdLst/>
              <a:ahLst/>
              <a:cxnLst/>
              <a:rect l="l" t="t" r="r" b="b"/>
              <a:pathLst>
                <a:path w="4846" h="3870" extrusionOk="0">
                  <a:moveTo>
                    <a:pt x="91" y="1"/>
                  </a:moveTo>
                  <a:lnTo>
                    <a:pt x="1" y="141"/>
                  </a:lnTo>
                  <a:lnTo>
                    <a:pt x="173" y="525"/>
                  </a:lnTo>
                  <a:lnTo>
                    <a:pt x="4692" y="3869"/>
                  </a:lnTo>
                  <a:lnTo>
                    <a:pt x="4846" y="3529"/>
                  </a:lnTo>
                  <a:lnTo>
                    <a:pt x="4078" y="2037"/>
                  </a:lnTo>
                  <a:lnTo>
                    <a:pt x="3528" y="1534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2352;p52">
              <a:extLst>
                <a:ext uri="{FF2B5EF4-FFF2-40B4-BE49-F238E27FC236}">
                  <a16:creationId xmlns:a16="http://schemas.microsoft.com/office/drawing/2014/main" id="{7AB1A033-BD33-27FB-2B56-4354F9449A25}"/>
                </a:ext>
              </a:extLst>
            </p:cNvPr>
            <p:cNvSpPr/>
            <p:nvPr/>
          </p:nvSpPr>
          <p:spPr>
            <a:xfrm>
              <a:off x="2585790" y="1725657"/>
              <a:ext cx="260433" cy="242161"/>
            </a:xfrm>
            <a:custGeom>
              <a:avLst/>
              <a:gdLst/>
              <a:ahLst/>
              <a:cxnLst/>
              <a:rect l="l" t="t" r="r" b="b"/>
              <a:pathLst>
                <a:path w="4504" h="4188" extrusionOk="0">
                  <a:moveTo>
                    <a:pt x="164" y="0"/>
                  </a:moveTo>
                  <a:lnTo>
                    <a:pt x="1" y="589"/>
                  </a:lnTo>
                  <a:lnTo>
                    <a:pt x="262" y="943"/>
                  </a:lnTo>
                  <a:lnTo>
                    <a:pt x="908" y="2161"/>
                  </a:lnTo>
                  <a:lnTo>
                    <a:pt x="1302" y="2471"/>
                  </a:lnTo>
                  <a:lnTo>
                    <a:pt x="4397" y="4187"/>
                  </a:lnTo>
                  <a:lnTo>
                    <a:pt x="4503" y="4066"/>
                  </a:lnTo>
                  <a:lnTo>
                    <a:pt x="4386" y="3730"/>
                  </a:lnTo>
                  <a:lnTo>
                    <a:pt x="722" y="454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2353;p52">
              <a:extLst>
                <a:ext uri="{FF2B5EF4-FFF2-40B4-BE49-F238E27FC236}">
                  <a16:creationId xmlns:a16="http://schemas.microsoft.com/office/drawing/2014/main" id="{B61C7AC2-1C20-F6FC-A7E8-FA94BAC368FD}"/>
                </a:ext>
              </a:extLst>
            </p:cNvPr>
            <p:cNvSpPr/>
            <p:nvPr/>
          </p:nvSpPr>
          <p:spPr>
            <a:xfrm>
              <a:off x="2578620" y="1747861"/>
              <a:ext cx="67363" cy="38915"/>
            </a:xfrm>
            <a:custGeom>
              <a:avLst/>
              <a:gdLst/>
              <a:ahLst/>
              <a:cxnLst/>
              <a:rect l="l" t="t" r="r" b="b"/>
              <a:pathLst>
                <a:path w="1165" h="673" extrusionOk="0">
                  <a:moveTo>
                    <a:pt x="578" y="0"/>
                  </a:moveTo>
                  <a:cubicBezTo>
                    <a:pt x="430" y="0"/>
                    <a:pt x="282" y="33"/>
                    <a:pt x="170" y="98"/>
                  </a:cubicBezTo>
                  <a:cubicBezTo>
                    <a:pt x="166" y="101"/>
                    <a:pt x="162" y="102"/>
                    <a:pt x="159" y="105"/>
                  </a:cubicBezTo>
                  <a:lnTo>
                    <a:pt x="0" y="105"/>
                  </a:lnTo>
                  <a:lnTo>
                    <a:pt x="0" y="336"/>
                  </a:lnTo>
                  <a:cubicBezTo>
                    <a:pt x="2" y="422"/>
                    <a:pt x="59" y="508"/>
                    <a:pt x="173" y="573"/>
                  </a:cubicBezTo>
                  <a:cubicBezTo>
                    <a:pt x="287" y="639"/>
                    <a:pt x="436" y="672"/>
                    <a:pt x="585" y="672"/>
                  </a:cubicBezTo>
                  <a:cubicBezTo>
                    <a:pt x="733" y="672"/>
                    <a:pt x="881" y="640"/>
                    <a:pt x="994" y="575"/>
                  </a:cubicBezTo>
                  <a:cubicBezTo>
                    <a:pt x="1108" y="510"/>
                    <a:pt x="1165" y="422"/>
                    <a:pt x="1163" y="336"/>
                  </a:cubicBezTo>
                  <a:lnTo>
                    <a:pt x="1163" y="105"/>
                  </a:lnTo>
                  <a:lnTo>
                    <a:pt x="1000" y="105"/>
                  </a:lnTo>
                  <a:cubicBezTo>
                    <a:pt x="997" y="104"/>
                    <a:pt x="996" y="102"/>
                    <a:pt x="992" y="99"/>
                  </a:cubicBezTo>
                  <a:cubicBezTo>
                    <a:pt x="878" y="33"/>
                    <a:pt x="728" y="0"/>
                    <a:pt x="5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2354;p52">
              <a:extLst>
                <a:ext uri="{FF2B5EF4-FFF2-40B4-BE49-F238E27FC236}">
                  <a16:creationId xmlns:a16="http://schemas.microsoft.com/office/drawing/2014/main" id="{4D3510A0-03D1-0D18-506C-A0D99F940D6A}"/>
                </a:ext>
              </a:extLst>
            </p:cNvPr>
            <p:cNvSpPr/>
            <p:nvPr/>
          </p:nvSpPr>
          <p:spPr>
            <a:xfrm>
              <a:off x="2575324" y="1734504"/>
              <a:ext cx="73955" cy="38915"/>
            </a:xfrm>
            <a:custGeom>
              <a:avLst/>
              <a:gdLst/>
              <a:ahLst/>
              <a:cxnLst/>
              <a:rect l="l" t="t" r="r" b="b"/>
              <a:pathLst>
                <a:path w="1279" h="673" extrusionOk="0">
                  <a:moveTo>
                    <a:pt x="636" y="0"/>
                  </a:moveTo>
                  <a:cubicBezTo>
                    <a:pt x="488" y="0"/>
                    <a:pt x="339" y="33"/>
                    <a:pt x="227" y="98"/>
                  </a:cubicBezTo>
                  <a:cubicBezTo>
                    <a:pt x="0" y="229"/>
                    <a:pt x="2" y="441"/>
                    <a:pt x="230" y="573"/>
                  </a:cubicBezTo>
                  <a:cubicBezTo>
                    <a:pt x="344" y="639"/>
                    <a:pt x="494" y="672"/>
                    <a:pt x="643" y="672"/>
                  </a:cubicBezTo>
                  <a:cubicBezTo>
                    <a:pt x="791" y="672"/>
                    <a:pt x="939" y="640"/>
                    <a:pt x="1051" y="575"/>
                  </a:cubicBezTo>
                  <a:cubicBezTo>
                    <a:pt x="1279" y="444"/>
                    <a:pt x="1277" y="230"/>
                    <a:pt x="1049" y="100"/>
                  </a:cubicBezTo>
                  <a:cubicBezTo>
                    <a:pt x="935" y="33"/>
                    <a:pt x="786" y="0"/>
                    <a:pt x="6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2355;p52">
              <a:extLst>
                <a:ext uri="{FF2B5EF4-FFF2-40B4-BE49-F238E27FC236}">
                  <a16:creationId xmlns:a16="http://schemas.microsoft.com/office/drawing/2014/main" id="{0CCA1012-7B83-12BA-8206-06656F1F1761}"/>
                </a:ext>
              </a:extLst>
            </p:cNvPr>
            <p:cNvSpPr/>
            <p:nvPr/>
          </p:nvSpPr>
          <p:spPr>
            <a:xfrm>
              <a:off x="2593365" y="1736123"/>
              <a:ext cx="37758" cy="27986"/>
            </a:xfrm>
            <a:custGeom>
              <a:avLst/>
              <a:gdLst/>
              <a:ahLst/>
              <a:cxnLst/>
              <a:rect l="l" t="t" r="r" b="b"/>
              <a:pathLst>
                <a:path w="653" h="484" extrusionOk="0">
                  <a:moveTo>
                    <a:pt x="327" y="1"/>
                  </a:moveTo>
                  <a:cubicBezTo>
                    <a:pt x="271" y="1"/>
                    <a:pt x="215" y="13"/>
                    <a:pt x="171" y="38"/>
                  </a:cubicBezTo>
                  <a:cubicBezTo>
                    <a:pt x="127" y="62"/>
                    <a:pt x="99" y="90"/>
                    <a:pt x="79" y="121"/>
                  </a:cubicBezTo>
                  <a:lnTo>
                    <a:pt x="1" y="295"/>
                  </a:lnTo>
                  <a:lnTo>
                    <a:pt x="1" y="296"/>
                  </a:lnTo>
                  <a:cubicBezTo>
                    <a:pt x="2" y="344"/>
                    <a:pt x="34" y="391"/>
                    <a:pt x="98" y="428"/>
                  </a:cubicBezTo>
                  <a:cubicBezTo>
                    <a:pt x="162" y="465"/>
                    <a:pt x="246" y="484"/>
                    <a:pt x="329" y="484"/>
                  </a:cubicBezTo>
                  <a:cubicBezTo>
                    <a:pt x="412" y="484"/>
                    <a:pt x="495" y="466"/>
                    <a:pt x="557" y="430"/>
                  </a:cubicBezTo>
                  <a:cubicBezTo>
                    <a:pt x="622" y="393"/>
                    <a:pt x="653" y="344"/>
                    <a:pt x="653" y="296"/>
                  </a:cubicBezTo>
                  <a:lnTo>
                    <a:pt x="596" y="139"/>
                  </a:lnTo>
                  <a:cubicBezTo>
                    <a:pt x="579" y="107"/>
                    <a:pt x="527" y="64"/>
                    <a:pt x="482" y="38"/>
                  </a:cubicBezTo>
                  <a:cubicBezTo>
                    <a:pt x="438" y="13"/>
                    <a:pt x="383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2356;p52">
              <a:extLst>
                <a:ext uri="{FF2B5EF4-FFF2-40B4-BE49-F238E27FC236}">
                  <a16:creationId xmlns:a16="http://schemas.microsoft.com/office/drawing/2014/main" id="{9C9BD935-7DFD-6D4B-8EC2-2E7F4D79E8D2}"/>
                </a:ext>
              </a:extLst>
            </p:cNvPr>
            <p:cNvSpPr/>
            <p:nvPr/>
          </p:nvSpPr>
          <p:spPr>
            <a:xfrm>
              <a:off x="1104534" y="1723691"/>
              <a:ext cx="221113" cy="160342"/>
            </a:xfrm>
            <a:custGeom>
              <a:avLst/>
              <a:gdLst/>
              <a:ahLst/>
              <a:cxnLst/>
              <a:rect l="l" t="t" r="r" b="b"/>
              <a:pathLst>
                <a:path w="3824" h="2773" extrusionOk="0">
                  <a:moveTo>
                    <a:pt x="3820" y="1560"/>
                  </a:moveTo>
                  <a:lnTo>
                    <a:pt x="3820" y="1560"/>
                  </a:lnTo>
                  <a:lnTo>
                    <a:pt x="3820" y="453"/>
                  </a:lnTo>
                  <a:lnTo>
                    <a:pt x="3283" y="453"/>
                  </a:lnTo>
                  <a:cubicBezTo>
                    <a:pt x="3274" y="446"/>
                    <a:pt x="3266" y="440"/>
                    <a:pt x="3257" y="434"/>
                  </a:cubicBezTo>
                  <a:cubicBezTo>
                    <a:pt x="2508" y="3"/>
                    <a:pt x="1299" y="0"/>
                    <a:pt x="556" y="430"/>
                  </a:cubicBezTo>
                  <a:cubicBezTo>
                    <a:pt x="544" y="437"/>
                    <a:pt x="533" y="445"/>
                    <a:pt x="522" y="453"/>
                  </a:cubicBezTo>
                  <a:lnTo>
                    <a:pt x="1" y="453"/>
                  </a:lnTo>
                  <a:lnTo>
                    <a:pt x="1" y="1560"/>
                  </a:lnTo>
                  <a:lnTo>
                    <a:pt x="1" y="1560"/>
                  </a:lnTo>
                  <a:cubicBezTo>
                    <a:pt x="4" y="1842"/>
                    <a:pt x="191" y="2122"/>
                    <a:pt x="564" y="2337"/>
                  </a:cubicBezTo>
                  <a:cubicBezTo>
                    <a:pt x="1313" y="2769"/>
                    <a:pt x="2522" y="2772"/>
                    <a:pt x="3265" y="2343"/>
                  </a:cubicBezTo>
                  <a:cubicBezTo>
                    <a:pt x="3638" y="2126"/>
                    <a:pt x="3823" y="1843"/>
                    <a:pt x="3820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2357;p52">
              <a:extLst>
                <a:ext uri="{FF2B5EF4-FFF2-40B4-BE49-F238E27FC236}">
                  <a16:creationId xmlns:a16="http://schemas.microsoft.com/office/drawing/2014/main" id="{A8008CCA-83B0-256C-C012-F8AC92B307F7}"/>
                </a:ext>
              </a:extLst>
            </p:cNvPr>
            <p:cNvSpPr/>
            <p:nvPr/>
          </p:nvSpPr>
          <p:spPr>
            <a:xfrm>
              <a:off x="1299051" y="1771337"/>
              <a:ext cx="371914" cy="92400"/>
            </a:xfrm>
            <a:custGeom>
              <a:avLst/>
              <a:gdLst/>
              <a:ahLst/>
              <a:cxnLst/>
              <a:rect l="l" t="t" r="r" b="b"/>
              <a:pathLst>
                <a:path w="6432" h="1598" extrusionOk="0">
                  <a:moveTo>
                    <a:pt x="6432" y="656"/>
                  </a:moveTo>
                  <a:lnTo>
                    <a:pt x="6432" y="1185"/>
                  </a:lnTo>
                  <a:cubicBezTo>
                    <a:pt x="6432" y="1413"/>
                    <a:pt x="6247" y="1598"/>
                    <a:pt x="6020" y="1598"/>
                  </a:cubicBezTo>
                  <a:lnTo>
                    <a:pt x="573" y="1598"/>
                  </a:lnTo>
                  <a:cubicBezTo>
                    <a:pt x="350" y="1598"/>
                    <a:pt x="156" y="1468"/>
                    <a:pt x="62" y="1281"/>
                  </a:cubicBezTo>
                  <a:cubicBezTo>
                    <a:pt x="7" y="1168"/>
                    <a:pt x="1" y="1038"/>
                    <a:pt x="38" y="919"/>
                  </a:cubicBezTo>
                  <a:lnTo>
                    <a:pt x="199" y="398"/>
                  </a:lnTo>
                  <a:cubicBezTo>
                    <a:pt x="273" y="161"/>
                    <a:pt x="491" y="1"/>
                    <a:pt x="739" y="1"/>
                  </a:cubicBezTo>
                  <a:lnTo>
                    <a:pt x="5775" y="1"/>
                  </a:lnTo>
                  <a:cubicBezTo>
                    <a:pt x="6138" y="1"/>
                    <a:pt x="6432" y="295"/>
                    <a:pt x="6432" y="6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2358;p52">
              <a:extLst>
                <a:ext uri="{FF2B5EF4-FFF2-40B4-BE49-F238E27FC236}">
                  <a16:creationId xmlns:a16="http://schemas.microsoft.com/office/drawing/2014/main" id="{A2DA1D65-7B8B-AF46-C4A2-74B92CCDB2F8}"/>
                </a:ext>
              </a:extLst>
            </p:cNvPr>
            <p:cNvSpPr/>
            <p:nvPr/>
          </p:nvSpPr>
          <p:spPr>
            <a:xfrm>
              <a:off x="1093664" y="1679745"/>
              <a:ext cx="242739" cy="140162"/>
            </a:xfrm>
            <a:custGeom>
              <a:avLst/>
              <a:gdLst/>
              <a:ahLst/>
              <a:cxnLst/>
              <a:rect l="l" t="t" r="r" b="b"/>
              <a:pathLst>
                <a:path w="4198" h="2424" extrusionOk="0">
                  <a:moveTo>
                    <a:pt x="3445" y="434"/>
                  </a:moveTo>
                  <a:cubicBezTo>
                    <a:pt x="2697" y="4"/>
                    <a:pt x="1488" y="1"/>
                    <a:pt x="744" y="430"/>
                  </a:cubicBezTo>
                  <a:cubicBezTo>
                    <a:pt x="1" y="859"/>
                    <a:pt x="4" y="1557"/>
                    <a:pt x="753" y="1989"/>
                  </a:cubicBezTo>
                  <a:cubicBezTo>
                    <a:pt x="1501" y="2422"/>
                    <a:pt x="2710" y="2423"/>
                    <a:pt x="3454" y="1994"/>
                  </a:cubicBezTo>
                  <a:cubicBezTo>
                    <a:pt x="4197" y="1565"/>
                    <a:pt x="4193" y="867"/>
                    <a:pt x="3445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2359;p52">
              <a:extLst>
                <a:ext uri="{FF2B5EF4-FFF2-40B4-BE49-F238E27FC236}">
                  <a16:creationId xmlns:a16="http://schemas.microsoft.com/office/drawing/2014/main" id="{45A84E4F-5B90-CA05-4544-E2AD5333B217}"/>
                </a:ext>
              </a:extLst>
            </p:cNvPr>
            <p:cNvSpPr/>
            <p:nvPr/>
          </p:nvSpPr>
          <p:spPr>
            <a:xfrm>
              <a:off x="1168776" y="1727565"/>
              <a:ext cx="92516" cy="48687"/>
            </a:xfrm>
            <a:custGeom>
              <a:avLst/>
              <a:gdLst/>
              <a:ahLst/>
              <a:cxnLst/>
              <a:rect l="l" t="t" r="r" b="b"/>
              <a:pathLst>
                <a:path w="1600" h="842" extrusionOk="0">
                  <a:moveTo>
                    <a:pt x="796" y="1"/>
                  </a:moveTo>
                  <a:cubicBezTo>
                    <a:pt x="610" y="1"/>
                    <a:pt x="424" y="41"/>
                    <a:pt x="283" y="123"/>
                  </a:cubicBezTo>
                  <a:cubicBezTo>
                    <a:pt x="0" y="287"/>
                    <a:pt x="2" y="553"/>
                    <a:pt x="286" y="718"/>
                  </a:cubicBezTo>
                  <a:cubicBezTo>
                    <a:pt x="430" y="800"/>
                    <a:pt x="617" y="842"/>
                    <a:pt x="804" y="842"/>
                  </a:cubicBezTo>
                  <a:cubicBezTo>
                    <a:pt x="990" y="842"/>
                    <a:pt x="1176" y="801"/>
                    <a:pt x="1317" y="719"/>
                  </a:cubicBezTo>
                  <a:cubicBezTo>
                    <a:pt x="1600" y="556"/>
                    <a:pt x="1598" y="289"/>
                    <a:pt x="1314" y="124"/>
                  </a:cubicBezTo>
                  <a:cubicBezTo>
                    <a:pt x="1170" y="42"/>
                    <a:pt x="983" y="1"/>
                    <a:pt x="796" y="1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2360;p52">
              <a:extLst>
                <a:ext uri="{FF2B5EF4-FFF2-40B4-BE49-F238E27FC236}">
                  <a16:creationId xmlns:a16="http://schemas.microsoft.com/office/drawing/2014/main" id="{19FF3508-8A3A-0965-7517-063C8AD253A3}"/>
                </a:ext>
              </a:extLst>
            </p:cNvPr>
            <p:cNvSpPr/>
            <p:nvPr/>
          </p:nvSpPr>
          <p:spPr>
            <a:xfrm>
              <a:off x="913776" y="1742715"/>
              <a:ext cx="312935" cy="175549"/>
            </a:xfrm>
            <a:custGeom>
              <a:avLst/>
              <a:gdLst/>
              <a:ahLst/>
              <a:cxnLst/>
              <a:rect l="l" t="t" r="r" b="b"/>
              <a:pathLst>
                <a:path w="5412" h="3036" extrusionOk="0">
                  <a:moveTo>
                    <a:pt x="5165" y="1"/>
                  </a:moveTo>
                  <a:lnTo>
                    <a:pt x="3490" y="91"/>
                  </a:lnTo>
                  <a:lnTo>
                    <a:pt x="2806" y="388"/>
                  </a:lnTo>
                  <a:lnTo>
                    <a:pt x="0" y="2895"/>
                  </a:lnTo>
                  <a:lnTo>
                    <a:pt x="91" y="3035"/>
                  </a:lnTo>
                  <a:lnTo>
                    <a:pt x="512" y="3035"/>
                  </a:lnTo>
                  <a:lnTo>
                    <a:pt x="5412" y="281"/>
                  </a:lnTo>
                  <a:lnTo>
                    <a:pt x="51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2361;p52">
              <a:extLst>
                <a:ext uri="{FF2B5EF4-FFF2-40B4-BE49-F238E27FC236}">
                  <a16:creationId xmlns:a16="http://schemas.microsoft.com/office/drawing/2014/main" id="{2C7EDA04-C6D0-B8E0-82E3-7E2000C10E2E}"/>
                </a:ext>
              </a:extLst>
            </p:cNvPr>
            <p:cNvSpPr/>
            <p:nvPr/>
          </p:nvSpPr>
          <p:spPr>
            <a:xfrm>
              <a:off x="1204800" y="1582024"/>
              <a:ext cx="308657" cy="180753"/>
            </a:xfrm>
            <a:custGeom>
              <a:avLst/>
              <a:gdLst/>
              <a:ahLst/>
              <a:cxnLst/>
              <a:rect l="l" t="t" r="r" b="b"/>
              <a:pathLst>
                <a:path w="5338" h="3126" extrusionOk="0">
                  <a:moveTo>
                    <a:pt x="4901" y="0"/>
                  </a:moveTo>
                  <a:lnTo>
                    <a:pt x="611" y="2400"/>
                  </a:lnTo>
                  <a:lnTo>
                    <a:pt x="0" y="2780"/>
                  </a:lnTo>
                  <a:lnTo>
                    <a:pt x="503" y="3126"/>
                  </a:lnTo>
                  <a:lnTo>
                    <a:pt x="923" y="2993"/>
                  </a:lnTo>
                  <a:lnTo>
                    <a:pt x="2284" y="2780"/>
                  </a:lnTo>
                  <a:lnTo>
                    <a:pt x="2706" y="2507"/>
                  </a:lnTo>
                  <a:lnTo>
                    <a:pt x="5338" y="138"/>
                  </a:lnTo>
                  <a:lnTo>
                    <a:pt x="52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2362;p52">
              <a:extLst>
                <a:ext uri="{FF2B5EF4-FFF2-40B4-BE49-F238E27FC236}">
                  <a16:creationId xmlns:a16="http://schemas.microsoft.com/office/drawing/2014/main" id="{88ABB54C-9A78-F67E-D7C3-BE4FED285553}"/>
                </a:ext>
              </a:extLst>
            </p:cNvPr>
            <p:cNvSpPr/>
            <p:nvPr/>
          </p:nvSpPr>
          <p:spPr>
            <a:xfrm>
              <a:off x="950204" y="1544208"/>
              <a:ext cx="280266" cy="223715"/>
            </a:xfrm>
            <a:custGeom>
              <a:avLst/>
              <a:gdLst/>
              <a:ahLst/>
              <a:cxnLst/>
              <a:rect l="l" t="t" r="r" b="b"/>
              <a:pathLst>
                <a:path w="4847" h="3869" extrusionOk="0">
                  <a:moveTo>
                    <a:pt x="92" y="0"/>
                  </a:moveTo>
                  <a:lnTo>
                    <a:pt x="1" y="142"/>
                  </a:lnTo>
                  <a:lnTo>
                    <a:pt x="173" y="525"/>
                  </a:lnTo>
                  <a:lnTo>
                    <a:pt x="4691" y="3869"/>
                  </a:lnTo>
                  <a:lnTo>
                    <a:pt x="4846" y="3529"/>
                  </a:lnTo>
                  <a:lnTo>
                    <a:pt x="4079" y="2038"/>
                  </a:lnTo>
                  <a:lnTo>
                    <a:pt x="3528" y="1534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2363;p52">
              <a:extLst>
                <a:ext uri="{FF2B5EF4-FFF2-40B4-BE49-F238E27FC236}">
                  <a16:creationId xmlns:a16="http://schemas.microsoft.com/office/drawing/2014/main" id="{4D076734-CEDA-978A-3102-5FB7DA44C949}"/>
                </a:ext>
              </a:extLst>
            </p:cNvPr>
            <p:cNvSpPr/>
            <p:nvPr/>
          </p:nvSpPr>
          <p:spPr>
            <a:xfrm>
              <a:off x="1188609" y="1709351"/>
              <a:ext cx="260259" cy="242276"/>
            </a:xfrm>
            <a:custGeom>
              <a:avLst/>
              <a:gdLst/>
              <a:ahLst/>
              <a:cxnLst/>
              <a:rect l="l" t="t" r="r" b="b"/>
              <a:pathLst>
                <a:path w="4501" h="4190" extrusionOk="0">
                  <a:moveTo>
                    <a:pt x="163" y="1"/>
                  </a:moveTo>
                  <a:lnTo>
                    <a:pt x="0" y="590"/>
                  </a:lnTo>
                  <a:lnTo>
                    <a:pt x="262" y="944"/>
                  </a:lnTo>
                  <a:lnTo>
                    <a:pt x="908" y="2162"/>
                  </a:lnTo>
                  <a:lnTo>
                    <a:pt x="1302" y="2471"/>
                  </a:lnTo>
                  <a:lnTo>
                    <a:pt x="4396" y="4189"/>
                  </a:lnTo>
                  <a:lnTo>
                    <a:pt x="4501" y="4066"/>
                  </a:lnTo>
                  <a:lnTo>
                    <a:pt x="4386" y="3731"/>
                  </a:lnTo>
                  <a:lnTo>
                    <a:pt x="722" y="455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2364;p52">
              <a:extLst>
                <a:ext uri="{FF2B5EF4-FFF2-40B4-BE49-F238E27FC236}">
                  <a16:creationId xmlns:a16="http://schemas.microsoft.com/office/drawing/2014/main" id="{D1BD6C63-978A-D07C-14D9-B576EC8527AA}"/>
                </a:ext>
              </a:extLst>
            </p:cNvPr>
            <p:cNvSpPr/>
            <p:nvPr/>
          </p:nvSpPr>
          <p:spPr>
            <a:xfrm>
              <a:off x="1181381" y="1731613"/>
              <a:ext cx="67421" cy="38857"/>
            </a:xfrm>
            <a:custGeom>
              <a:avLst/>
              <a:gdLst/>
              <a:ahLst/>
              <a:cxnLst/>
              <a:rect l="l" t="t" r="r" b="b"/>
              <a:pathLst>
                <a:path w="1166" h="672" extrusionOk="0">
                  <a:moveTo>
                    <a:pt x="579" y="1"/>
                  </a:moveTo>
                  <a:cubicBezTo>
                    <a:pt x="430" y="1"/>
                    <a:pt x="283" y="34"/>
                    <a:pt x="170" y="99"/>
                  </a:cubicBezTo>
                  <a:cubicBezTo>
                    <a:pt x="165" y="100"/>
                    <a:pt x="162" y="102"/>
                    <a:pt x="159" y="105"/>
                  </a:cubicBezTo>
                  <a:lnTo>
                    <a:pt x="1" y="105"/>
                  </a:lnTo>
                  <a:lnTo>
                    <a:pt x="1" y="336"/>
                  </a:lnTo>
                  <a:cubicBezTo>
                    <a:pt x="2" y="422"/>
                    <a:pt x="59" y="508"/>
                    <a:pt x="171" y="573"/>
                  </a:cubicBezTo>
                  <a:cubicBezTo>
                    <a:pt x="286" y="639"/>
                    <a:pt x="436" y="672"/>
                    <a:pt x="585" y="672"/>
                  </a:cubicBezTo>
                  <a:cubicBezTo>
                    <a:pt x="734" y="672"/>
                    <a:pt x="882" y="639"/>
                    <a:pt x="994" y="574"/>
                  </a:cubicBezTo>
                  <a:cubicBezTo>
                    <a:pt x="1108" y="509"/>
                    <a:pt x="1165" y="423"/>
                    <a:pt x="1163" y="337"/>
                  </a:cubicBezTo>
                  <a:lnTo>
                    <a:pt x="1163" y="336"/>
                  </a:lnTo>
                  <a:lnTo>
                    <a:pt x="1163" y="105"/>
                  </a:lnTo>
                  <a:lnTo>
                    <a:pt x="1000" y="105"/>
                  </a:lnTo>
                  <a:cubicBezTo>
                    <a:pt x="997" y="103"/>
                    <a:pt x="994" y="102"/>
                    <a:pt x="991" y="100"/>
                  </a:cubicBezTo>
                  <a:cubicBezTo>
                    <a:pt x="877" y="34"/>
                    <a:pt x="728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2365;p52">
              <a:extLst>
                <a:ext uri="{FF2B5EF4-FFF2-40B4-BE49-F238E27FC236}">
                  <a16:creationId xmlns:a16="http://schemas.microsoft.com/office/drawing/2014/main" id="{8B09811F-3829-9FD2-C254-555E71D456F9}"/>
                </a:ext>
              </a:extLst>
            </p:cNvPr>
            <p:cNvSpPr/>
            <p:nvPr/>
          </p:nvSpPr>
          <p:spPr>
            <a:xfrm>
              <a:off x="1178085" y="1718255"/>
              <a:ext cx="73897" cy="38857"/>
            </a:xfrm>
            <a:custGeom>
              <a:avLst/>
              <a:gdLst/>
              <a:ahLst/>
              <a:cxnLst/>
              <a:rect l="l" t="t" r="r" b="b"/>
              <a:pathLst>
                <a:path w="1278" h="672" extrusionOk="0">
                  <a:moveTo>
                    <a:pt x="634" y="0"/>
                  </a:moveTo>
                  <a:cubicBezTo>
                    <a:pt x="487" y="0"/>
                    <a:pt x="339" y="32"/>
                    <a:pt x="227" y="97"/>
                  </a:cubicBezTo>
                  <a:cubicBezTo>
                    <a:pt x="1" y="228"/>
                    <a:pt x="1" y="440"/>
                    <a:pt x="228" y="573"/>
                  </a:cubicBezTo>
                  <a:cubicBezTo>
                    <a:pt x="344" y="639"/>
                    <a:pt x="494" y="672"/>
                    <a:pt x="644" y="672"/>
                  </a:cubicBezTo>
                  <a:cubicBezTo>
                    <a:pt x="792" y="672"/>
                    <a:pt x="939" y="639"/>
                    <a:pt x="1051" y="574"/>
                  </a:cubicBezTo>
                  <a:cubicBezTo>
                    <a:pt x="1277" y="444"/>
                    <a:pt x="1277" y="231"/>
                    <a:pt x="1048" y="99"/>
                  </a:cubicBezTo>
                  <a:cubicBezTo>
                    <a:pt x="934" y="33"/>
                    <a:pt x="784" y="0"/>
                    <a:pt x="6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2366;p52">
              <a:extLst>
                <a:ext uri="{FF2B5EF4-FFF2-40B4-BE49-F238E27FC236}">
                  <a16:creationId xmlns:a16="http://schemas.microsoft.com/office/drawing/2014/main" id="{C000BECD-79E7-AB33-0F36-7BC776F1312B}"/>
                </a:ext>
              </a:extLst>
            </p:cNvPr>
            <p:cNvSpPr/>
            <p:nvPr/>
          </p:nvSpPr>
          <p:spPr>
            <a:xfrm>
              <a:off x="1196126" y="1719874"/>
              <a:ext cx="37816" cy="28044"/>
            </a:xfrm>
            <a:custGeom>
              <a:avLst/>
              <a:gdLst/>
              <a:ahLst/>
              <a:cxnLst/>
              <a:rect l="l" t="t" r="r" b="b"/>
              <a:pathLst>
                <a:path w="654" h="485" extrusionOk="0">
                  <a:moveTo>
                    <a:pt x="326" y="0"/>
                  </a:moveTo>
                  <a:cubicBezTo>
                    <a:pt x="271" y="0"/>
                    <a:pt x="216" y="13"/>
                    <a:pt x="172" y="37"/>
                  </a:cubicBezTo>
                  <a:cubicBezTo>
                    <a:pt x="126" y="62"/>
                    <a:pt x="99" y="89"/>
                    <a:pt x="79" y="120"/>
                  </a:cubicBezTo>
                  <a:lnTo>
                    <a:pt x="1" y="296"/>
                  </a:lnTo>
                  <a:cubicBezTo>
                    <a:pt x="2" y="343"/>
                    <a:pt x="33" y="392"/>
                    <a:pt x="98" y="428"/>
                  </a:cubicBezTo>
                  <a:cubicBezTo>
                    <a:pt x="162" y="465"/>
                    <a:pt x="247" y="484"/>
                    <a:pt x="331" y="484"/>
                  </a:cubicBezTo>
                  <a:cubicBezTo>
                    <a:pt x="413" y="484"/>
                    <a:pt x="495" y="466"/>
                    <a:pt x="558" y="429"/>
                  </a:cubicBezTo>
                  <a:cubicBezTo>
                    <a:pt x="622" y="392"/>
                    <a:pt x="653" y="345"/>
                    <a:pt x="653" y="296"/>
                  </a:cubicBezTo>
                  <a:lnTo>
                    <a:pt x="596" y="140"/>
                  </a:lnTo>
                  <a:lnTo>
                    <a:pt x="596" y="139"/>
                  </a:lnTo>
                  <a:cubicBezTo>
                    <a:pt x="579" y="106"/>
                    <a:pt x="527" y="63"/>
                    <a:pt x="481" y="37"/>
                  </a:cubicBezTo>
                  <a:cubicBezTo>
                    <a:pt x="437" y="13"/>
                    <a:pt x="382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2367;p52">
              <a:extLst>
                <a:ext uri="{FF2B5EF4-FFF2-40B4-BE49-F238E27FC236}">
                  <a16:creationId xmlns:a16="http://schemas.microsoft.com/office/drawing/2014/main" id="{60CC4702-0F05-BDCF-64E0-AC99DD07822E}"/>
                </a:ext>
              </a:extLst>
            </p:cNvPr>
            <p:cNvSpPr/>
            <p:nvPr/>
          </p:nvSpPr>
          <p:spPr>
            <a:xfrm>
              <a:off x="1786385" y="2137647"/>
              <a:ext cx="220998" cy="160226"/>
            </a:xfrm>
            <a:custGeom>
              <a:avLst/>
              <a:gdLst/>
              <a:ahLst/>
              <a:cxnLst/>
              <a:rect l="l" t="t" r="r" b="b"/>
              <a:pathLst>
                <a:path w="3822" h="2771" extrusionOk="0">
                  <a:moveTo>
                    <a:pt x="4" y="1560"/>
                  </a:moveTo>
                  <a:lnTo>
                    <a:pt x="4" y="1560"/>
                  </a:lnTo>
                  <a:lnTo>
                    <a:pt x="4" y="451"/>
                  </a:lnTo>
                  <a:lnTo>
                    <a:pt x="539" y="451"/>
                  </a:lnTo>
                  <a:cubicBezTo>
                    <a:pt x="548" y="446"/>
                    <a:pt x="557" y="440"/>
                    <a:pt x="567" y="434"/>
                  </a:cubicBezTo>
                  <a:cubicBezTo>
                    <a:pt x="1314" y="2"/>
                    <a:pt x="2523" y="0"/>
                    <a:pt x="3268" y="429"/>
                  </a:cubicBezTo>
                  <a:cubicBezTo>
                    <a:pt x="3280" y="437"/>
                    <a:pt x="3289" y="445"/>
                    <a:pt x="3301" y="451"/>
                  </a:cubicBezTo>
                  <a:lnTo>
                    <a:pt x="3821" y="451"/>
                  </a:lnTo>
                  <a:lnTo>
                    <a:pt x="3821" y="1560"/>
                  </a:lnTo>
                  <a:lnTo>
                    <a:pt x="3821" y="1560"/>
                  </a:lnTo>
                  <a:cubicBezTo>
                    <a:pt x="3818" y="1840"/>
                    <a:pt x="3631" y="2121"/>
                    <a:pt x="3258" y="2337"/>
                  </a:cubicBezTo>
                  <a:cubicBezTo>
                    <a:pt x="2511" y="2769"/>
                    <a:pt x="1302" y="2771"/>
                    <a:pt x="557" y="2341"/>
                  </a:cubicBezTo>
                  <a:cubicBezTo>
                    <a:pt x="185" y="2126"/>
                    <a:pt x="0" y="1843"/>
                    <a:pt x="4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2368;p52">
              <a:extLst>
                <a:ext uri="{FF2B5EF4-FFF2-40B4-BE49-F238E27FC236}">
                  <a16:creationId xmlns:a16="http://schemas.microsoft.com/office/drawing/2014/main" id="{66FDE5A3-5EAA-645D-1338-FAE603A3F405}"/>
                </a:ext>
              </a:extLst>
            </p:cNvPr>
            <p:cNvSpPr/>
            <p:nvPr/>
          </p:nvSpPr>
          <p:spPr>
            <a:xfrm>
              <a:off x="1846579" y="1934456"/>
              <a:ext cx="92516" cy="219032"/>
            </a:xfrm>
            <a:custGeom>
              <a:avLst/>
              <a:gdLst/>
              <a:ahLst/>
              <a:cxnLst/>
              <a:rect l="l" t="t" r="r" b="b"/>
              <a:pathLst>
                <a:path w="1600" h="3788" extrusionOk="0">
                  <a:moveTo>
                    <a:pt x="801" y="3788"/>
                  </a:moveTo>
                  <a:lnTo>
                    <a:pt x="801" y="3788"/>
                  </a:lnTo>
                  <a:cubicBezTo>
                    <a:pt x="359" y="3788"/>
                    <a:pt x="1" y="3430"/>
                    <a:pt x="1" y="2988"/>
                  </a:cubicBezTo>
                  <a:lnTo>
                    <a:pt x="1" y="799"/>
                  </a:lnTo>
                  <a:cubicBezTo>
                    <a:pt x="1" y="358"/>
                    <a:pt x="359" y="1"/>
                    <a:pt x="801" y="1"/>
                  </a:cubicBezTo>
                  <a:lnTo>
                    <a:pt x="801" y="1"/>
                  </a:lnTo>
                  <a:cubicBezTo>
                    <a:pt x="1242" y="1"/>
                    <a:pt x="1599" y="358"/>
                    <a:pt x="1599" y="799"/>
                  </a:cubicBezTo>
                  <a:lnTo>
                    <a:pt x="1599" y="2988"/>
                  </a:lnTo>
                  <a:cubicBezTo>
                    <a:pt x="1599" y="3430"/>
                    <a:pt x="1242" y="3788"/>
                    <a:pt x="801" y="37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2369;p52">
              <a:extLst>
                <a:ext uri="{FF2B5EF4-FFF2-40B4-BE49-F238E27FC236}">
                  <a16:creationId xmlns:a16="http://schemas.microsoft.com/office/drawing/2014/main" id="{7860FF2F-2BCA-9743-DA09-0307F8AF19AD}"/>
                </a:ext>
              </a:extLst>
            </p:cNvPr>
            <p:cNvSpPr/>
            <p:nvPr/>
          </p:nvSpPr>
          <p:spPr>
            <a:xfrm>
              <a:off x="1775630" y="2093701"/>
              <a:ext cx="242681" cy="140104"/>
            </a:xfrm>
            <a:custGeom>
              <a:avLst/>
              <a:gdLst/>
              <a:ahLst/>
              <a:cxnLst/>
              <a:rect l="l" t="t" r="r" b="b"/>
              <a:pathLst>
                <a:path w="4197" h="2423" extrusionOk="0">
                  <a:moveTo>
                    <a:pt x="753" y="434"/>
                  </a:moveTo>
                  <a:cubicBezTo>
                    <a:pt x="1500" y="2"/>
                    <a:pt x="2709" y="0"/>
                    <a:pt x="3454" y="429"/>
                  </a:cubicBezTo>
                  <a:cubicBezTo>
                    <a:pt x="4197" y="859"/>
                    <a:pt x="4192" y="1557"/>
                    <a:pt x="3444" y="1989"/>
                  </a:cubicBezTo>
                  <a:cubicBezTo>
                    <a:pt x="2697" y="2420"/>
                    <a:pt x="1488" y="2423"/>
                    <a:pt x="743" y="1994"/>
                  </a:cubicBezTo>
                  <a:cubicBezTo>
                    <a:pt x="0" y="1565"/>
                    <a:pt x="3" y="866"/>
                    <a:pt x="753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2370;p52">
              <a:extLst>
                <a:ext uri="{FF2B5EF4-FFF2-40B4-BE49-F238E27FC236}">
                  <a16:creationId xmlns:a16="http://schemas.microsoft.com/office/drawing/2014/main" id="{4573D103-7CB6-8062-659F-6D645BAC4B50}"/>
                </a:ext>
              </a:extLst>
            </p:cNvPr>
            <p:cNvSpPr/>
            <p:nvPr/>
          </p:nvSpPr>
          <p:spPr>
            <a:xfrm>
              <a:off x="1850684" y="2141521"/>
              <a:ext cx="92574" cy="48687"/>
            </a:xfrm>
            <a:custGeom>
              <a:avLst/>
              <a:gdLst/>
              <a:ahLst/>
              <a:cxnLst/>
              <a:rect l="l" t="t" r="r" b="b"/>
              <a:pathLst>
                <a:path w="1601" h="842" extrusionOk="0">
                  <a:moveTo>
                    <a:pt x="804" y="0"/>
                  </a:moveTo>
                  <a:cubicBezTo>
                    <a:pt x="617" y="0"/>
                    <a:pt x="430" y="41"/>
                    <a:pt x="287" y="124"/>
                  </a:cubicBezTo>
                  <a:cubicBezTo>
                    <a:pt x="2" y="289"/>
                    <a:pt x="1" y="555"/>
                    <a:pt x="284" y="719"/>
                  </a:cubicBezTo>
                  <a:cubicBezTo>
                    <a:pt x="424" y="800"/>
                    <a:pt x="610" y="841"/>
                    <a:pt x="795" y="841"/>
                  </a:cubicBezTo>
                  <a:cubicBezTo>
                    <a:pt x="982" y="841"/>
                    <a:pt x="1170" y="800"/>
                    <a:pt x="1313" y="716"/>
                  </a:cubicBezTo>
                  <a:cubicBezTo>
                    <a:pt x="1599" y="552"/>
                    <a:pt x="1600" y="285"/>
                    <a:pt x="1317" y="122"/>
                  </a:cubicBezTo>
                  <a:cubicBezTo>
                    <a:pt x="1175" y="41"/>
                    <a:pt x="990" y="0"/>
                    <a:pt x="804" y="0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2371;p52">
              <a:extLst>
                <a:ext uri="{FF2B5EF4-FFF2-40B4-BE49-F238E27FC236}">
                  <a16:creationId xmlns:a16="http://schemas.microsoft.com/office/drawing/2014/main" id="{C2E01945-08FD-0CB8-DAF4-105C999A7581}"/>
                </a:ext>
              </a:extLst>
            </p:cNvPr>
            <p:cNvSpPr/>
            <p:nvPr/>
          </p:nvSpPr>
          <p:spPr>
            <a:xfrm>
              <a:off x="1885205" y="2156555"/>
              <a:ext cx="313051" cy="175665"/>
            </a:xfrm>
            <a:custGeom>
              <a:avLst/>
              <a:gdLst/>
              <a:ahLst/>
              <a:cxnLst/>
              <a:rect l="l" t="t" r="r" b="b"/>
              <a:pathLst>
                <a:path w="5414" h="3038" extrusionOk="0">
                  <a:moveTo>
                    <a:pt x="248" y="1"/>
                  </a:moveTo>
                  <a:lnTo>
                    <a:pt x="0" y="282"/>
                  </a:lnTo>
                  <a:lnTo>
                    <a:pt x="4901" y="3037"/>
                  </a:lnTo>
                  <a:lnTo>
                    <a:pt x="5323" y="3037"/>
                  </a:lnTo>
                  <a:lnTo>
                    <a:pt x="5413" y="2897"/>
                  </a:lnTo>
                  <a:lnTo>
                    <a:pt x="2608" y="388"/>
                  </a:lnTo>
                  <a:lnTo>
                    <a:pt x="1923" y="92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2372;p52">
              <a:extLst>
                <a:ext uri="{FF2B5EF4-FFF2-40B4-BE49-F238E27FC236}">
                  <a16:creationId xmlns:a16="http://schemas.microsoft.com/office/drawing/2014/main" id="{25F34D39-F00F-8D47-D969-316CFD343275}"/>
                </a:ext>
              </a:extLst>
            </p:cNvPr>
            <p:cNvSpPr/>
            <p:nvPr/>
          </p:nvSpPr>
          <p:spPr>
            <a:xfrm>
              <a:off x="1598518" y="1995922"/>
              <a:ext cx="308714" cy="180695"/>
            </a:xfrm>
            <a:custGeom>
              <a:avLst/>
              <a:gdLst/>
              <a:ahLst/>
              <a:cxnLst/>
              <a:rect l="l" t="t" r="r" b="b"/>
              <a:pathLst>
                <a:path w="5339" h="3125" extrusionOk="0">
                  <a:moveTo>
                    <a:pt x="82" y="1"/>
                  </a:moveTo>
                  <a:lnTo>
                    <a:pt x="1" y="139"/>
                  </a:lnTo>
                  <a:lnTo>
                    <a:pt x="2633" y="2507"/>
                  </a:lnTo>
                  <a:lnTo>
                    <a:pt x="3054" y="2779"/>
                  </a:lnTo>
                  <a:lnTo>
                    <a:pt x="4415" y="2994"/>
                  </a:lnTo>
                  <a:lnTo>
                    <a:pt x="4835" y="3125"/>
                  </a:lnTo>
                  <a:lnTo>
                    <a:pt x="5338" y="2779"/>
                  </a:lnTo>
                  <a:lnTo>
                    <a:pt x="4728" y="2400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2373;p52">
              <a:extLst>
                <a:ext uri="{FF2B5EF4-FFF2-40B4-BE49-F238E27FC236}">
                  <a16:creationId xmlns:a16="http://schemas.microsoft.com/office/drawing/2014/main" id="{AA82EA4C-F211-88C1-36B8-26A6E8B1AD78}"/>
                </a:ext>
              </a:extLst>
            </p:cNvPr>
            <p:cNvSpPr/>
            <p:nvPr/>
          </p:nvSpPr>
          <p:spPr>
            <a:xfrm>
              <a:off x="1881562" y="1958164"/>
              <a:ext cx="280208" cy="223715"/>
            </a:xfrm>
            <a:custGeom>
              <a:avLst/>
              <a:gdLst/>
              <a:ahLst/>
              <a:cxnLst/>
              <a:rect l="l" t="t" r="r" b="b"/>
              <a:pathLst>
                <a:path w="4846" h="3869" extrusionOk="0">
                  <a:moveTo>
                    <a:pt x="4755" y="0"/>
                  </a:moveTo>
                  <a:lnTo>
                    <a:pt x="1319" y="1534"/>
                  </a:lnTo>
                  <a:lnTo>
                    <a:pt x="768" y="2037"/>
                  </a:lnTo>
                  <a:lnTo>
                    <a:pt x="0" y="3529"/>
                  </a:lnTo>
                  <a:lnTo>
                    <a:pt x="154" y="3869"/>
                  </a:lnTo>
                  <a:lnTo>
                    <a:pt x="4673" y="525"/>
                  </a:lnTo>
                  <a:lnTo>
                    <a:pt x="4846" y="14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2374;p52">
              <a:extLst>
                <a:ext uri="{FF2B5EF4-FFF2-40B4-BE49-F238E27FC236}">
                  <a16:creationId xmlns:a16="http://schemas.microsoft.com/office/drawing/2014/main" id="{B06AF769-AA43-0272-50A6-95C09A0BB48E}"/>
                </a:ext>
              </a:extLst>
            </p:cNvPr>
            <p:cNvSpPr/>
            <p:nvPr/>
          </p:nvSpPr>
          <p:spPr>
            <a:xfrm>
              <a:off x="1663106" y="2123307"/>
              <a:ext cx="260317" cy="242161"/>
            </a:xfrm>
            <a:custGeom>
              <a:avLst/>
              <a:gdLst/>
              <a:ahLst/>
              <a:cxnLst/>
              <a:rect l="l" t="t" r="r" b="b"/>
              <a:pathLst>
                <a:path w="4502" h="4188" extrusionOk="0">
                  <a:moveTo>
                    <a:pt x="4338" y="1"/>
                  </a:moveTo>
                  <a:lnTo>
                    <a:pt x="3780" y="454"/>
                  </a:lnTo>
                  <a:lnTo>
                    <a:pt x="116" y="3731"/>
                  </a:lnTo>
                  <a:lnTo>
                    <a:pt x="1" y="4066"/>
                  </a:lnTo>
                  <a:lnTo>
                    <a:pt x="105" y="4188"/>
                  </a:lnTo>
                  <a:lnTo>
                    <a:pt x="3200" y="2469"/>
                  </a:lnTo>
                  <a:lnTo>
                    <a:pt x="3594" y="2160"/>
                  </a:lnTo>
                  <a:lnTo>
                    <a:pt x="4240" y="943"/>
                  </a:lnTo>
                  <a:lnTo>
                    <a:pt x="4501" y="588"/>
                  </a:lnTo>
                  <a:lnTo>
                    <a:pt x="4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2375;p52">
              <a:extLst>
                <a:ext uri="{FF2B5EF4-FFF2-40B4-BE49-F238E27FC236}">
                  <a16:creationId xmlns:a16="http://schemas.microsoft.com/office/drawing/2014/main" id="{C78AA66E-127B-C8DD-7563-EAE44A151B12}"/>
                </a:ext>
              </a:extLst>
            </p:cNvPr>
            <p:cNvSpPr/>
            <p:nvPr/>
          </p:nvSpPr>
          <p:spPr>
            <a:xfrm>
              <a:off x="1863232" y="2145511"/>
              <a:ext cx="67363" cy="38915"/>
            </a:xfrm>
            <a:custGeom>
              <a:avLst/>
              <a:gdLst/>
              <a:ahLst/>
              <a:cxnLst/>
              <a:rect l="l" t="t" r="r" b="b"/>
              <a:pathLst>
                <a:path w="1165" h="673" extrusionOk="0">
                  <a:moveTo>
                    <a:pt x="588" y="1"/>
                  </a:moveTo>
                  <a:cubicBezTo>
                    <a:pt x="438" y="1"/>
                    <a:pt x="288" y="34"/>
                    <a:pt x="173" y="100"/>
                  </a:cubicBezTo>
                  <a:cubicBezTo>
                    <a:pt x="170" y="101"/>
                    <a:pt x="168" y="103"/>
                    <a:pt x="165" y="106"/>
                  </a:cubicBezTo>
                  <a:lnTo>
                    <a:pt x="2" y="106"/>
                  </a:lnTo>
                  <a:lnTo>
                    <a:pt x="2" y="336"/>
                  </a:lnTo>
                  <a:cubicBezTo>
                    <a:pt x="0" y="423"/>
                    <a:pt x="57" y="509"/>
                    <a:pt x="171" y="575"/>
                  </a:cubicBezTo>
                  <a:cubicBezTo>
                    <a:pt x="284" y="640"/>
                    <a:pt x="431" y="672"/>
                    <a:pt x="579" y="672"/>
                  </a:cubicBezTo>
                  <a:cubicBezTo>
                    <a:pt x="729" y="672"/>
                    <a:pt x="879" y="639"/>
                    <a:pt x="994" y="573"/>
                  </a:cubicBezTo>
                  <a:cubicBezTo>
                    <a:pt x="1106" y="507"/>
                    <a:pt x="1163" y="423"/>
                    <a:pt x="1165" y="336"/>
                  </a:cubicBezTo>
                  <a:lnTo>
                    <a:pt x="1165" y="106"/>
                  </a:lnTo>
                  <a:lnTo>
                    <a:pt x="1006" y="106"/>
                  </a:lnTo>
                  <a:cubicBezTo>
                    <a:pt x="1003" y="103"/>
                    <a:pt x="1000" y="101"/>
                    <a:pt x="996" y="98"/>
                  </a:cubicBezTo>
                  <a:cubicBezTo>
                    <a:pt x="883" y="33"/>
                    <a:pt x="736" y="1"/>
                    <a:pt x="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2376;p52">
              <a:extLst>
                <a:ext uri="{FF2B5EF4-FFF2-40B4-BE49-F238E27FC236}">
                  <a16:creationId xmlns:a16="http://schemas.microsoft.com/office/drawing/2014/main" id="{96AC9690-4BF7-4FEC-027A-CFBAAA74478F}"/>
                </a:ext>
              </a:extLst>
            </p:cNvPr>
            <p:cNvSpPr/>
            <p:nvPr/>
          </p:nvSpPr>
          <p:spPr>
            <a:xfrm>
              <a:off x="1859936" y="2132154"/>
              <a:ext cx="73955" cy="38915"/>
            </a:xfrm>
            <a:custGeom>
              <a:avLst/>
              <a:gdLst/>
              <a:ahLst/>
              <a:cxnLst/>
              <a:rect l="l" t="t" r="r" b="b"/>
              <a:pathLst>
                <a:path w="1279" h="673" extrusionOk="0">
                  <a:moveTo>
                    <a:pt x="643" y="0"/>
                  </a:moveTo>
                  <a:cubicBezTo>
                    <a:pt x="494" y="0"/>
                    <a:pt x="344" y="33"/>
                    <a:pt x="230" y="100"/>
                  </a:cubicBezTo>
                  <a:cubicBezTo>
                    <a:pt x="2" y="231"/>
                    <a:pt x="1" y="444"/>
                    <a:pt x="228" y="575"/>
                  </a:cubicBezTo>
                  <a:cubicBezTo>
                    <a:pt x="341" y="640"/>
                    <a:pt x="488" y="672"/>
                    <a:pt x="636" y="672"/>
                  </a:cubicBezTo>
                  <a:cubicBezTo>
                    <a:pt x="785" y="672"/>
                    <a:pt x="935" y="639"/>
                    <a:pt x="1050" y="574"/>
                  </a:cubicBezTo>
                  <a:cubicBezTo>
                    <a:pt x="1279" y="441"/>
                    <a:pt x="1279" y="229"/>
                    <a:pt x="1053" y="98"/>
                  </a:cubicBezTo>
                  <a:cubicBezTo>
                    <a:pt x="940" y="33"/>
                    <a:pt x="792" y="0"/>
                    <a:pt x="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2377;p52">
              <a:extLst>
                <a:ext uri="{FF2B5EF4-FFF2-40B4-BE49-F238E27FC236}">
                  <a16:creationId xmlns:a16="http://schemas.microsoft.com/office/drawing/2014/main" id="{8756AD09-789F-78B5-79C4-0352FF438FF3}"/>
                </a:ext>
              </a:extLst>
            </p:cNvPr>
            <p:cNvSpPr/>
            <p:nvPr/>
          </p:nvSpPr>
          <p:spPr>
            <a:xfrm>
              <a:off x="1878092" y="2133773"/>
              <a:ext cx="37758" cy="28044"/>
            </a:xfrm>
            <a:custGeom>
              <a:avLst/>
              <a:gdLst/>
              <a:ahLst/>
              <a:cxnLst/>
              <a:rect l="l" t="t" r="r" b="b"/>
              <a:pathLst>
                <a:path w="653" h="485" extrusionOk="0">
                  <a:moveTo>
                    <a:pt x="328" y="1"/>
                  </a:moveTo>
                  <a:cubicBezTo>
                    <a:pt x="272" y="1"/>
                    <a:pt x="215" y="13"/>
                    <a:pt x="171" y="38"/>
                  </a:cubicBezTo>
                  <a:cubicBezTo>
                    <a:pt x="127" y="63"/>
                    <a:pt x="74" y="107"/>
                    <a:pt x="57" y="139"/>
                  </a:cubicBezTo>
                  <a:lnTo>
                    <a:pt x="0" y="296"/>
                  </a:lnTo>
                  <a:cubicBezTo>
                    <a:pt x="0" y="344"/>
                    <a:pt x="31" y="393"/>
                    <a:pt x="94" y="429"/>
                  </a:cubicBezTo>
                  <a:cubicBezTo>
                    <a:pt x="158" y="466"/>
                    <a:pt x="241" y="484"/>
                    <a:pt x="325" y="484"/>
                  </a:cubicBezTo>
                  <a:cubicBezTo>
                    <a:pt x="408" y="484"/>
                    <a:pt x="492" y="466"/>
                    <a:pt x="556" y="429"/>
                  </a:cubicBezTo>
                  <a:cubicBezTo>
                    <a:pt x="619" y="392"/>
                    <a:pt x="651" y="344"/>
                    <a:pt x="653" y="296"/>
                  </a:cubicBezTo>
                  <a:lnTo>
                    <a:pt x="653" y="295"/>
                  </a:lnTo>
                  <a:lnTo>
                    <a:pt x="574" y="121"/>
                  </a:lnTo>
                  <a:cubicBezTo>
                    <a:pt x="554" y="90"/>
                    <a:pt x="526" y="63"/>
                    <a:pt x="482" y="36"/>
                  </a:cubicBezTo>
                  <a:cubicBezTo>
                    <a:pt x="438" y="13"/>
                    <a:pt x="383" y="1"/>
                    <a:pt x="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2378;p52">
              <a:extLst>
                <a:ext uri="{FF2B5EF4-FFF2-40B4-BE49-F238E27FC236}">
                  <a16:creationId xmlns:a16="http://schemas.microsoft.com/office/drawing/2014/main" id="{43370E40-A48F-9F71-D54F-3EC4A015249E}"/>
                </a:ext>
              </a:extLst>
            </p:cNvPr>
            <p:cNvSpPr/>
            <p:nvPr/>
          </p:nvSpPr>
          <p:spPr>
            <a:xfrm>
              <a:off x="1786385" y="1314361"/>
              <a:ext cx="220998" cy="160226"/>
            </a:xfrm>
            <a:custGeom>
              <a:avLst/>
              <a:gdLst/>
              <a:ahLst/>
              <a:cxnLst/>
              <a:rect l="l" t="t" r="r" b="b"/>
              <a:pathLst>
                <a:path w="3822" h="2771" extrusionOk="0">
                  <a:moveTo>
                    <a:pt x="4" y="1560"/>
                  </a:moveTo>
                  <a:lnTo>
                    <a:pt x="4" y="1560"/>
                  </a:lnTo>
                  <a:lnTo>
                    <a:pt x="4" y="451"/>
                  </a:lnTo>
                  <a:lnTo>
                    <a:pt x="539" y="451"/>
                  </a:lnTo>
                  <a:cubicBezTo>
                    <a:pt x="548" y="447"/>
                    <a:pt x="557" y="441"/>
                    <a:pt x="567" y="434"/>
                  </a:cubicBezTo>
                  <a:cubicBezTo>
                    <a:pt x="1314" y="2"/>
                    <a:pt x="2523" y="1"/>
                    <a:pt x="3268" y="430"/>
                  </a:cubicBezTo>
                  <a:cubicBezTo>
                    <a:pt x="3280" y="436"/>
                    <a:pt x="3289" y="444"/>
                    <a:pt x="3301" y="451"/>
                  </a:cubicBezTo>
                  <a:lnTo>
                    <a:pt x="3821" y="451"/>
                  </a:lnTo>
                  <a:lnTo>
                    <a:pt x="3821" y="1560"/>
                  </a:lnTo>
                  <a:lnTo>
                    <a:pt x="3821" y="1560"/>
                  </a:lnTo>
                  <a:cubicBezTo>
                    <a:pt x="3818" y="1840"/>
                    <a:pt x="3631" y="2122"/>
                    <a:pt x="3258" y="2337"/>
                  </a:cubicBezTo>
                  <a:cubicBezTo>
                    <a:pt x="2511" y="2769"/>
                    <a:pt x="1302" y="2771"/>
                    <a:pt x="557" y="2342"/>
                  </a:cubicBezTo>
                  <a:cubicBezTo>
                    <a:pt x="185" y="2126"/>
                    <a:pt x="0" y="1843"/>
                    <a:pt x="4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2379;p52">
              <a:extLst>
                <a:ext uri="{FF2B5EF4-FFF2-40B4-BE49-F238E27FC236}">
                  <a16:creationId xmlns:a16="http://schemas.microsoft.com/office/drawing/2014/main" id="{111C453B-FEFF-00FC-7C72-F2335D7373E8}"/>
                </a:ext>
              </a:extLst>
            </p:cNvPr>
            <p:cNvSpPr/>
            <p:nvPr/>
          </p:nvSpPr>
          <p:spPr>
            <a:xfrm>
              <a:off x="1846579" y="1421102"/>
              <a:ext cx="92516" cy="219032"/>
            </a:xfrm>
            <a:custGeom>
              <a:avLst/>
              <a:gdLst/>
              <a:ahLst/>
              <a:cxnLst/>
              <a:rect l="l" t="t" r="r" b="b"/>
              <a:pathLst>
                <a:path w="1600" h="3788" extrusionOk="0">
                  <a:moveTo>
                    <a:pt x="801" y="3787"/>
                  </a:moveTo>
                  <a:lnTo>
                    <a:pt x="801" y="3787"/>
                  </a:lnTo>
                  <a:cubicBezTo>
                    <a:pt x="359" y="3787"/>
                    <a:pt x="1" y="3429"/>
                    <a:pt x="1" y="2988"/>
                  </a:cubicBezTo>
                  <a:lnTo>
                    <a:pt x="1" y="799"/>
                  </a:lnTo>
                  <a:cubicBezTo>
                    <a:pt x="1" y="357"/>
                    <a:pt x="359" y="0"/>
                    <a:pt x="801" y="0"/>
                  </a:cubicBezTo>
                  <a:lnTo>
                    <a:pt x="801" y="0"/>
                  </a:lnTo>
                  <a:cubicBezTo>
                    <a:pt x="1242" y="0"/>
                    <a:pt x="1599" y="357"/>
                    <a:pt x="1599" y="799"/>
                  </a:cubicBezTo>
                  <a:lnTo>
                    <a:pt x="1599" y="2988"/>
                  </a:lnTo>
                  <a:cubicBezTo>
                    <a:pt x="1599" y="3429"/>
                    <a:pt x="1242" y="3787"/>
                    <a:pt x="801" y="37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2380;p52">
              <a:extLst>
                <a:ext uri="{FF2B5EF4-FFF2-40B4-BE49-F238E27FC236}">
                  <a16:creationId xmlns:a16="http://schemas.microsoft.com/office/drawing/2014/main" id="{ED8A28DB-2713-9080-6B8E-A6FE5FBDD670}"/>
                </a:ext>
              </a:extLst>
            </p:cNvPr>
            <p:cNvSpPr/>
            <p:nvPr/>
          </p:nvSpPr>
          <p:spPr>
            <a:xfrm>
              <a:off x="1775630" y="1270415"/>
              <a:ext cx="242681" cy="140162"/>
            </a:xfrm>
            <a:custGeom>
              <a:avLst/>
              <a:gdLst/>
              <a:ahLst/>
              <a:cxnLst/>
              <a:rect l="l" t="t" r="r" b="b"/>
              <a:pathLst>
                <a:path w="4197" h="2424" extrusionOk="0">
                  <a:moveTo>
                    <a:pt x="753" y="434"/>
                  </a:moveTo>
                  <a:cubicBezTo>
                    <a:pt x="1500" y="2"/>
                    <a:pt x="2709" y="1"/>
                    <a:pt x="3454" y="430"/>
                  </a:cubicBezTo>
                  <a:cubicBezTo>
                    <a:pt x="4197" y="859"/>
                    <a:pt x="4192" y="1557"/>
                    <a:pt x="3444" y="1988"/>
                  </a:cubicBezTo>
                  <a:cubicBezTo>
                    <a:pt x="2697" y="2420"/>
                    <a:pt x="1488" y="2423"/>
                    <a:pt x="743" y="1994"/>
                  </a:cubicBezTo>
                  <a:cubicBezTo>
                    <a:pt x="0" y="1565"/>
                    <a:pt x="3" y="867"/>
                    <a:pt x="753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2381;p52">
              <a:extLst>
                <a:ext uri="{FF2B5EF4-FFF2-40B4-BE49-F238E27FC236}">
                  <a16:creationId xmlns:a16="http://schemas.microsoft.com/office/drawing/2014/main" id="{80218F2D-C613-55FB-ADBB-B9222D04DA6C}"/>
                </a:ext>
              </a:extLst>
            </p:cNvPr>
            <p:cNvSpPr/>
            <p:nvPr/>
          </p:nvSpPr>
          <p:spPr>
            <a:xfrm>
              <a:off x="1850684" y="1318235"/>
              <a:ext cx="92574" cy="48629"/>
            </a:xfrm>
            <a:custGeom>
              <a:avLst/>
              <a:gdLst/>
              <a:ahLst/>
              <a:cxnLst/>
              <a:rect l="l" t="t" r="r" b="b"/>
              <a:pathLst>
                <a:path w="1601" h="841" extrusionOk="0">
                  <a:moveTo>
                    <a:pt x="805" y="0"/>
                  </a:moveTo>
                  <a:cubicBezTo>
                    <a:pt x="618" y="0"/>
                    <a:pt x="430" y="42"/>
                    <a:pt x="287" y="124"/>
                  </a:cubicBezTo>
                  <a:cubicBezTo>
                    <a:pt x="2" y="289"/>
                    <a:pt x="1" y="555"/>
                    <a:pt x="284" y="718"/>
                  </a:cubicBezTo>
                  <a:cubicBezTo>
                    <a:pt x="424" y="800"/>
                    <a:pt x="610" y="841"/>
                    <a:pt x="795" y="841"/>
                  </a:cubicBezTo>
                  <a:cubicBezTo>
                    <a:pt x="982" y="841"/>
                    <a:pt x="1170" y="799"/>
                    <a:pt x="1313" y="717"/>
                  </a:cubicBezTo>
                  <a:cubicBezTo>
                    <a:pt x="1599" y="552"/>
                    <a:pt x="1600" y="286"/>
                    <a:pt x="1317" y="123"/>
                  </a:cubicBezTo>
                  <a:cubicBezTo>
                    <a:pt x="1176" y="41"/>
                    <a:pt x="991" y="0"/>
                    <a:pt x="805" y="0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2382;p52">
              <a:extLst>
                <a:ext uri="{FF2B5EF4-FFF2-40B4-BE49-F238E27FC236}">
                  <a16:creationId xmlns:a16="http://schemas.microsoft.com/office/drawing/2014/main" id="{35C2391E-2FF9-2F47-568C-CABE72B3EA57}"/>
                </a:ext>
              </a:extLst>
            </p:cNvPr>
            <p:cNvSpPr/>
            <p:nvPr/>
          </p:nvSpPr>
          <p:spPr>
            <a:xfrm>
              <a:off x="1885205" y="1333327"/>
              <a:ext cx="313051" cy="175607"/>
            </a:xfrm>
            <a:custGeom>
              <a:avLst/>
              <a:gdLst/>
              <a:ahLst/>
              <a:cxnLst/>
              <a:rect l="l" t="t" r="r" b="b"/>
              <a:pathLst>
                <a:path w="5414" h="3037" extrusionOk="0">
                  <a:moveTo>
                    <a:pt x="248" y="0"/>
                  </a:moveTo>
                  <a:lnTo>
                    <a:pt x="0" y="280"/>
                  </a:lnTo>
                  <a:lnTo>
                    <a:pt x="4901" y="3037"/>
                  </a:lnTo>
                  <a:lnTo>
                    <a:pt x="5323" y="3037"/>
                  </a:lnTo>
                  <a:lnTo>
                    <a:pt x="5413" y="2895"/>
                  </a:lnTo>
                  <a:lnTo>
                    <a:pt x="2608" y="388"/>
                  </a:lnTo>
                  <a:lnTo>
                    <a:pt x="1923" y="91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2383;p52">
              <a:extLst>
                <a:ext uri="{FF2B5EF4-FFF2-40B4-BE49-F238E27FC236}">
                  <a16:creationId xmlns:a16="http://schemas.microsoft.com/office/drawing/2014/main" id="{C413184B-038D-0AD3-5096-8BF145E52CD4}"/>
                </a:ext>
              </a:extLst>
            </p:cNvPr>
            <p:cNvSpPr/>
            <p:nvPr/>
          </p:nvSpPr>
          <p:spPr>
            <a:xfrm>
              <a:off x="1598518" y="1172694"/>
              <a:ext cx="308714" cy="180695"/>
            </a:xfrm>
            <a:custGeom>
              <a:avLst/>
              <a:gdLst/>
              <a:ahLst/>
              <a:cxnLst/>
              <a:rect l="l" t="t" r="r" b="b"/>
              <a:pathLst>
                <a:path w="5339" h="3125" extrusionOk="0">
                  <a:moveTo>
                    <a:pt x="82" y="0"/>
                  </a:moveTo>
                  <a:lnTo>
                    <a:pt x="1" y="139"/>
                  </a:lnTo>
                  <a:lnTo>
                    <a:pt x="2633" y="2506"/>
                  </a:lnTo>
                  <a:lnTo>
                    <a:pt x="3054" y="2778"/>
                  </a:lnTo>
                  <a:lnTo>
                    <a:pt x="4415" y="2992"/>
                  </a:lnTo>
                  <a:lnTo>
                    <a:pt x="4835" y="3124"/>
                  </a:lnTo>
                  <a:lnTo>
                    <a:pt x="5338" y="2778"/>
                  </a:lnTo>
                  <a:lnTo>
                    <a:pt x="4728" y="2398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2384;p52">
              <a:extLst>
                <a:ext uri="{FF2B5EF4-FFF2-40B4-BE49-F238E27FC236}">
                  <a16:creationId xmlns:a16="http://schemas.microsoft.com/office/drawing/2014/main" id="{C49EC127-8A36-1501-EEB0-FFA32502A02C}"/>
                </a:ext>
              </a:extLst>
            </p:cNvPr>
            <p:cNvSpPr/>
            <p:nvPr/>
          </p:nvSpPr>
          <p:spPr>
            <a:xfrm>
              <a:off x="1881562" y="1134878"/>
              <a:ext cx="280208" cy="223773"/>
            </a:xfrm>
            <a:custGeom>
              <a:avLst/>
              <a:gdLst/>
              <a:ahLst/>
              <a:cxnLst/>
              <a:rect l="l" t="t" r="r" b="b"/>
              <a:pathLst>
                <a:path w="4846" h="3870" extrusionOk="0">
                  <a:moveTo>
                    <a:pt x="4755" y="0"/>
                  </a:moveTo>
                  <a:lnTo>
                    <a:pt x="1319" y="1534"/>
                  </a:lnTo>
                  <a:lnTo>
                    <a:pt x="768" y="2037"/>
                  </a:lnTo>
                  <a:lnTo>
                    <a:pt x="0" y="3528"/>
                  </a:lnTo>
                  <a:lnTo>
                    <a:pt x="154" y="3869"/>
                  </a:lnTo>
                  <a:lnTo>
                    <a:pt x="4673" y="525"/>
                  </a:lnTo>
                  <a:lnTo>
                    <a:pt x="4846" y="14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2385;p52">
              <a:extLst>
                <a:ext uri="{FF2B5EF4-FFF2-40B4-BE49-F238E27FC236}">
                  <a16:creationId xmlns:a16="http://schemas.microsoft.com/office/drawing/2014/main" id="{8B7E3F03-434D-C138-5D3A-B326F2849012}"/>
                </a:ext>
              </a:extLst>
            </p:cNvPr>
            <p:cNvSpPr/>
            <p:nvPr/>
          </p:nvSpPr>
          <p:spPr>
            <a:xfrm>
              <a:off x="1663106" y="1300021"/>
              <a:ext cx="260317" cy="242161"/>
            </a:xfrm>
            <a:custGeom>
              <a:avLst/>
              <a:gdLst/>
              <a:ahLst/>
              <a:cxnLst/>
              <a:rect l="l" t="t" r="r" b="b"/>
              <a:pathLst>
                <a:path w="4502" h="4188" extrusionOk="0">
                  <a:moveTo>
                    <a:pt x="4338" y="1"/>
                  </a:moveTo>
                  <a:lnTo>
                    <a:pt x="3780" y="455"/>
                  </a:lnTo>
                  <a:lnTo>
                    <a:pt x="116" y="3731"/>
                  </a:lnTo>
                  <a:lnTo>
                    <a:pt x="1" y="4066"/>
                  </a:lnTo>
                  <a:lnTo>
                    <a:pt x="105" y="4188"/>
                  </a:lnTo>
                  <a:lnTo>
                    <a:pt x="3200" y="2470"/>
                  </a:lnTo>
                  <a:lnTo>
                    <a:pt x="3594" y="2161"/>
                  </a:lnTo>
                  <a:lnTo>
                    <a:pt x="4240" y="944"/>
                  </a:lnTo>
                  <a:lnTo>
                    <a:pt x="4501" y="589"/>
                  </a:lnTo>
                  <a:lnTo>
                    <a:pt x="4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2386;p52">
              <a:extLst>
                <a:ext uri="{FF2B5EF4-FFF2-40B4-BE49-F238E27FC236}">
                  <a16:creationId xmlns:a16="http://schemas.microsoft.com/office/drawing/2014/main" id="{A01B4C93-7898-414A-7C00-1EAD590E2AEF}"/>
                </a:ext>
              </a:extLst>
            </p:cNvPr>
            <p:cNvSpPr/>
            <p:nvPr/>
          </p:nvSpPr>
          <p:spPr>
            <a:xfrm>
              <a:off x="1863232" y="1322282"/>
              <a:ext cx="67363" cy="38857"/>
            </a:xfrm>
            <a:custGeom>
              <a:avLst/>
              <a:gdLst/>
              <a:ahLst/>
              <a:cxnLst/>
              <a:rect l="l" t="t" r="r" b="b"/>
              <a:pathLst>
                <a:path w="1165" h="672" extrusionOk="0">
                  <a:moveTo>
                    <a:pt x="588" y="0"/>
                  </a:moveTo>
                  <a:cubicBezTo>
                    <a:pt x="438" y="0"/>
                    <a:pt x="288" y="33"/>
                    <a:pt x="173" y="99"/>
                  </a:cubicBezTo>
                  <a:cubicBezTo>
                    <a:pt x="170" y="100"/>
                    <a:pt x="168" y="102"/>
                    <a:pt x="165" y="104"/>
                  </a:cubicBezTo>
                  <a:lnTo>
                    <a:pt x="2" y="104"/>
                  </a:lnTo>
                  <a:lnTo>
                    <a:pt x="2" y="336"/>
                  </a:lnTo>
                  <a:cubicBezTo>
                    <a:pt x="0" y="422"/>
                    <a:pt x="57" y="508"/>
                    <a:pt x="171" y="574"/>
                  </a:cubicBezTo>
                  <a:cubicBezTo>
                    <a:pt x="284" y="639"/>
                    <a:pt x="431" y="672"/>
                    <a:pt x="579" y="672"/>
                  </a:cubicBezTo>
                  <a:cubicBezTo>
                    <a:pt x="729" y="672"/>
                    <a:pt x="879" y="638"/>
                    <a:pt x="994" y="573"/>
                  </a:cubicBezTo>
                  <a:cubicBezTo>
                    <a:pt x="1106" y="507"/>
                    <a:pt x="1163" y="422"/>
                    <a:pt x="1165" y="336"/>
                  </a:cubicBezTo>
                  <a:lnTo>
                    <a:pt x="1165" y="104"/>
                  </a:lnTo>
                  <a:lnTo>
                    <a:pt x="1006" y="104"/>
                  </a:lnTo>
                  <a:cubicBezTo>
                    <a:pt x="1003" y="102"/>
                    <a:pt x="1000" y="99"/>
                    <a:pt x="996" y="97"/>
                  </a:cubicBezTo>
                  <a:cubicBezTo>
                    <a:pt x="883" y="32"/>
                    <a:pt x="736" y="0"/>
                    <a:pt x="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2387;p52">
              <a:extLst>
                <a:ext uri="{FF2B5EF4-FFF2-40B4-BE49-F238E27FC236}">
                  <a16:creationId xmlns:a16="http://schemas.microsoft.com/office/drawing/2014/main" id="{4B4F9104-E788-6342-4C1D-562324A84A5B}"/>
                </a:ext>
              </a:extLst>
            </p:cNvPr>
            <p:cNvSpPr/>
            <p:nvPr/>
          </p:nvSpPr>
          <p:spPr>
            <a:xfrm>
              <a:off x="1859936" y="1308867"/>
              <a:ext cx="73955" cy="38857"/>
            </a:xfrm>
            <a:custGeom>
              <a:avLst/>
              <a:gdLst/>
              <a:ahLst/>
              <a:cxnLst/>
              <a:rect l="l" t="t" r="r" b="b"/>
              <a:pathLst>
                <a:path w="1279" h="672" extrusionOk="0">
                  <a:moveTo>
                    <a:pt x="643" y="1"/>
                  </a:moveTo>
                  <a:cubicBezTo>
                    <a:pt x="494" y="1"/>
                    <a:pt x="344" y="34"/>
                    <a:pt x="230" y="100"/>
                  </a:cubicBezTo>
                  <a:cubicBezTo>
                    <a:pt x="2" y="231"/>
                    <a:pt x="1" y="443"/>
                    <a:pt x="228" y="574"/>
                  </a:cubicBezTo>
                  <a:cubicBezTo>
                    <a:pt x="341" y="639"/>
                    <a:pt x="489" y="672"/>
                    <a:pt x="637" y="672"/>
                  </a:cubicBezTo>
                  <a:cubicBezTo>
                    <a:pt x="786" y="672"/>
                    <a:pt x="935" y="639"/>
                    <a:pt x="1050" y="572"/>
                  </a:cubicBezTo>
                  <a:cubicBezTo>
                    <a:pt x="1279" y="442"/>
                    <a:pt x="1279" y="229"/>
                    <a:pt x="1053" y="99"/>
                  </a:cubicBezTo>
                  <a:cubicBezTo>
                    <a:pt x="940" y="33"/>
                    <a:pt x="792" y="1"/>
                    <a:pt x="6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2388;p52">
              <a:extLst>
                <a:ext uri="{FF2B5EF4-FFF2-40B4-BE49-F238E27FC236}">
                  <a16:creationId xmlns:a16="http://schemas.microsoft.com/office/drawing/2014/main" id="{38322BD9-BCCC-1CDF-43A4-CC92C5940F79}"/>
                </a:ext>
              </a:extLst>
            </p:cNvPr>
            <p:cNvSpPr/>
            <p:nvPr/>
          </p:nvSpPr>
          <p:spPr>
            <a:xfrm>
              <a:off x="1878092" y="1310486"/>
              <a:ext cx="37758" cy="28044"/>
            </a:xfrm>
            <a:custGeom>
              <a:avLst/>
              <a:gdLst/>
              <a:ahLst/>
              <a:cxnLst/>
              <a:rect l="l" t="t" r="r" b="b"/>
              <a:pathLst>
                <a:path w="653" h="485" extrusionOk="0">
                  <a:moveTo>
                    <a:pt x="329" y="1"/>
                  </a:moveTo>
                  <a:cubicBezTo>
                    <a:pt x="272" y="1"/>
                    <a:pt x="216" y="13"/>
                    <a:pt x="171" y="38"/>
                  </a:cubicBezTo>
                  <a:cubicBezTo>
                    <a:pt x="127" y="63"/>
                    <a:pt x="74" y="108"/>
                    <a:pt x="57" y="140"/>
                  </a:cubicBezTo>
                  <a:lnTo>
                    <a:pt x="0" y="297"/>
                  </a:lnTo>
                  <a:cubicBezTo>
                    <a:pt x="0" y="344"/>
                    <a:pt x="31" y="392"/>
                    <a:pt x="94" y="429"/>
                  </a:cubicBezTo>
                  <a:cubicBezTo>
                    <a:pt x="158" y="466"/>
                    <a:pt x="241" y="484"/>
                    <a:pt x="325" y="484"/>
                  </a:cubicBezTo>
                  <a:cubicBezTo>
                    <a:pt x="408" y="484"/>
                    <a:pt x="492" y="466"/>
                    <a:pt x="556" y="429"/>
                  </a:cubicBezTo>
                  <a:cubicBezTo>
                    <a:pt x="619" y="392"/>
                    <a:pt x="651" y="344"/>
                    <a:pt x="653" y="297"/>
                  </a:cubicBezTo>
                  <a:lnTo>
                    <a:pt x="653" y="295"/>
                  </a:lnTo>
                  <a:lnTo>
                    <a:pt x="574" y="121"/>
                  </a:lnTo>
                  <a:cubicBezTo>
                    <a:pt x="554" y="91"/>
                    <a:pt x="526" y="63"/>
                    <a:pt x="482" y="37"/>
                  </a:cubicBezTo>
                  <a:cubicBezTo>
                    <a:pt x="439" y="13"/>
                    <a:pt x="384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2389;p52">
              <a:extLst>
                <a:ext uri="{FF2B5EF4-FFF2-40B4-BE49-F238E27FC236}">
                  <a16:creationId xmlns:a16="http://schemas.microsoft.com/office/drawing/2014/main" id="{00302404-7FEB-4013-7A0D-8209AA7DDAEE}"/>
                </a:ext>
              </a:extLst>
            </p:cNvPr>
            <p:cNvSpPr/>
            <p:nvPr/>
          </p:nvSpPr>
          <p:spPr>
            <a:xfrm>
              <a:off x="660857" y="991303"/>
              <a:ext cx="2504639" cy="1486038"/>
            </a:xfrm>
            <a:custGeom>
              <a:avLst/>
              <a:gdLst/>
              <a:ahLst/>
              <a:cxnLst/>
              <a:rect l="l" t="t" r="r" b="b"/>
              <a:pathLst>
                <a:path w="43316" h="25700" extrusionOk="0">
                  <a:moveTo>
                    <a:pt x="40254" y="9101"/>
                  </a:moveTo>
                  <a:cubicBezTo>
                    <a:pt x="39482" y="8656"/>
                    <a:pt x="38608" y="8304"/>
                    <a:pt x="37678" y="8047"/>
                  </a:cubicBezTo>
                  <a:cubicBezTo>
                    <a:pt x="34294" y="7113"/>
                    <a:pt x="31577" y="5545"/>
                    <a:pt x="29959" y="3591"/>
                  </a:cubicBezTo>
                  <a:cubicBezTo>
                    <a:pt x="29515" y="3054"/>
                    <a:pt x="28905" y="2550"/>
                    <a:pt x="28133" y="2104"/>
                  </a:cubicBezTo>
                  <a:cubicBezTo>
                    <a:pt x="24508" y="10"/>
                    <a:pt x="18635" y="1"/>
                    <a:pt x="15032" y="2080"/>
                  </a:cubicBezTo>
                  <a:cubicBezTo>
                    <a:pt x="14265" y="2523"/>
                    <a:pt x="13662" y="3025"/>
                    <a:pt x="13222" y="3560"/>
                  </a:cubicBezTo>
                  <a:cubicBezTo>
                    <a:pt x="11627" y="5509"/>
                    <a:pt x="8926" y="7067"/>
                    <a:pt x="5552" y="7989"/>
                  </a:cubicBezTo>
                  <a:cubicBezTo>
                    <a:pt x="4625" y="8243"/>
                    <a:pt x="3754" y="8592"/>
                    <a:pt x="2988" y="9035"/>
                  </a:cubicBezTo>
                  <a:cubicBezTo>
                    <a:pt x="867" y="10259"/>
                    <a:pt x="1" y="11939"/>
                    <a:pt x="387" y="13540"/>
                  </a:cubicBezTo>
                  <a:cubicBezTo>
                    <a:pt x="658" y="14658"/>
                    <a:pt x="1538" y="15738"/>
                    <a:pt x="3028" y="16598"/>
                  </a:cubicBezTo>
                  <a:cubicBezTo>
                    <a:pt x="3800" y="17044"/>
                    <a:pt x="4674" y="17395"/>
                    <a:pt x="5605" y="17653"/>
                  </a:cubicBezTo>
                  <a:cubicBezTo>
                    <a:pt x="7377" y="18141"/>
                    <a:pt x="8967" y="18805"/>
                    <a:pt x="10312" y="19607"/>
                  </a:cubicBezTo>
                  <a:cubicBezTo>
                    <a:pt x="10710" y="19845"/>
                    <a:pt x="11088" y="20096"/>
                    <a:pt x="11444" y="20357"/>
                  </a:cubicBezTo>
                  <a:cubicBezTo>
                    <a:pt x="12173" y="20896"/>
                    <a:pt x="12805" y="21482"/>
                    <a:pt x="13323" y="22108"/>
                  </a:cubicBezTo>
                  <a:cubicBezTo>
                    <a:pt x="13720" y="22588"/>
                    <a:pt x="14246" y="23040"/>
                    <a:pt x="14903" y="23449"/>
                  </a:cubicBezTo>
                  <a:cubicBezTo>
                    <a:pt x="14983" y="23498"/>
                    <a:pt x="15065" y="23548"/>
                    <a:pt x="15149" y="23595"/>
                  </a:cubicBezTo>
                  <a:cubicBezTo>
                    <a:pt x="18773" y="25689"/>
                    <a:pt x="24648" y="25700"/>
                    <a:pt x="28250" y="23620"/>
                  </a:cubicBezTo>
                  <a:cubicBezTo>
                    <a:pt x="28319" y="23580"/>
                    <a:pt x="28389" y="23538"/>
                    <a:pt x="28455" y="23497"/>
                  </a:cubicBezTo>
                  <a:cubicBezTo>
                    <a:pt x="29125" y="23085"/>
                    <a:pt x="29661" y="22626"/>
                    <a:pt x="30061" y="22139"/>
                  </a:cubicBezTo>
                  <a:cubicBezTo>
                    <a:pt x="30573" y="21514"/>
                    <a:pt x="31197" y="20930"/>
                    <a:pt x="31922" y="20393"/>
                  </a:cubicBezTo>
                  <a:cubicBezTo>
                    <a:pt x="32271" y="20136"/>
                    <a:pt x="32642" y="19890"/>
                    <a:pt x="33034" y="19654"/>
                  </a:cubicBezTo>
                  <a:cubicBezTo>
                    <a:pt x="34372" y="18855"/>
                    <a:pt x="35958" y="18195"/>
                    <a:pt x="37730" y="17710"/>
                  </a:cubicBezTo>
                  <a:cubicBezTo>
                    <a:pt x="38658" y="17456"/>
                    <a:pt x="39527" y="17109"/>
                    <a:pt x="40294" y="16666"/>
                  </a:cubicBezTo>
                  <a:cubicBezTo>
                    <a:pt x="41723" y="15841"/>
                    <a:pt x="42583" y="14809"/>
                    <a:pt x="42874" y="13735"/>
                  </a:cubicBezTo>
                  <a:cubicBezTo>
                    <a:pt x="43315" y="12100"/>
                    <a:pt x="42442" y="10365"/>
                    <a:pt x="40254" y="9102"/>
                  </a:cubicBezTo>
                  <a:close/>
                  <a:moveTo>
                    <a:pt x="30724" y="7529"/>
                  </a:moveTo>
                  <a:cubicBezTo>
                    <a:pt x="30742" y="7518"/>
                    <a:pt x="30762" y="7506"/>
                    <a:pt x="30782" y="7493"/>
                  </a:cubicBezTo>
                  <a:cubicBezTo>
                    <a:pt x="31279" y="7207"/>
                    <a:pt x="32093" y="7209"/>
                    <a:pt x="32594" y="7498"/>
                  </a:cubicBezTo>
                  <a:cubicBezTo>
                    <a:pt x="32617" y="7510"/>
                    <a:pt x="32637" y="7523"/>
                    <a:pt x="32657" y="7536"/>
                  </a:cubicBezTo>
                  <a:cubicBezTo>
                    <a:pt x="32639" y="7549"/>
                    <a:pt x="32620" y="7561"/>
                    <a:pt x="32600" y="7572"/>
                  </a:cubicBezTo>
                  <a:cubicBezTo>
                    <a:pt x="32102" y="7860"/>
                    <a:pt x="31288" y="7858"/>
                    <a:pt x="30788" y="7569"/>
                  </a:cubicBezTo>
                  <a:cubicBezTo>
                    <a:pt x="30765" y="7556"/>
                    <a:pt x="30745" y="7544"/>
                    <a:pt x="30724" y="7529"/>
                  </a:cubicBezTo>
                  <a:close/>
                  <a:moveTo>
                    <a:pt x="26892" y="2820"/>
                  </a:moveTo>
                  <a:cubicBezTo>
                    <a:pt x="28761" y="3900"/>
                    <a:pt x="29445" y="5408"/>
                    <a:pt x="28942" y="6795"/>
                  </a:cubicBezTo>
                  <a:cubicBezTo>
                    <a:pt x="28655" y="7584"/>
                    <a:pt x="27983" y="8335"/>
                    <a:pt x="26924" y="8945"/>
                  </a:cubicBezTo>
                  <a:cubicBezTo>
                    <a:pt x="24009" y="10630"/>
                    <a:pt x="19249" y="10621"/>
                    <a:pt x="16315" y="8927"/>
                  </a:cubicBezTo>
                  <a:cubicBezTo>
                    <a:pt x="15238" y="8306"/>
                    <a:pt x="14556" y="7541"/>
                    <a:pt x="14265" y="6741"/>
                  </a:cubicBezTo>
                  <a:cubicBezTo>
                    <a:pt x="13765" y="5360"/>
                    <a:pt x="14436" y="3868"/>
                    <a:pt x="16281" y="2802"/>
                  </a:cubicBezTo>
                  <a:cubicBezTo>
                    <a:pt x="19198" y="1118"/>
                    <a:pt x="23957" y="1127"/>
                    <a:pt x="26892" y="2820"/>
                  </a:cubicBezTo>
                  <a:close/>
                  <a:moveTo>
                    <a:pt x="10562" y="7493"/>
                  </a:moveTo>
                  <a:cubicBezTo>
                    <a:pt x="10581" y="7481"/>
                    <a:pt x="10599" y="7469"/>
                    <a:pt x="10619" y="7458"/>
                  </a:cubicBezTo>
                  <a:cubicBezTo>
                    <a:pt x="11118" y="7170"/>
                    <a:pt x="11931" y="7172"/>
                    <a:pt x="12433" y="7461"/>
                  </a:cubicBezTo>
                  <a:cubicBezTo>
                    <a:pt x="12454" y="7473"/>
                    <a:pt x="12476" y="7486"/>
                    <a:pt x="12494" y="7501"/>
                  </a:cubicBezTo>
                  <a:cubicBezTo>
                    <a:pt x="12476" y="7512"/>
                    <a:pt x="12457" y="7524"/>
                    <a:pt x="12437" y="7536"/>
                  </a:cubicBezTo>
                  <a:cubicBezTo>
                    <a:pt x="11939" y="7824"/>
                    <a:pt x="11127" y="7823"/>
                    <a:pt x="10625" y="7533"/>
                  </a:cubicBezTo>
                  <a:cubicBezTo>
                    <a:pt x="10604" y="7520"/>
                    <a:pt x="10582" y="7507"/>
                    <a:pt x="10562" y="7493"/>
                  </a:cubicBezTo>
                  <a:close/>
                  <a:moveTo>
                    <a:pt x="4237" y="9756"/>
                  </a:moveTo>
                  <a:cubicBezTo>
                    <a:pt x="5997" y="8739"/>
                    <a:pt x="8429" y="8339"/>
                    <a:pt x="10724" y="8555"/>
                  </a:cubicBezTo>
                  <a:lnTo>
                    <a:pt x="10725" y="8555"/>
                  </a:lnTo>
                  <a:cubicBezTo>
                    <a:pt x="11091" y="8590"/>
                    <a:pt x="11453" y="8639"/>
                    <a:pt x="11810" y="8706"/>
                  </a:cubicBezTo>
                  <a:lnTo>
                    <a:pt x="11810" y="8706"/>
                  </a:lnTo>
                  <a:cubicBezTo>
                    <a:pt x="12920" y="8910"/>
                    <a:pt x="13966" y="9265"/>
                    <a:pt x="14848" y="9775"/>
                  </a:cubicBezTo>
                  <a:cubicBezTo>
                    <a:pt x="16717" y="10854"/>
                    <a:pt x="17401" y="12362"/>
                    <a:pt x="16898" y="13748"/>
                  </a:cubicBezTo>
                  <a:cubicBezTo>
                    <a:pt x="16611" y="14538"/>
                    <a:pt x="15938" y="15289"/>
                    <a:pt x="14880" y="15900"/>
                  </a:cubicBezTo>
                  <a:cubicBezTo>
                    <a:pt x="11965" y="17584"/>
                    <a:pt x="7206" y="17575"/>
                    <a:pt x="4271" y="15881"/>
                  </a:cubicBezTo>
                  <a:cubicBezTo>
                    <a:pt x="3194" y="15260"/>
                    <a:pt x="2510" y="14495"/>
                    <a:pt x="2221" y="13695"/>
                  </a:cubicBezTo>
                  <a:cubicBezTo>
                    <a:pt x="1721" y="12314"/>
                    <a:pt x="2391" y="10821"/>
                    <a:pt x="4237" y="9756"/>
                  </a:cubicBezTo>
                  <a:close/>
                  <a:moveTo>
                    <a:pt x="10688" y="19173"/>
                  </a:moveTo>
                  <a:cubicBezTo>
                    <a:pt x="10665" y="19161"/>
                    <a:pt x="10645" y="19147"/>
                    <a:pt x="10625" y="19133"/>
                  </a:cubicBezTo>
                  <a:cubicBezTo>
                    <a:pt x="10644" y="19121"/>
                    <a:pt x="10662" y="19110"/>
                    <a:pt x="10682" y="19098"/>
                  </a:cubicBezTo>
                  <a:cubicBezTo>
                    <a:pt x="11181" y="18810"/>
                    <a:pt x="11994" y="18812"/>
                    <a:pt x="12494" y="19101"/>
                  </a:cubicBezTo>
                  <a:cubicBezTo>
                    <a:pt x="12517" y="19113"/>
                    <a:pt x="12537" y="19127"/>
                    <a:pt x="12559" y="19141"/>
                  </a:cubicBezTo>
                  <a:cubicBezTo>
                    <a:pt x="12540" y="19153"/>
                    <a:pt x="12520" y="19165"/>
                    <a:pt x="12500" y="19176"/>
                  </a:cubicBezTo>
                  <a:cubicBezTo>
                    <a:pt x="12002" y="19464"/>
                    <a:pt x="11190" y="19462"/>
                    <a:pt x="10688" y="19173"/>
                  </a:cubicBezTo>
                  <a:close/>
                  <a:moveTo>
                    <a:pt x="27001" y="22897"/>
                  </a:moveTo>
                  <a:cubicBezTo>
                    <a:pt x="24085" y="24581"/>
                    <a:pt x="19326" y="24572"/>
                    <a:pt x="16391" y="22879"/>
                  </a:cubicBezTo>
                  <a:cubicBezTo>
                    <a:pt x="15314" y="22257"/>
                    <a:pt x="14631" y="21493"/>
                    <a:pt x="14340" y="20693"/>
                  </a:cubicBezTo>
                  <a:cubicBezTo>
                    <a:pt x="13840" y="19311"/>
                    <a:pt x="14512" y="17819"/>
                    <a:pt x="16357" y="16753"/>
                  </a:cubicBezTo>
                  <a:cubicBezTo>
                    <a:pt x="19273" y="15069"/>
                    <a:pt x="24032" y="15078"/>
                    <a:pt x="26967" y="16772"/>
                  </a:cubicBezTo>
                  <a:cubicBezTo>
                    <a:pt x="28836" y="17852"/>
                    <a:pt x="29521" y="19359"/>
                    <a:pt x="29018" y="20745"/>
                  </a:cubicBezTo>
                  <a:cubicBezTo>
                    <a:pt x="28730" y="21536"/>
                    <a:pt x="28058" y="22286"/>
                    <a:pt x="27001" y="22897"/>
                  </a:cubicBezTo>
                  <a:close/>
                  <a:moveTo>
                    <a:pt x="32663" y="19213"/>
                  </a:moveTo>
                  <a:cubicBezTo>
                    <a:pt x="32165" y="19501"/>
                    <a:pt x="31351" y="19499"/>
                    <a:pt x="30850" y="19210"/>
                  </a:cubicBezTo>
                  <a:cubicBezTo>
                    <a:pt x="30828" y="19198"/>
                    <a:pt x="30807" y="19184"/>
                    <a:pt x="30787" y="19170"/>
                  </a:cubicBezTo>
                  <a:cubicBezTo>
                    <a:pt x="30805" y="19158"/>
                    <a:pt x="30825" y="19145"/>
                    <a:pt x="30845" y="19135"/>
                  </a:cubicBezTo>
                  <a:cubicBezTo>
                    <a:pt x="31342" y="18847"/>
                    <a:pt x="32156" y="18848"/>
                    <a:pt x="32657" y="19138"/>
                  </a:cubicBezTo>
                  <a:cubicBezTo>
                    <a:pt x="32679" y="19150"/>
                    <a:pt x="32700" y="19164"/>
                    <a:pt x="32720" y="19178"/>
                  </a:cubicBezTo>
                  <a:cubicBezTo>
                    <a:pt x="32702" y="19190"/>
                    <a:pt x="32683" y="19202"/>
                    <a:pt x="32663" y="19213"/>
                  </a:cubicBezTo>
                  <a:close/>
                  <a:moveTo>
                    <a:pt x="41062" y="13792"/>
                  </a:moveTo>
                  <a:cubicBezTo>
                    <a:pt x="40774" y="14583"/>
                    <a:pt x="40102" y="15332"/>
                    <a:pt x="39045" y="15944"/>
                  </a:cubicBezTo>
                  <a:cubicBezTo>
                    <a:pt x="36129" y="17627"/>
                    <a:pt x="31370" y="17619"/>
                    <a:pt x="28435" y="15924"/>
                  </a:cubicBezTo>
                  <a:cubicBezTo>
                    <a:pt x="27358" y="15303"/>
                    <a:pt x="26675" y="14540"/>
                    <a:pt x="26384" y="13739"/>
                  </a:cubicBezTo>
                  <a:cubicBezTo>
                    <a:pt x="25884" y="12357"/>
                    <a:pt x="26557" y="10865"/>
                    <a:pt x="28402" y="9799"/>
                  </a:cubicBezTo>
                  <a:cubicBezTo>
                    <a:pt x="29276" y="9295"/>
                    <a:pt x="30318" y="8942"/>
                    <a:pt x="31425" y="8741"/>
                  </a:cubicBezTo>
                  <a:cubicBezTo>
                    <a:pt x="31777" y="8678"/>
                    <a:pt x="32136" y="8629"/>
                    <a:pt x="32499" y="8596"/>
                  </a:cubicBezTo>
                  <a:cubicBezTo>
                    <a:pt x="34797" y="8386"/>
                    <a:pt x="37238" y="8795"/>
                    <a:pt x="39012" y="9818"/>
                  </a:cubicBezTo>
                  <a:cubicBezTo>
                    <a:pt x="40882" y="10897"/>
                    <a:pt x="41566" y="12406"/>
                    <a:pt x="41062" y="1379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2390;p52">
              <a:extLst>
                <a:ext uri="{FF2B5EF4-FFF2-40B4-BE49-F238E27FC236}">
                  <a16:creationId xmlns:a16="http://schemas.microsoft.com/office/drawing/2014/main" id="{86D88F5F-45FE-2860-8E7E-E8698EDA6CCC}"/>
                </a:ext>
              </a:extLst>
            </p:cNvPr>
            <p:cNvSpPr/>
            <p:nvPr/>
          </p:nvSpPr>
          <p:spPr>
            <a:xfrm>
              <a:off x="1430137" y="1001653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4114" y="2304"/>
                  </a:moveTo>
                  <a:cubicBezTo>
                    <a:pt x="10867" y="429"/>
                    <a:pt x="6042" y="0"/>
                    <a:pt x="2814" y="1863"/>
                  </a:cubicBezTo>
                  <a:cubicBezTo>
                    <a:pt x="1262" y="2760"/>
                    <a:pt x="62" y="4132"/>
                    <a:pt x="9" y="5313"/>
                  </a:cubicBezTo>
                  <a:cubicBezTo>
                    <a:pt x="7" y="5359"/>
                    <a:pt x="1" y="5633"/>
                    <a:pt x="1" y="5681"/>
                  </a:cubicBezTo>
                  <a:cubicBezTo>
                    <a:pt x="7" y="6908"/>
                    <a:pt x="824" y="8137"/>
                    <a:pt x="2447" y="9074"/>
                  </a:cubicBezTo>
                  <a:cubicBezTo>
                    <a:pt x="5694" y="10949"/>
                    <a:pt x="10962" y="10958"/>
                    <a:pt x="14189" y="9096"/>
                  </a:cubicBezTo>
                  <a:cubicBezTo>
                    <a:pt x="15754" y="8193"/>
                    <a:pt x="16555" y="7013"/>
                    <a:pt x="16597" y="5822"/>
                  </a:cubicBezTo>
                  <a:cubicBezTo>
                    <a:pt x="16598" y="5781"/>
                    <a:pt x="16600" y="5518"/>
                    <a:pt x="16598" y="5475"/>
                  </a:cubicBezTo>
                  <a:cubicBezTo>
                    <a:pt x="16586" y="4252"/>
                    <a:pt x="15731" y="3238"/>
                    <a:pt x="14114" y="2304"/>
                  </a:cubicBezTo>
                  <a:close/>
                  <a:moveTo>
                    <a:pt x="2913" y="8579"/>
                  </a:moveTo>
                  <a:cubicBezTo>
                    <a:pt x="2001" y="8053"/>
                    <a:pt x="1470" y="7593"/>
                    <a:pt x="1122" y="6927"/>
                  </a:cubicBezTo>
                  <a:cubicBezTo>
                    <a:pt x="352" y="5449"/>
                    <a:pt x="968" y="3783"/>
                    <a:pt x="2979" y="2623"/>
                  </a:cubicBezTo>
                  <a:cubicBezTo>
                    <a:pt x="5894" y="940"/>
                    <a:pt x="10653" y="948"/>
                    <a:pt x="13588" y="2643"/>
                  </a:cubicBezTo>
                  <a:cubicBezTo>
                    <a:pt x="15554" y="3777"/>
                    <a:pt x="16209" y="5384"/>
                    <a:pt x="15551" y="6828"/>
                  </a:cubicBezTo>
                  <a:cubicBezTo>
                    <a:pt x="15228" y="7541"/>
                    <a:pt x="14626" y="7985"/>
                    <a:pt x="13663" y="8542"/>
                  </a:cubicBezTo>
                  <a:cubicBezTo>
                    <a:pt x="10747" y="10225"/>
                    <a:pt x="5848" y="10274"/>
                    <a:pt x="2913" y="85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2391;p52">
              <a:extLst>
                <a:ext uri="{FF2B5EF4-FFF2-40B4-BE49-F238E27FC236}">
                  <a16:creationId xmlns:a16="http://schemas.microsoft.com/office/drawing/2014/main" id="{D752BC49-1140-3E22-DABC-F87AA7765647}"/>
                </a:ext>
              </a:extLst>
            </p:cNvPr>
            <p:cNvSpPr/>
            <p:nvPr/>
          </p:nvSpPr>
          <p:spPr>
            <a:xfrm>
              <a:off x="1382837" y="1005816"/>
              <a:ext cx="1054393" cy="608813"/>
            </a:xfrm>
            <a:custGeom>
              <a:avLst/>
              <a:gdLst/>
              <a:ahLst/>
              <a:cxnLst/>
              <a:rect l="l" t="t" r="r" b="b"/>
              <a:pathLst>
                <a:path w="18235" h="10529" extrusionOk="0">
                  <a:moveTo>
                    <a:pt x="14970" y="1885"/>
                  </a:moveTo>
                  <a:cubicBezTo>
                    <a:pt x="11723" y="10"/>
                    <a:pt x="6455" y="1"/>
                    <a:pt x="3228" y="1863"/>
                  </a:cubicBezTo>
                  <a:cubicBezTo>
                    <a:pt x="1" y="3728"/>
                    <a:pt x="18" y="6769"/>
                    <a:pt x="3265" y="8644"/>
                  </a:cubicBezTo>
                  <a:cubicBezTo>
                    <a:pt x="6512" y="10519"/>
                    <a:pt x="11780" y="10528"/>
                    <a:pt x="15007" y="8665"/>
                  </a:cubicBezTo>
                  <a:cubicBezTo>
                    <a:pt x="18235" y="6801"/>
                    <a:pt x="18218" y="3760"/>
                    <a:pt x="14970" y="1885"/>
                  </a:cubicBezTo>
                  <a:close/>
                  <a:moveTo>
                    <a:pt x="3829" y="8318"/>
                  </a:moveTo>
                  <a:cubicBezTo>
                    <a:pt x="896" y="6623"/>
                    <a:pt x="880" y="3875"/>
                    <a:pt x="3797" y="2192"/>
                  </a:cubicBezTo>
                  <a:cubicBezTo>
                    <a:pt x="6712" y="508"/>
                    <a:pt x="11471" y="517"/>
                    <a:pt x="14406" y="2211"/>
                  </a:cubicBezTo>
                  <a:cubicBezTo>
                    <a:pt x="17339" y="3905"/>
                    <a:pt x="17355" y="6653"/>
                    <a:pt x="14440" y="8336"/>
                  </a:cubicBezTo>
                  <a:cubicBezTo>
                    <a:pt x="11523" y="10020"/>
                    <a:pt x="6764" y="10011"/>
                    <a:pt x="3829" y="83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392;p52">
              <a:extLst>
                <a:ext uri="{FF2B5EF4-FFF2-40B4-BE49-F238E27FC236}">
                  <a16:creationId xmlns:a16="http://schemas.microsoft.com/office/drawing/2014/main" id="{8F17AC68-2ED0-0977-5AD5-0745430F3FA0}"/>
                </a:ext>
              </a:extLst>
            </p:cNvPr>
            <p:cNvSpPr/>
            <p:nvPr/>
          </p:nvSpPr>
          <p:spPr>
            <a:xfrm>
              <a:off x="2130953" y="1406242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3966" y="1926"/>
                  </a:moveTo>
                  <a:cubicBezTo>
                    <a:pt x="11494" y="648"/>
                    <a:pt x="6041" y="1"/>
                    <a:pt x="2814" y="1863"/>
                  </a:cubicBezTo>
                  <a:cubicBezTo>
                    <a:pt x="1262" y="2760"/>
                    <a:pt x="62" y="4060"/>
                    <a:pt x="10" y="5241"/>
                  </a:cubicBezTo>
                  <a:cubicBezTo>
                    <a:pt x="7" y="5287"/>
                    <a:pt x="1" y="5635"/>
                    <a:pt x="1" y="5681"/>
                  </a:cubicBezTo>
                  <a:cubicBezTo>
                    <a:pt x="7" y="6909"/>
                    <a:pt x="823" y="8138"/>
                    <a:pt x="2446" y="9074"/>
                  </a:cubicBezTo>
                  <a:cubicBezTo>
                    <a:pt x="5695" y="10949"/>
                    <a:pt x="10962" y="10959"/>
                    <a:pt x="14189" y="9096"/>
                  </a:cubicBezTo>
                  <a:cubicBezTo>
                    <a:pt x="15753" y="8193"/>
                    <a:pt x="16556" y="7013"/>
                    <a:pt x="16598" y="5823"/>
                  </a:cubicBezTo>
                  <a:cubicBezTo>
                    <a:pt x="16599" y="5781"/>
                    <a:pt x="16599" y="5340"/>
                    <a:pt x="16599" y="5297"/>
                  </a:cubicBezTo>
                  <a:cubicBezTo>
                    <a:pt x="16575" y="4384"/>
                    <a:pt x="15624" y="2785"/>
                    <a:pt x="13966" y="1926"/>
                  </a:cubicBezTo>
                  <a:close/>
                  <a:moveTo>
                    <a:pt x="2597" y="8279"/>
                  </a:moveTo>
                  <a:cubicBezTo>
                    <a:pt x="1685" y="7753"/>
                    <a:pt x="1469" y="7593"/>
                    <a:pt x="1122" y="6927"/>
                  </a:cubicBezTo>
                  <a:cubicBezTo>
                    <a:pt x="351" y="5449"/>
                    <a:pt x="970" y="3783"/>
                    <a:pt x="2978" y="2623"/>
                  </a:cubicBezTo>
                  <a:cubicBezTo>
                    <a:pt x="5893" y="940"/>
                    <a:pt x="10654" y="948"/>
                    <a:pt x="13588" y="2643"/>
                  </a:cubicBezTo>
                  <a:cubicBezTo>
                    <a:pt x="15553" y="3777"/>
                    <a:pt x="16209" y="5384"/>
                    <a:pt x="15552" y="6829"/>
                  </a:cubicBezTo>
                  <a:cubicBezTo>
                    <a:pt x="15227" y="7541"/>
                    <a:pt x="14564" y="8081"/>
                    <a:pt x="13601" y="8636"/>
                  </a:cubicBezTo>
                  <a:cubicBezTo>
                    <a:pt x="10685" y="10320"/>
                    <a:pt x="5532" y="9973"/>
                    <a:pt x="2597" y="82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393;p52">
              <a:extLst>
                <a:ext uri="{FF2B5EF4-FFF2-40B4-BE49-F238E27FC236}">
                  <a16:creationId xmlns:a16="http://schemas.microsoft.com/office/drawing/2014/main" id="{B2875513-A786-41F9-1AA5-C15B0ACE03FF}"/>
                </a:ext>
              </a:extLst>
            </p:cNvPr>
            <p:cNvSpPr/>
            <p:nvPr/>
          </p:nvSpPr>
          <p:spPr>
            <a:xfrm>
              <a:off x="2083654" y="1410405"/>
              <a:ext cx="1054393" cy="608813"/>
            </a:xfrm>
            <a:custGeom>
              <a:avLst/>
              <a:gdLst/>
              <a:ahLst/>
              <a:cxnLst/>
              <a:rect l="l" t="t" r="r" b="b"/>
              <a:pathLst>
                <a:path w="18235" h="10529" extrusionOk="0">
                  <a:moveTo>
                    <a:pt x="14970" y="1885"/>
                  </a:moveTo>
                  <a:cubicBezTo>
                    <a:pt x="11723" y="10"/>
                    <a:pt x="6455" y="1"/>
                    <a:pt x="3227" y="1864"/>
                  </a:cubicBezTo>
                  <a:cubicBezTo>
                    <a:pt x="0" y="3728"/>
                    <a:pt x="17" y="6769"/>
                    <a:pt x="3264" y="8644"/>
                  </a:cubicBezTo>
                  <a:cubicBezTo>
                    <a:pt x="6511" y="10519"/>
                    <a:pt x="11780" y="10528"/>
                    <a:pt x="15007" y="8666"/>
                  </a:cubicBezTo>
                  <a:cubicBezTo>
                    <a:pt x="18234" y="6801"/>
                    <a:pt x="18217" y="3760"/>
                    <a:pt x="14970" y="1885"/>
                  </a:cubicBezTo>
                  <a:close/>
                  <a:moveTo>
                    <a:pt x="3829" y="8318"/>
                  </a:moveTo>
                  <a:cubicBezTo>
                    <a:pt x="895" y="6623"/>
                    <a:pt x="880" y="3876"/>
                    <a:pt x="3796" y="2193"/>
                  </a:cubicBezTo>
                  <a:cubicBezTo>
                    <a:pt x="6711" y="508"/>
                    <a:pt x="11472" y="518"/>
                    <a:pt x="14406" y="2211"/>
                  </a:cubicBezTo>
                  <a:cubicBezTo>
                    <a:pt x="17340" y="3905"/>
                    <a:pt x="17354" y="6654"/>
                    <a:pt x="14439" y="8336"/>
                  </a:cubicBezTo>
                  <a:cubicBezTo>
                    <a:pt x="11523" y="10021"/>
                    <a:pt x="6764" y="10011"/>
                    <a:pt x="3829" y="83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394;p52">
              <a:extLst>
                <a:ext uri="{FF2B5EF4-FFF2-40B4-BE49-F238E27FC236}">
                  <a16:creationId xmlns:a16="http://schemas.microsoft.com/office/drawing/2014/main" id="{E4229326-E05C-F445-C559-71F03E1E15CC}"/>
                </a:ext>
              </a:extLst>
            </p:cNvPr>
            <p:cNvSpPr/>
            <p:nvPr/>
          </p:nvSpPr>
          <p:spPr>
            <a:xfrm>
              <a:off x="733714" y="1406704"/>
              <a:ext cx="959854" cy="630728"/>
            </a:xfrm>
            <a:custGeom>
              <a:avLst/>
              <a:gdLst/>
              <a:ahLst/>
              <a:cxnLst/>
              <a:rect l="l" t="t" r="r" b="b"/>
              <a:pathLst>
                <a:path w="16600" h="10908" extrusionOk="0">
                  <a:moveTo>
                    <a:pt x="13966" y="1875"/>
                  </a:moveTo>
                  <a:cubicBezTo>
                    <a:pt x="10719" y="0"/>
                    <a:pt x="5841" y="249"/>
                    <a:pt x="2614" y="2112"/>
                  </a:cubicBezTo>
                  <a:cubicBezTo>
                    <a:pt x="1061" y="3009"/>
                    <a:pt x="62" y="4053"/>
                    <a:pt x="8" y="5235"/>
                  </a:cubicBezTo>
                  <a:cubicBezTo>
                    <a:pt x="7" y="5281"/>
                    <a:pt x="1" y="5582"/>
                    <a:pt x="1" y="5629"/>
                  </a:cubicBezTo>
                  <a:cubicBezTo>
                    <a:pt x="7" y="6856"/>
                    <a:pt x="824" y="8085"/>
                    <a:pt x="2447" y="9023"/>
                  </a:cubicBezTo>
                  <a:cubicBezTo>
                    <a:pt x="5694" y="10898"/>
                    <a:pt x="10962" y="10908"/>
                    <a:pt x="14189" y="9045"/>
                  </a:cubicBezTo>
                  <a:cubicBezTo>
                    <a:pt x="15754" y="8142"/>
                    <a:pt x="16555" y="6961"/>
                    <a:pt x="16597" y="5772"/>
                  </a:cubicBezTo>
                  <a:cubicBezTo>
                    <a:pt x="16598" y="5729"/>
                    <a:pt x="16600" y="5327"/>
                    <a:pt x="16598" y="5286"/>
                  </a:cubicBezTo>
                  <a:cubicBezTo>
                    <a:pt x="16586" y="4063"/>
                    <a:pt x="15583" y="2809"/>
                    <a:pt x="13966" y="1875"/>
                  </a:cubicBezTo>
                  <a:close/>
                  <a:moveTo>
                    <a:pt x="2865" y="8516"/>
                  </a:moveTo>
                  <a:cubicBezTo>
                    <a:pt x="1953" y="7990"/>
                    <a:pt x="1470" y="7542"/>
                    <a:pt x="1122" y="6876"/>
                  </a:cubicBezTo>
                  <a:cubicBezTo>
                    <a:pt x="351" y="5398"/>
                    <a:pt x="968" y="3732"/>
                    <a:pt x="2979" y="2572"/>
                  </a:cubicBezTo>
                  <a:cubicBezTo>
                    <a:pt x="5894" y="888"/>
                    <a:pt x="10653" y="897"/>
                    <a:pt x="13588" y="2591"/>
                  </a:cubicBezTo>
                  <a:cubicBezTo>
                    <a:pt x="15552" y="3726"/>
                    <a:pt x="16209" y="5333"/>
                    <a:pt x="15551" y="6778"/>
                  </a:cubicBezTo>
                  <a:cubicBezTo>
                    <a:pt x="15226" y="7488"/>
                    <a:pt x="14565" y="7922"/>
                    <a:pt x="13603" y="8479"/>
                  </a:cubicBezTo>
                  <a:cubicBezTo>
                    <a:pt x="10687" y="10162"/>
                    <a:pt x="5798" y="10209"/>
                    <a:pt x="2865" y="85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395;p52">
              <a:extLst>
                <a:ext uri="{FF2B5EF4-FFF2-40B4-BE49-F238E27FC236}">
                  <a16:creationId xmlns:a16="http://schemas.microsoft.com/office/drawing/2014/main" id="{5E3B9438-6AC4-F6D3-7879-4754790FD5E8}"/>
                </a:ext>
              </a:extLst>
            </p:cNvPr>
            <p:cNvSpPr/>
            <p:nvPr/>
          </p:nvSpPr>
          <p:spPr>
            <a:xfrm>
              <a:off x="2415732" y="2029113"/>
              <a:ext cx="162597" cy="71122"/>
            </a:xfrm>
            <a:custGeom>
              <a:avLst/>
              <a:gdLst/>
              <a:ahLst/>
              <a:cxnLst/>
              <a:rect l="l" t="t" r="r" b="b"/>
              <a:pathLst>
                <a:path w="2812" h="1230" extrusionOk="0">
                  <a:moveTo>
                    <a:pt x="1399" y="0"/>
                  </a:moveTo>
                  <a:cubicBezTo>
                    <a:pt x="1072" y="0"/>
                    <a:pt x="745" y="72"/>
                    <a:pt x="496" y="216"/>
                  </a:cubicBezTo>
                  <a:cubicBezTo>
                    <a:pt x="19" y="490"/>
                    <a:pt x="1" y="931"/>
                    <a:pt x="439" y="1222"/>
                  </a:cubicBezTo>
                  <a:cubicBezTo>
                    <a:pt x="458" y="1210"/>
                    <a:pt x="476" y="1199"/>
                    <a:pt x="496" y="1187"/>
                  </a:cubicBezTo>
                  <a:cubicBezTo>
                    <a:pt x="744" y="1043"/>
                    <a:pt x="1070" y="972"/>
                    <a:pt x="1397" y="972"/>
                  </a:cubicBezTo>
                  <a:cubicBezTo>
                    <a:pt x="1726" y="972"/>
                    <a:pt x="2056" y="1044"/>
                    <a:pt x="2308" y="1190"/>
                  </a:cubicBezTo>
                  <a:cubicBezTo>
                    <a:pt x="2330" y="1202"/>
                    <a:pt x="2351" y="1216"/>
                    <a:pt x="2371" y="1230"/>
                  </a:cubicBezTo>
                  <a:cubicBezTo>
                    <a:pt x="2811" y="940"/>
                    <a:pt x="2790" y="496"/>
                    <a:pt x="2308" y="219"/>
                  </a:cubicBezTo>
                  <a:cubicBezTo>
                    <a:pt x="2248" y="184"/>
                    <a:pt x="2184" y="154"/>
                    <a:pt x="2116" y="128"/>
                  </a:cubicBezTo>
                  <a:cubicBezTo>
                    <a:pt x="1971" y="71"/>
                    <a:pt x="1813" y="34"/>
                    <a:pt x="1648" y="16"/>
                  </a:cubicBezTo>
                  <a:cubicBezTo>
                    <a:pt x="1648" y="16"/>
                    <a:pt x="1648" y="16"/>
                    <a:pt x="1648" y="14"/>
                  </a:cubicBezTo>
                  <a:cubicBezTo>
                    <a:pt x="1566" y="5"/>
                    <a:pt x="1483" y="0"/>
                    <a:pt x="1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396;p52">
              <a:extLst>
                <a:ext uri="{FF2B5EF4-FFF2-40B4-BE49-F238E27FC236}">
                  <a16:creationId xmlns:a16="http://schemas.microsoft.com/office/drawing/2014/main" id="{6CBD5C65-EDA4-7217-20B6-3D25C85B2A88}"/>
                </a:ext>
              </a:extLst>
            </p:cNvPr>
            <p:cNvSpPr/>
            <p:nvPr/>
          </p:nvSpPr>
          <p:spPr>
            <a:xfrm>
              <a:off x="1247820" y="1353912"/>
              <a:ext cx="160978" cy="71179"/>
            </a:xfrm>
            <a:custGeom>
              <a:avLst/>
              <a:gdLst/>
              <a:ahLst/>
              <a:cxnLst/>
              <a:rect l="l" t="t" r="r" b="b"/>
              <a:pathLst>
                <a:path w="2784" h="1231" extrusionOk="0">
                  <a:moveTo>
                    <a:pt x="1370" y="1"/>
                  </a:moveTo>
                  <a:cubicBezTo>
                    <a:pt x="1043" y="1"/>
                    <a:pt x="716" y="72"/>
                    <a:pt x="468" y="215"/>
                  </a:cubicBezTo>
                  <a:cubicBezTo>
                    <a:pt x="90" y="435"/>
                    <a:pt x="1" y="758"/>
                    <a:pt x="201" y="1027"/>
                  </a:cubicBezTo>
                  <a:cubicBezTo>
                    <a:pt x="251" y="1098"/>
                    <a:pt x="322" y="1162"/>
                    <a:pt x="411" y="1222"/>
                  </a:cubicBezTo>
                  <a:cubicBezTo>
                    <a:pt x="430" y="1210"/>
                    <a:pt x="448" y="1198"/>
                    <a:pt x="468" y="1187"/>
                  </a:cubicBezTo>
                  <a:cubicBezTo>
                    <a:pt x="716" y="1044"/>
                    <a:pt x="1043" y="972"/>
                    <a:pt x="1370" y="972"/>
                  </a:cubicBezTo>
                  <a:cubicBezTo>
                    <a:pt x="1700" y="972"/>
                    <a:pt x="2030" y="1045"/>
                    <a:pt x="2282" y="1190"/>
                  </a:cubicBezTo>
                  <a:cubicBezTo>
                    <a:pt x="2303" y="1202"/>
                    <a:pt x="2325" y="1216"/>
                    <a:pt x="2345" y="1230"/>
                  </a:cubicBezTo>
                  <a:cubicBezTo>
                    <a:pt x="2783" y="941"/>
                    <a:pt x="2762" y="496"/>
                    <a:pt x="2282" y="220"/>
                  </a:cubicBezTo>
                  <a:cubicBezTo>
                    <a:pt x="2199" y="172"/>
                    <a:pt x="2108" y="132"/>
                    <a:pt x="2013" y="100"/>
                  </a:cubicBezTo>
                  <a:cubicBezTo>
                    <a:pt x="1814" y="34"/>
                    <a:pt x="1592" y="1"/>
                    <a:pt x="13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397;p52">
              <a:extLst>
                <a:ext uri="{FF2B5EF4-FFF2-40B4-BE49-F238E27FC236}">
                  <a16:creationId xmlns:a16="http://schemas.microsoft.com/office/drawing/2014/main" id="{E16443CD-0BC7-228A-F639-AD58A429D5B1}"/>
                </a:ext>
              </a:extLst>
            </p:cNvPr>
            <p:cNvSpPr/>
            <p:nvPr/>
          </p:nvSpPr>
          <p:spPr>
            <a:xfrm>
              <a:off x="1251116" y="2027031"/>
              <a:ext cx="161325" cy="71064"/>
            </a:xfrm>
            <a:custGeom>
              <a:avLst/>
              <a:gdLst/>
              <a:ahLst/>
              <a:cxnLst/>
              <a:rect l="l" t="t" r="r" b="b"/>
              <a:pathLst>
                <a:path w="2790" h="1229" extrusionOk="0">
                  <a:moveTo>
                    <a:pt x="1377" y="0"/>
                  </a:moveTo>
                  <a:cubicBezTo>
                    <a:pt x="1050" y="0"/>
                    <a:pt x="723" y="71"/>
                    <a:pt x="474" y="215"/>
                  </a:cubicBezTo>
                  <a:cubicBezTo>
                    <a:pt x="417" y="249"/>
                    <a:pt x="367" y="284"/>
                    <a:pt x="324" y="321"/>
                  </a:cubicBezTo>
                  <a:cubicBezTo>
                    <a:pt x="1" y="595"/>
                    <a:pt x="33" y="966"/>
                    <a:pt x="417" y="1221"/>
                  </a:cubicBezTo>
                  <a:cubicBezTo>
                    <a:pt x="436" y="1210"/>
                    <a:pt x="454" y="1198"/>
                    <a:pt x="474" y="1186"/>
                  </a:cubicBezTo>
                  <a:cubicBezTo>
                    <a:pt x="722" y="1043"/>
                    <a:pt x="1048" y="972"/>
                    <a:pt x="1375" y="972"/>
                  </a:cubicBezTo>
                  <a:cubicBezTo>
                    <a:pt x="1705" y="972"/>
                    <a:pt x="2036" y="1045"/>
                    <a:pt x="2288" y="1190"/>
                  </a:cubicBezTo>
                  <a:cubicBezTo>
                    <a:pt x="2309" y="1203"/>
                    <a:pt x="2331" y="1215"/>
                    <a:pt x="2351" y="1229"/>
                  </a:cubicBezTo>
                  <a:cubicBezTo>
                    <a:pt x="2789" y="940"/>
                    <a:pt x="2768" y="497"/>
                    <a:pt x="2286" y="218"/>
                  </a:cubicBezTo>
                  <a:cubicBezTo>
                    <a:pt x="2099" y="109"/>
                    <a:pt x="1865" y="41"/>
                    <a:pt x="1622" y="14"/>
                  </a:cubicBezTo>
                  <a:cubicBezTo>
                    <a:pt x="1541" y="5"/>
                    <a:pt x="1459" y="0"/>
                    <a:pt x="1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398;p52">
              <a:extLst>
                <a:ext uri="{FF2B5EF4-FFF2-40B4-BE49-F238E27FC236}">
                  <a16:creationId xmlns:a16="http://schemas.microsoft.com/office/drawing/2014/main" id="{7E54A177-1AB3-9AB2-A05A-F3822C494BC5}"/>
                </a:ext>
              </a:extLst>
            </p:cNvPr>
            <p:cNvSpPr/>
            <p:nvPr/>
          </p:nvSpPr>
          <p:spPr>
            <a:xfrm>
              <a:off x="2412089" y="1356051"/>
              <a:ext cx="161498" cy="71064"/>
            </a:xfrm>
            <a:custGeom>
              <a:avLst/>
              <a:gdLst/>
              <a:ahLst/>
              <a:cxnLst/>
              <a:rect l="l" t="t" r="r" b="b"/>
              <a:pathLst>
                <a:path w="2793" h="1229" extrusionOk="0">
                  <a:moveTo>
                    <a:pt x="1396" y="0"/>
                  </a:moveTo>
                  <a:cubicBezTo>
                    <a:pt x="1174" y="0"/>
                    <a:pt x="952" y="33"/>
                    <a:pt x="755" y="99"/>
                  </a:cubicBezTo>
                  <a:cubicBezTo>
                    <a:pt x="662" y="130"/>
                    <a:pt x="575" y="170"/>
                    <a:pt x="496" y="215"/>
                  </a:cubicBezTo>
                  <a:cubicBezTo>
                    <a:pt x="19" y="490"/>
                    <a:pt x="1" y="932"/>
                    <a:pt x="438" y="1221"/>
                  </a:cubicBezTo>
                  <a:cubicBezTo>
                    <a:pt x="458" y="1210"/>
                    <a:pt x="476" y="1198"/>
                    <a:pt x="496" y="1185"/>
                  </a:cubicBezTo>
                  <a:cubicBezTo>
                    <a:pt x="744" y="1043"/>
                    <a:pt x="1069" y="972"/>
                    <a:pt x="1396" y="972"/>
                  </a:cubicBezTo>
                  <a:cubicBezTo>
                    <a:pt x="1725" y="972"/>
                    <a:pt x="2056" y="1045"/>
                    <a:pt x="2308" y="1190"/>
                  </a:cubicBezTo>
                  <a:cubicBezTo>
                    <a:pt x="2331" y="1202"/>
                    <a:pt x="2351" y="1215"/>
                    <a:pt x="2371" y="1228"/>
                  </a:cubicBezTo>
                  <a:cubicBezTo>
                    <a:pt x="2442" y="1184"/>
                    <a:pt x="2499" y="1135"/>
                    <a:pt x="2545" y="1081"/>
                  </a:cubicBezTo>
                  <a:cubicBezTo>
                    <a:pt x="2793" y="804"/>
                    <a:pt x="2713" y="452"/>
                    <a:pt x="2308" y="218"/>
                  </a:cubicBezTo>
                  <a:cubicBezTo>
                    <a:pt x="2056" y="73"/>
                    <a:pt x="1726" y="0"/>
                    <a:pt x="13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399;p52">
              <a:extLst>
                <a:ext uri="{FF2B5EF4-FFF2-40B4-BE49-F238E27FC236}">
                  <a16:creationId xmlns:a16="http://schemas.microsoft.com/office/drawing/2014/main" id="{6FF66E12-502E-B4DD-2DFA-DB7D8BD1E012}"/>
                </a:ext>
              </a:extLst>
            </p:cNvPr>
            <p:cNvSpPr/>
            <p:nvPr/>
          </p:nvSpPr>
          <p:spPr>
            <a:xfrm>
              <a:off x="686415" y="1407919"/>
              <a:ext cx="1054393" cy="608697"/>
            </a:xfrm>
            <a:custGeom>
              <a:avLst/>
              <a:gdLst/>
              <a:ahLst/>
              <a:cxnLst/>
              <a:rect l="l" t="t" r="r" b="b"/>
              <a:pathLst>
                <a:path w="18235" h="10527" extrusionOk="0">
                  <a:moveTo>
                    <a:pt x="14970" y="1885"/>
                  </a:moveTo>
                  <a:cubicBezTo>
                    <a:pt x="11723" y="10"/>
                    <a:pt x="6455" y="1"/>
                    <a:pt x="3228" y="1864"/>
                  </a:cubicBezTo>
                  <a:cubicBezTo>
                    <a:pt x="0" y="3726"/>
                    <a:pt x="17" y="6767"/>
                    <a:pt x="3265" y="8642"/>
                  </a:cubicBezTo>
                  <a:cubicBezTo>
                    <a:pt x="6512" y="10517"/>
                    <a:pt x="11780" y="10527"/>
                    <a:pt x="15007" y="8664"/>
                  </a:cubicBezTo>
                  <a:cubicBezTo>
                    <a:pt x="18234" y="6801"/>
                    <a:pt x="18217" y="3760"/>
                    <a:pt x="14970" y="1885"/>
                  </a:cubicBezTo>
                  <a:close/>
                  <a:moveTo>
                    <a:pt x="3829" y="8316"/>
                  </a:moveTo>
                  <a:cubicBezTo>
                    <a:pt x="896" y="6623"/>
                    <a:pt x="880" y="3876"/>
                    <a:pt x="3795" y="2191"/>
                  </a:cubicBezTo>
                  <a:cubicBezTo>
                    <a:pt x="6712" y="508"/>
                    <a:pt x="11471" y="516"/>
                    <a:pt x="14406" y="2211"/>
                  </a:cubicBezTo>
                  <a:cubicBezTo>
                    <a:pt x="17339" y="3905"/>
                    <a:pt x="17355" y="6652"/>
                    <a:pt x="14438" y="8336"/>
                  </a:cubicBezTo>
                  <a:cubicBezTo>
                    <a:pt x="11523" y="10019"/>
                    <a:pt x="6764" y="10011"/>
                    <a:pt x="3829" y="8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400;p52">
              <a:extLst>
                <a:ext uri="{FF2B5EF4-FFF2-40B4-BE49-F238E27FC236}">
                  <a16:creationId xmlns:a16="http://schemas.microsoft.com/office/drawing/2014/main" id="{4B057275-061F-9EF3-4FC9-A4A32AEAC4EE}"/>
                </a:ext>
              </a:extLst>
            </p:cNvPr>
            <p:cNvSpPr/>
            <p:nvPr/>
          </p:nvSpPr>
          <p:spPr>
            <a:xfrm>
              <a:off x="1434531" y="1808344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4109" y="2182"/>
                  </a:moveTo>
                  <a:cubicBezTo>
                    <a:pt x="10862" y="307"/>
                    <a:pt x="6041" y="1"/>
                    <a:pt x="2814" y="1864"/>
                  </a:cubicBezTo>
                  <a:cubicBezTo>
                    <a:pt x="1262" y="2760"/>
                    <a:pt x="62" y="3974"/>
                    <a:pt x="10" y="5154"/>
                  </a:cubicBezTo>
                  <a:cubicBezTo>
                    <a:pt x="6" y="5201"/>
                    <a:pt x="0" y="5634"/>
                    <a:pt x="0" y="5680"/>
                  </a:cubicBezTo>
                  <a:cubicBezTo>
                    <a:pt x="6" y="6909"/>
                    <a:pt x="823" y="8138"/>
                    <a:pt x="2446" y="9075"/>
                  </a:cubicBezTo>
                  <a:cubicBezTo>
                    <a:pt x="5693" y="10950"/>
                    <a:pt x="10962" y="10959"/>
                    <a:pt x="14189" y="9096"/>
                  </a:cubicBezTo>
                  <a:cubicBezTo>
                    <a:pt x="15753" y="8193"/>
                    <a:pt x="16555" y="7012"/>
                    <a:pt x="16596" y="5823"/>
                  </a:cubicBezTo>
                  <a:cubicBezTo>
                    <a:pt x="16598" y="5780"/>
                    <a:pt x="16599" y="5432"/>
                    <a:pt x="16598" y="5389"/>
                  </a:cubicBezTo>
                  <a:cubicBezTo>
                    <a:pt x="16585" y="4166"/>
                    <a:pt x="15725" y="3116"/>
                    <a:pt x="14109" y="2182"/>
                  </a:cubicBezTo>
                  <a:close/>
                  <a:moveTo>
                    <a:pt x="2908" y="8616"/>
                  </a:moveTo>
                  <a:cubicBezTo>
                    <a:pt x="1995" y="8089"/>
                    <a:pt x="1469" y="7593"/>
                    <a:pt x="1122" y="6927"/>
                  </a:cubicBezTo>
                  <a:cubicBezTo>
                    <a:pt x="351" y="5449"/>
                    <a:pt x="968" y="3783"/>
                    <a:pt x="2978" y="2623"/>
                  </a:cubicBezTo>
                  <a:cubicBezTo>
                    <a:pt x="5893" y="939"/>
                    <a:pt x="10654" y="948"/>
                    <a:pt x="13587" y="2642"/>
                  </a:cubicBezTo>
                  <a:cubicBezTo>
                    <a:pt x="15553" y="3777"/>
                    <a:pt x="16208" y="5384"/>
                    <a:pt x="15550" y="6829"/>
                  </a:cubicBezTo>
                  <a:cubicBezTo>
                    <a:pt x="15227" y="7540"/>
                    <a:pt x="14712" y="7993"/>
                    <a:pt x="13750" y="8549"/>
                  </a:cubicBezTo>
                  <a:cubicBezTo>
                    <a:pt x="10834" y="10233"/>
                    <a:pt x="5841" y="10310"/>
                    <a:pt x="2908" y="86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401;p52">
              <a:extLst>
                <a:ext uri="{FF2B5EF4-FFF2-40B4-BE49-F238E27FC236}">
                  <a16:creationId xmlns:a16="http://schemas.microsoft.com/office/drawing/2014/main" id="{F347937E-2745-CDC5-0F51-5637BFDCAFE1}"/>
                </a:ext>
              </a:extLst>
            </p:cNvPr>
            <p:cNvSpPr/>
            <p:nvPr/>
          </p:nvSpPr>
          <p:spPr>
            <a:xfrm>
              <a:off x="1387232" y="1812565"/>
              <a:ext cx="1054335" cy="608755"/>
            </a:xfrm>
            <a:custGeom>
              <a:avLst/>
              <a:gdLst/>
              <a:ahLst/>
              <a:cxnLst/>
              <a:rect l="l" t="t" r="r" b="b"/>
              <a:pathLst>
                <a:path w="18234" h="10528" extrusionOk="0">
                  <a:moveTo>
                    <a:pt x="14970" y="1884"/>
                  </a:moveTo>
                  <a:cubicBezTo>
                    <a:pt x="11723" y="9"/>
                    <a:pt x="6454" y="0"/>
                    <a:pt x="3227" y="1863"/>
                  </a:cubicBezTo>
                  <a:cubicBezTo>
                    <a:pt x="0" y="3726"/>
                    <a:pt x="17" y="6768"/>
                    <a:pt x="3264" y="8643"/>
                  </a:cubicBezTo>
                  <a:cubicBezTo>
                    <a:pt x="6511" y="10517"/>
                    <a:pt x="11780" y="10528"/>
                    <a:pt x="15007" y="8663"/>
                  </a:cubicBezTo>
                  <a:cubicBezTo>
                    <a:pt x="18234" y="6800"/>
                    <a:pt x="18217" y="3759"/>
                    <a:pt x="14970" y="1884"/>
                  </a:cubicBezTo>
                  <a:close/>
                  <a:moveTo>
                    <a:pt x="3829" y="8317"/>
                  </a:moveTo>
                  <a:cubicBezTo>
                    <a:pt x="895" y="6622"/>
                    <a:pt x="880" y="3875"/>
                    <a:pt x="3796" y="2190"/>
                  </a:cubicBezTo>
                  <a:cubicBezTo>
                    <a:pt x="6711" y="508"/>
                    <a:pt x="11472" y="515"/>
                    <a:pt x="14405" y="2210"/>
                  </a:cubicBezTo>
                  <a:cubicBezTo>
                    <a:pt x="17340" y="3904"/>
                    <a:pt x="17354" y="6653"/>
                    <a:pt x="14439" y="8336"/>
                  </a:cubicBezTo>
                  <a:cubicBezTo>
                    <a:pt x="11523" y="10018"/>
                    <a:pt x="6764" y="10011"/>
                    <a:pt x="3829" y="83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8" name="Google Shape;2402;p52">
              <a:extLst>
                <a:ext uri="{FF2B5EF4-FFF2-40B4-BE49-F238E27FC236}">
                  <a16:creationId xmlns:a16="http://schemas.microsoft.com/office/drawing/2014/main" id="{3982FE34-B02F-EBF4-C51B-97FDD3EC63A1}"/>
                </a:ext>
              </a:extLst>
            </p:cNvPr>
            <p:cNvGrpSpPr/>
            <p:nvPr/>
          </p:nvGrpSpPr>
          <p:grpSpPr>
            <a:xfrm>
              <a:off x="758116" y="1057260"/>
              <a:ext cx="2260119" cy="1352706"/>
              <a:chOff x="770076" y="1073509"/>
              <a:chExt cx="2537750" cy="1518871"/>
            </a:xfrm>
          </p:grpSpPr>
          <p:sp>
            <p:nvSpPr>
              <p:cNvPr id="1419" name="Google Shape;2403;p52">
                <a:extLst>
                  <a:ext uri="{FF2B5EF4-FFF2-40B4-BE49-F238E27FC236}">
                    <a16:creationId xmlns:a16="http://schemas.microsoft.com/office/drawing/2014/main" id="{4CCCE1EF-AD8E-D4C7-6EE3-8A9E29CD27B3}"/>
                  </a:ext>
                </a:extLst>
              </p:cNvPr>
              <p:cNvSpPr/>
              <p:nvPr/>
            </p:nvSpPr>
            <p:spPr>
              <a:xfrm>
                <a:off x="2372646" y="1572271"/>
                <a:ext cx="935180" cy="541280"/>
              </a:xfrm>
              <a:custGeom>
                <a:avLst/>
                <a:gdLst/>
                <a:ahLst/>
                <a:cxnLst/>
                <a:rect l="l" t="t" r="r" b="b"/>
                <a:pathLst>
                  <a:path w="14404" h="8337" extrusionOk="0">
                    <a:moveTo>
                      <a:pt x="7227" y="22"/>
                    </a:moveTo>
                    <a:cubicBezTo>
                      <a:pt x="9135" y="33"/>
                      <a:pt x="10962" y="479"/>
                      <a:pt x="12307" y="1265"/>
                    </a:cubicBezTo>
                    <a:cubicBezTo>
                      <a:pt x="13651" y="2051"/>
                      <a:pt x="14403" y="3112"/>
                      <a:pt x="14397" y="4212"/>
                    </a:cubicBezTo>
                    <a:cubicBezTo>
                      <a:pt x="14391" y="5314"/>
                      <a:pt x="13628" y="6366"/>
                      <a:pt x="12274" y="7138"/>
                    </a:cubicBezTo>
                    <a:cubicBezTo>
                      <a:pt x="10922" y="7908"/>
                      <a:pt x="9090" y="8336"/>
                      <a:pt x="7183" y="8325"/>
                    </a:cubicBezTo>
                    <a:cubicBezTo>
                      <a:pt x="3211" y="8304"/>
                      <a:pt x="1" y="6429"/>
                      <a:pt x="13" y="4135"/>
                    </a:cubicBezTo>
                    <a:cubicBezTo>
                      <a:pt x="26" y="1842"/>
                      <a:pt x="3256" y="1"/>
                      <a:pt x="7227" y="2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2404;p52">
                <a:extLst>
                  <a:ext uri="{FF2B5EF4-FFF2-40B4-BE49-F238E27FC236}">
                    <a16:creationId xmlns:a16="http://schemas.microsoft.com/office/drawing/2014/main" id="{B6B55865-B54E-4AA8-771D-96EA571EF3A7}"/>
                  </a:ext>
                </a:extLst>
              </p:cNvPr>
              <p:cNvSpPr/>
              <p:nvPr/>
            </p:nvSpPr>
            <p:spPr>
              <a:xfrm>
                <a:off x="770076" y="1521823"/>
                <a:ext cx="1026075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4" h="9124" extrusionOk="0">
                    <a:moveTo>
                      <a:pt x="12972" y="1636"/>
                    </a:moveTo>
                    <a:cubicBezTo>
                      <a:pt x="10154" y="8"/>
                      <a:pt x="5601" y="1"/>
                      <a:pt x="2800" y="1617"/>
                    </a:cubicBezTo>
                    <a:cubicBezTo>
                      <a:pt x="0" y="3234"/>
                      <a:pt x="14" y="5863"/>
                      <a:pt x="2832" y="7490"/>
                    </a:cubicBezTo>
                    <a:cubicBezTo>
                      <a:pt x="5650" y="9116"/>
                      <a:pt x="10203" y="9124"/>
                      <a:pt x="13004" y="7509"/>
                    </a:cubicBezTo>
                    <a:cubicBezTo>
                      <a:pt x="15804" y="5892"/>
                      <a:pt x="15790" y="3262"/>
                      <a:pt x="12972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2405;p52">
                <a:extLst>
                  <a:ext uri="{FF2B5EF4-FFF2-40B4-BE49-F238E27FC236}">
                    <a16:creationId xmlns:a16="http://schemas.microsoft.com/office/drawing/2014/main" id="{877B8AFE-42FD-3A39-11C0-19348DA8F2DF}"/>
                  </a:ext>
                </a:extLst>
              </p:cNvPr>
              <p:cNvSpPr/>
              <p:nvPr/>
            </p:nvSpPr>
            <p:spPr>
              <a:xfrm>
                <a:off x="1552954" y="2000004"/>
                <a:ext cx="1026075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4" h="9124" extrusionOk="0">
                    <a:moveTo>
                      <a:pt x="12972" y="1636"/>
                    </a:moveTo>
                    <a:cubicBezTo>
                      <a:pt x="10154" y="8"/>
                      <a:pt x="5601" y="1"/>
                      <a:pt x="2800" y="1617"/>
                    </a:cubicBezTo>
                    <a:cubicBezTo>
                      <a:pt x="0" y="3234"/>
                      <a:pt x="14" y="5863"/>
                      <a:pt x="2832" y="7489"/>
                    </a:cubicBezTo>
                    <a:cubicBezTo>
                      <a:pt x="5650" y="9116"/>
                      <a:pt x="10203" y="9124"/>
                      <a:pt x="13003" y="7509"/>
                    </a:cubicBezTo>
                    <a:cubicBezTo>
                      <a:pt x="15804" y="5892"/>
                      <a:pt x="15788" y="3262"/>
                      <a:pt x="12972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2406;p52">
                <a:extLst>
                  <a:ext uri="{FF2B5EF4-FFF2-40B4-BE49-F238E27FC236}">
                    <a16:creationId xmlns:a16="http://schemas.microsoft.com/office/drawing/2014/main" id="{80FC0DBF-C184-0E4B-6836-903A3BE1538A}"/>
                  </a:ext>
                </a:extLst>
              </p:cNvPr>
              <p:cNvSpPr/>
              <p:nvPr/>
            </p:nvSpPr>
            <p:spPr>
              <a:xfrm>
                <a:off x="1556915" y="1073509"/>
                <a:ext cx="1026010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3" h="9124" extrusionOk="0">
                    <a:moveTo>
                      <a:pt x="12973" y="1636"/>
                    </a:moveTo>
                    <a:cubicBezTo>
                      <a:pt x="10155" y="8"/>
                      <a:pt x="5600" y="1"/>
                      <a:pt x="2800" y="1617"/>
                    </a:cubicBezTo>
                    <a:cubicBezTo>
                      <a:pt x="1" y="3233"/>
                      <a:pt x="15" y="5863"/>
                      <a:pt x="2833" y="7489"/>
                    </a:cubicBezTo>
                    <a:cubicBezTo>
                      <a:pt x="5651" y="9116"/>
                      <a:pt x="10204" y="9124"/>
                      <a:pt x="13003" y="7507"/>
                    </a:cubicBezTo>
                    <a:cubicBezTo>
                      <a:pt x="15803" y="5891"/>
                      <a:pt x="15789" y="3262"/>
                      <a:pt x="12973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23" name="Google Shape;2407;p52">
            <a:extLst>
              <a:ext uri="{FF2B5EF4-FFF2-40B4-BE49-F238E27FC236}">
                <a16:creationId xmlns:a16="http://schemas.microsoft.com/office/drawing/2014/main" id="{CA96FF46-6306-C415-B8FC-88B96357AF0B}"/>
              </a:ext>
            </a:extLst>
          </p:cNvPr>
          <p:cNvGrpSpPr/>
          <p:nvPr/>
        </p:nvGrpSpPr>
        <p:grpSpPr>
          <a:xfrm>
            <a:off x="2204148" y="4293653"/>
            <a:ext cx="736590" cy="812000"/>
            <a:chOff x="310284" y="3367548"/>
            <a:chExt cx="872634" cy="961971"/>
          </a:xfrm>
        </p:grpSpPr>
        <p:sp>
          <p:nvSpPr>
            <p:cNvPr id="1424" name="Google Shape;2408;p52">
              <a:extLst>
                <a:ext uri="{FF2B5EF4-FFF2-40B4-BE49-F238E27FC236}">
                  <a16:creationId xmlns:a16="http://schemas.microsoft.com/office/drawing/2014/main" id="{C4F31396-A51C-7FD8-B7BC-D41A4184776A}"/>
                </a:ext>
              </a:extLst>
            </p:cNvPr>
            <p:cNvSpPr/>
            <p:nvPr/>
          </p:nvSpPr>
          <p:spPr>
            <a:xfrm rot="5400000">
              <a:off x="265615" y="3412217"/>
              <a:ext cx="961971" cy="872634"/>
            </a:xfrm>
            <a:custGeom>
              <a:avLst/>
              <a:gdLst/>
              <a:ahLst/>
              <a:cxnLst/>
              <a:rect l="l" t="t" r="r" b="b"/>
              <a:pathLst>
                <a:path w="34170" h="17973" extrusionOk="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rgbClr val="68BAAC">
                    <a:alpha val="59216"/>
                  </a:srgbClr>
                </a:gs>
                <a:gs pos="83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409;p52">
              <a:extLst>
                <a:ext uri="{FF2B5EF4-FFF2-40B4-BE49-F238E27FC236}">
                  <a16:creationId xmlns:a16="http://schemas.microsoft.com/office/drawing/2014/main" id="{C3F912F2-B9E2-072D-85B9-FFA84486112B}"/>
                </a:ext>
              </a:extLst>
            </p:cNvPr>
            <p:cNvSpPr/>
            <p:nvPr/>
          </p:nvSpPr>
          <p:spPr>
            <a:xfrm rot="5400000">
              <a:off x="308502" y="3412272"/>
              <a:ext cx="876247" cy="872488"/>
            </a:xfrm>
            <a:custGeom>
              <a:avLst/>
              <a:gdLst/>
              <a:ahLst/>
              <a:cxnLst/>
              <a:rect l="l" t="t" r="r" b="b"/>
              <a:pathLst>
                <a:path w="31125" h="17970" extrusionOk="0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6" name="Subtitle 1229">
            <a:extLst>
              <a:ext uri="{FF2B5EF4-FFF2-40B4-BE49-F238E27FC236}">
                <a16:creationId xmlns:a16="http://schemas.microsoft.com/office/drawing/2014/main" id="{3B3E222B-B1A8-0809-4B36-4B25E842DA53}"/>
              </a:ext>
            </a:extLst>
          </p:cNvPr>
          <p:cNvSpPr txBox="1">
            <a:spLocks/>
          </p:cNvSpPr>
          <p:nvPr/>
        </p:nvSpPr>
        <p:spPr>
          <a:xfrm>
            <a:off x="261379" y="2190437"/>
            <a:ext cx="5889861" cy="2399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6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sv-SE"/>
              <a:t>Positive feedback for making progress.</a:t>
            </a:r>
          </a:p>
          <a:p>
            <a:pPr>
              <a:buFont typeface="Arial" panose="020B0604020202020204" pitchFamily="34" charset="0"/>
              <a:buChar char="•"/>
            </a:pPr>
            <a:endParaRPr lang="sv-SE"/>
          </a:p>
          <a:p>
            <a:pPr>
              <a:buFont typeface="Arial" panose="020B0604020202020204" pitchFamily="34" charset="0"/>
              <a:buChar char="•"/>
            </a:pPr>
            <a:r>
              <a:rPr lang="sv-SE"/>
              <a:t>Learn to reach checkpoints and complete the course. </a:t>
            </a:r>
          </a:p>
          <a:p>
            <a:pPr>
              <a:buFont typeface="Arial" panose="020B0604020202020204" pitchFamily="34" charset="0"/>
              <a:buChar char="•"/>
            </a:pPr>
            <a:endParaRPr lang="sv-SE"/>
          </a:p>
          <a:p>
            <a:pPr>
              <a:buFont typeface="Arial" panose="020B0604020202020204" pitchFamily="34" charset="0"/>
              <a:buChar char="•"/>
            </a:pPr>
            <a:r>
              <a:rPr lang="sv-SE"/>
              <a:t>Better path efficiency is part of evaluating performance.</a:t>
            </a:r>
          </a:p>
          <a:p>
            <a:pPr>
              <a:buFont typeface="Arial" panose="020B0604020202020204" pitchFamily="34" charset="0"/>
              <a:buChar char="•"/>
            </a:pPr>
            <a:endParaRPr lang="sv-SE"/>
          </a:p>
          <a:p>
            <a:pPr>
              <a:buFont typeface="Arial" panose="020B0604020202020204" pitchFamily="34" charset="0"/>
              <a:buChar char="•"/>
            </a:pPr>
            <a:r>
              <a:rPr lang="sv-SE"/>
              <a:t>Repeated attems help the AI discover better behaviour.</a:t>
            </a:r>
          </a:p>
        </p:txBody>
      </p:sp>
    </p:spTree>
    <p:extLst>
      <p:ext uri="{BB962C8B-B14F-4D97-AF65-F5344CB8AC3E}">
        <p14:creationId xmlns:p14="http://schemas.microsoft.com/office/powerpoint/2010/main" val="2185203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>
          <a:extLst>
            <a:ext uri="{FF2B5EF4-FFF2-40B4-BE49-F238E27FC236}">
              <a16:creationId xmlns:a16="http://schemas.microsoft.com/office/drawing/2014/main" id="{FC13225D-209C-E104-AAC7-14B6DD3EE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4">
            <a:extLst>
              <a:ext uri="{FF2B5EF4-FFF2-40B4-BE49-F238E27FC236}">
                <a16:creationId xmlns:a16="http://schemas.microsoft.com/office/drawing/2014/main" id="{E8C4AE20-41AF-2DFE-C6C9-3C24590760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582" y="1240787"/>
            <a:ext cx="662534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3200"/>
              <a:t>[RL] </a:t>
            </a:r>
            <a:r>
              <a:rPr lang="sv-SE" sz="2000"/>
              <a:t>Reinforcement learning</a:t>
            </a:r>
            <a:endParaRPr lang="en-GB" sz="3200"/>
          </a:p>
        </p:txBody>
      </p:sp>
      <p:sp>
        <p:nvSpPr>
          <p:cNvPr id="1019" name="Google Shape;1019;p44">
            <a:extLst>
              <a:ext uri="{FF2B5EF4-FFF2-40B4-BE49-F238E27FC236}">
                <a16:creationId xmlns:a16="http://schemas.microsoft.com/office/drawing/2014/main" id="{211F73B1-AB8E-3B66-6DF0-E287BCE3264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032" y="398987"/>
            <a:ext cx="179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20" name="Google Shape;1020;p44">
            <a:extLst>
              <a:ext uri="{FF2B5EF4-FFF2-40B4-BE49-F238E27FC236}">
                <a16:creationId xmlns:a16="http://schemas.microsoft.com/office/drawing/2014/main" id="{0014FE36-CA41-C52E-23D1-66A66D916B69}"/>
              </a:ext>
            </a:extLst>
          </p:cNvPr>
          <p:cNvSpPr/>
          <p:nvPr/>
        </p:nvSpPr>
        <p:spPr>
          <a:xfrm>
            <a:off x="217582" y="1974737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8" name="Google Shape;1198;p44">
            <a:extLst>
              <a:ext uri="{FF2B5EF4-FFF2-40B4-BE49-F238E27FC236}">
                <a16:creationId xmlns:a16="http://schemas.microsoft.com/office/drawing/2014/main" id="{4DE9E571-F966-1685-E21E-05D8AA874CDC}"/>
              </a:ext>
            </a:extLst>
          </p:cNvPr>
          <p:cNvGrpSpPr/>
          <p:nvPr/>
        </p:nvGrpSpPr>
        <p:grpSpPr>
          <a:xfrm>
            <a:off x="7520016" y="4134363"/>
            <a:ext cx="538155" cy="568125"/>
            <a:chOff x="-3171395" y="736983"/>
            <a:chExt cx="1712232" cy="1807587"/>
          </a:xfrm>
        </p:grpSpPr>
        <p:grpSp>
          <p:nvGrpSpPr>
            <p:cNvPr id="1199" name="Google Shape;1199;p44">
              <a:extLst>
                <a:ext uri="{FF2B5EF4-FFF2-40B4-BE49-F238E27FC236}">
                  <a16:creationId xmlns:a16="http://schemas.microsoft.com/office/drawing/2014/main" id="{8F671ED9-4FFD-5860-C96E-BF0798AE6777}"/>
                </a:ext>
              </a:extLst>
            </p:cNvPr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200" name="Google Shape;1200;p44">
                <a:extLst>
                  <a:ext uri="{FF2B5EF4-FFF2-40B4-BE49-F238E27FC236}">
                    <a16:creationId xmlns:a16="http://schemas.microsoft.com/office/drawing/2014/main" id="{370946E4-F67D-DC64-A2DC-7387490C79C5}"/>
                  </a:ext>
                </a:extLst>
              </p:cNvPr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4">
                <a:extLst>
                  <a:ext uri="{FF2B5EF4-FFF2-40B4-BE49-F238E27FC236}">
                    <a16:creationId xmlns:a16="http://schemas.microsoft.com/office/drawing/2014/main" id="{4B4C28F8-472B-514D-1064-EE1107D749F8}"/>
                  </a:ext>
                </a:extLst>
              </p:cNvPr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2" name="Google Shape;1202;p44">
              <a:extLst>
                <a:ext uri="{FF2B5EF4-FFF2-40B4-BE49-F238E27FC236}">
                  <a16:creationId xmlns:a16="http://schemas.microsoft.com/office/drawing/2014/main" id="{75990B59-8C43-62EB-63CD-77B140CEBBA4}"/>
                </a:ext>
              </a:extLst>
            </p:cNvPr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203" name="Google Shape;1203;p44">
                <a:extLst>
                  <a:ext uri="{FF2B5EF4-FFF2-40B4-BE49-F238E27FC236}">
                    <a16:creationId xmlns:a16="http://schemas.microsoft.com/office/drawing/2014/main" id="{68161B8B-3AC4-37B5-98F0-A006AAA4B94F}"/>
                  </a:ext>
                </a:extLst>
              </p:cNvPr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4">
                <a:extLst>
                  <a:ext uri="{FF2B5EF4-FFF2-40B4-BE49-F238E27FC236}">
                    <a16:creationId xmlns:a16="http://schemas.microsoft.com/office/drawing/2014/main" id="{869CA39F-4178-F926-D905-93A544682EA0}"/>
                  </a:ext>
                </a:extLst>
              </p:cNvPr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4">
                <a:extLst>
                  <a:ext uri="{FF2B5EF4-FFF2-40B4-BE49-F238E27FC236}">
                    <a16:creationId xmlns:a16="http://schemas.microsoft.com/office/drawing/2014/main" id="{6A914F85-2818-69C9-CDB8-77D678F2CEB0}"/>
                  </a:ext>
                </a:extLst>
              </p:cNvPr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4">
                <a:extLst>
                  <a:ext uri="{FF2B5EF4-FFF2-40B4-BE49-F238E27FC236}">
                    <a16:creationId xmlns:a16="http://schemas.microsoft.com/office/drawing/2014/main" id="{64A57F8D-121E-2588-BDB3-EB425A5E4402}"/>
                  </a:ext>
                </a:extLst>
              </p:cNvPr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33" name="Google Shape;2198;p52">
            <a:extLst>
              <a:ext uri="{FF2B5EF4-FFF2-40B4-BE49-F238E27FC236}">
                <a16:creationId xmlns:a16="http://schemas.microsoft.com/office/drawing/2014/main" id="{B61C563E-D0ED-8CF4-CC61-F1572851CB32}"/>
              </a:ext>
            </a:extLst>
          </p:cNvPr>
          <p:cNvGrpSpPr/>
          <p:nvPr/>
        </p:nvGrpSpPr>
        <p:grpSpPr>
          <a:xfrm flipH="1">
            <a:off x="6027739" y="207121"/>
            <a:ext cx="2323324" cy="1361766"/>
            <a:chOff x="2540729" y="391407"/>
            <a:chExt cx="2172754" cy="1362719"/>
          </a:xfrm>
        </p:grpSpPr>
        <p:sp>
          <p:nvSpPr>
            <p:cNvPr id="1234" name="Google Shape;2199;p52">
              <a:extLst>
                <a:ext uri="{FF2B5EF4-FFF2-40B4-BE49-F238E27FC236}">
                  <a16:creationId xmlns:a16="http://schemas.microsoft.com/office/drawing/2014/main" id="{DEC3C7FE-9F64-CD95-5F96-A64D7346BAF3}"/>
                </a:ext>
              </a:extLst>
            </p:cNvPr>
            <p:cNvSpPr/>
            <p:nvPr/>
          </p:nvSpPr>
          <p:spPr>
            <a:xfrm>
              <a:off x="3927190" y="948713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2200;p52">
              <a:extLst>
                <a:ext uri="{FF2B5EF4-FFF2-40B4-BE49-F238E27FC236}">
                  <a16:creationId xmlns:a16="http://schemas.microsoft.com/office/drawing/2014/main" id="{8670AEB9-DCAD-8DB3-3ABF-800C403F9D6F}"/>
                </a:ext>
              </a:extLst>
            </p:cNvPr>
            <p:cNvSpPr/>
            <p:nvPr/>
          </p:nvSpPr>
          <p:spPr>
            <a:xfrm rot="5400000">
              <a:off x="3577039" y="851418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2201;p52">
              <a:extLst>
                <a:ext uri="{FF2B5EF4-FFF2-40B4-BE49-F238E27FC236}">
                  <a16:creationId xmlns:a16="http://schemas.microsoft.com/office/drawing/2014/main" id="{04080D88-4025-0815-5DEE-74F7664B0FCC}"/>
                </a:ext>
              </a:extLst>
            </p:cNvPr>
            <p:cNvSpPr/>
            <p:nvPr/>
          </p:nvSpPr>
          <p:spPr>
            <a:xfrm>
              <a:off x="3391357" y="62291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2202;p52">
              <a:extLst>
                <a:ext uri="{FF2B5EF4-FFF2-40B4-BE49-F238E27FC236}">
                  <a16:creationId xmlns:a16="http://schemas.microsoft.com/office/drawing/2014/main" id="{F0401AE4-9A78-B909-4563-E7819917D3AF}"/>
                </a:ext>
              </a:extLst>
            </p:cNvPr>
            <p:cNvSpPr/>
            <p:nvPr/>
          </p:nvSpPr>
          <p:spPr>
            <a:xfrm>
              <a:off x="3418336" y="643668"/>
              <a:ext cx="732909" cy="18096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2203;p52">
              <a:extLst>
                <a:ext uri="{FF2B5EF4-FFF2-40B4-BE49-F238E27FC236}">
                  <a16:creationId xmlns:a16="http://schemas.microsoft.com/office/drawing/2014/main" id="{B2D10B67-6E07-E5E7-7E0A-3D8F5C6AC31D}"/>
                </a:ext>
              </a:extLst>
            </p:cNvPr>
            <p:cNvSpPr/>
            <p:nvPr/>
          </p:nvSpPr>
          <p:spPr>
            <a:xfrm>
              <a:off x="3746784" y="64406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2204;p52">
              <a:extLst>
                <a:ext uri="{FF2B5EF4-FFF2-40B4-BE49-F238E27FC236}">
                  <a16:creationId xmlns:a16="http://schemas.microsoft.com/office/drawing/2014/main" id="{7FDC2F3E-2462-77BD-6EC7-671EB6FA967A}"/>
                </a:ext>
              </a:extLst>
            </p:cNvPr>
            <p:cNvSpPr/>
            <p:nvPr/>
          </p:nvSpPr>
          <p:spPr>
            <a:xfrm>
              <a:off x="3425920" y="39625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2205;p52">
              <a:extLst>
                <a:ext uri="{FF2B5EF4-FFF2-40B4-BE49-F238E27FC236}">
                  <a16:creationId xmlns:a16="http://schemas.microsoft.com/office/drawing/2014/main" id="{597C6462-DB55-921D-F66F-F2A4A27E6155}"/>
                </a:ext>
              </a:extLst>
            </p:cNvPr>
            <p:cNvSpPr/>
            <p:nvPr/>
          </p:nvSpPr>
          <p:spPr>
            <a:xfrm>
              <a:off x="3389259" y="39643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2206;p52">
              <a:extLst>
                <a:ext uri="{FF2B5EF4-FFF2-40B4-BE49-F238E27FC236}">
                  <a16:creationId xmlns:a16="http://schemas.microsoft.com/office/drawing/2014/main" id="{D7CF77A9-3469-EE45-BE17-0C7757F0C669}"/>
                </a:ext>
              </a:extLst>
            </p:cNvPr>
            <p:cNvSpPr/>
            <p:nvPr/>
          </p:nvSpPr>
          <p:spPr>
            <a:xfrm>
              <a:off x="3773613" y="44729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2207;p52">
              <a:extLst>
                <a:ext uri="{FF2B5EF4-FFF2-40B4-BE49-F238E27FC236}">
                  <a16:creationId xmlns:a16="http://schemas.microsoft.com/office/drawing/2014/main" id="{0A9B3A12-F7D8-D881-A77E-84F9F3B50BE1}"/>
                </a:ext>
              </a:extLst>
            </p:cNvPr>
            <p:cNvSpPr/>
            <p:nvPr/>
          </p:nvSpPr>
          <p:spPr>
            <a:xfrm>
              <a:off x="3773613" y="60731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2208;p52">
              <a:extLst>
                <a:ext uri="{FF2B5EF4-FFF2-40B4-BE49-F238E27FC236}">
                  <a16:creationId xmlns:a16="http://schemas.microsoft.com/office/drawing/2014/main" id="{F4D5E9B4-08D8-C761-7AB9-4DBF4ED10AE3}"/>
                </a:ext>
              </a:extLst>
            </p:cNvPr>
            <p:cNvSpPr/>
            <p:nvPr/>
          </p:nvSpPr>
          <p:spPr>
            <a:xfrm>
              <a:off x="3734942" y="60359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2209;p52">
              <a:extLst>
                <a:ext uri="{FF2B5EF4-FFF2-40B4-BE49-F238E27FC236}">
                  <a16:creationId xmlns:a16="http://schemas.microsoft.com/office/drawing/2014/main" id="{C7BDB1B7-E5A1-350B-4C90-F3B9ED30FD5D}"/>
                </a:ext>
              </a:extLst>
            </p:cNvPr>
            <p:cNvSpPr/>
            <p:nvPr/>
          </p:nvSpPr>
          <p:spPr>
            <a:xfrm>
              <a:off x="3737913" y="58030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2210;p52">
              <a:extLst>
                <a:ext uri="{FF2B5EF4-FFF2-40B4-BE49-F238E27FC236}">
                  <a16:creationId xmlns:a16="http://schemas.microsoft.com/office/drawing/2014/main" id="{AD0E8ABF-922A-5A87-2D41-8136CA9944CB}"/>
                </a:ext>
              </a:extLst>
            </p:cNvPr>
            <p:cNvSpPr/>
            <p:nvPr/>
          </p:nvSpPr>
          <p:spPr>
            <a:xfrm>
              <a:off x="3734374" y="57685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2211;p52">
              <a:extLst>
                <a:ext uri="{FF2B5EF4-FFF2-40B4-BE49-F238E27FC236}">
                  <a16:creationId xmlns:a16="http://schemas.microsoft.com/office/drawing/2014/main" id="{50674513-ACD3-A8BC-89CC-1AAB75C8E59A}"/>
                </a:ext>
              </a:extLst>
            </p:cNvPr>
            <p:cNvSpPr/>
            <p:nvPr/>
          </p:nvSpPr>
          <p:spPr>
            <a:xfrm>
              <a:off x="3800006" y="45218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2212;p52">
              <a:extLst>
                <a:ext uri="{FF2B5EF4-FFF2-40B4-BE49-F238E27FC236}">
                  <a16:creationId xmlns:a16="http://schemas.microsoft.com/office/drawing/2014/main" id="{7495E4DC-9413-33A2-A6FE-35D6D0975EED}"/>
                </a:ext>
              </a:extLst>
            </p:cNvPr>
            <p:cNvSpPr/>
            <p:nvPr/>
          </p:nvSpPr>
          <p:spPr>
            <a:xfrm>
              <a:off x="3788994" y="39140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2213;p52">
              <a:extLst>
                <a:ext uri="{FF2B5EF4-FFF2-40B4-BE49-F238E27FC236}">
                  <a16:creationId xmlns:a16="http://schemas.microsoft.com/office/drawing/2014/main" id="{54882152-0055-9D9C-B014-8D37179D526D}"/>
                </a:ext>
              </a:extLst>
            </p:cNvPr>
            <p:cNvSpPr/>
            <p:nvPr/>
          </p:nvSpPr>
          <p:spPr>
            <a:xfrm>
              <a:off x="3761509" y="51563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2214;p52">
              <a:extLst>
                <a:ext uri="{FF2B5EF4-FFF2-40B4-BE49-F238E27FC236}">
                  <a16:creationId xmlns:a16="http://schemas.microsoft.com/office/drawing/2014/main" id="{8819E980-6576-3DB8-CDB0-D6FCBB7A805B}"/>
                </a:ext>
              </a:extLst>
            </p:cNvPr>
            <p:cNvSpPr/>
            <p:nvPr/>
          </p:nvSpPr>
          <p:spPr>
            <a:xfrm>
              <a:off x="3761640" y="50340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2215;p52">
              <a:extLst>
                <a:ext uri="{FF2B5EF4-FFF2-40B4-BE49-F238E27FC236}">
                  <a16:creationId xmlns:a16="http://schemas.microsoft.com/office/drawing/2014/main" id="{85FD0F33-9A37-EC42-174D-C6F613113D7D}"/>
                </a:ext>
              </a:extLst>
            </p:cNvPr>
            <p:cNvSpPr/>
            <p:nvPr/>
          </p:nvSpPr>
          <p:spPr>
            <a:xfrm>
              <a:off x="3764000" y="50541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2216;p52">
              <a:extLst>
                <a:ext uri="{FF2B5EF4-FFF2-40B4-BE49-F238E27FC236}">
                  <a16:creationId xmlns:a16="http://schemas.microsoft.com/office/drawing/2014/main" id="{F98B72FF-BAB3-D1DE-F1A6-E669E69F63E9}"/>
                </a:ext>
              </a:extLst>
            </p:cNvPr>
            <p:cNvSpPr/>
            <p:nvPr/>
          </p:nvSpPr>
          <p:spPr>
            <a:xfrm>
              <a:off x="3756921" y="54373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2217;p52">
              <a:extLst>
                <a:ext uri="{FF2B5EF4-FFF2-40B4-BE49-F238E27FC236}">
                  <a16:creationId xmlns:a16="http://schemas.microsoft.com/office/drawing/2014/main" id="{5530C0B5-7D67-804D-91A1-6772AC12999C}"/>
                </a:ext>
              </a:extLst>
            </p:cNvPr>
            <p:cNvSpPr/>
            <p:nvPr/>
          </p:nvSpPr>
          <p:spPr>
            <a:xfrm>
              <a:off x="3726159" y="58441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2218;p52">
              <a:extLst>
                <a:ext uri="{FF2B5EF4-FFF2-40B4-BE49-F238E27FC236}">
                  <a16:creationId xmlns:a16="http://schemas.microsoft.com/office/drawing/2014/main" id="{A1FE9A85-3174-02EC-4223-30FAB40AB91A}"/>
                </a:ext>
              </a:extLst>
            </p:cNvPr>
            <p:cNvSpPr/>
            <p:nvPr/>
          </p:nvSpPr>
          <p:spPr>
            <a:xfrm>
              <a:off x="3562428" y="60320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2219;p52">
              <a:extLst>
                <a:ext uri="{FF2B5EF4-FFF2-40B4-BE49-F238E27FC236}">
                  <a16:creationId xmlns:a16="http://schemas.microsoft.com/office/drawing/2014/main" id="{2DD17B37-73D4-451D-9390-E6471AE6B365}"/>
                </a:ext>
              </a:extLst>
            </p:cNvPr>
            <p:cNvSpPr/>
            <p:nvPr/>
          </p:nvSpPr>
          <p:spPr>
            <a:xfrm>
              <a:off x="3540711" y="66066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2220;p52">
              <a:extLst>
                <a:ext uri="{FF2B5EF4-FFF2-40B4-BE49-F238E27FC236}">
                  <a16:creationId xmlns:a16="http://schemas.microsoft.com/office/drawing/2014/main" id="{9BF5516E-7803-326F-7A92-2B7A98401B3D}"/>
                </a:ext>
              </a:extLst>
            </p:cNvPr>
            <p:cNvSpPr/>
            <p:nvPr/>
          </p:nvSpPr>
          <p:spPr>
            <a:xfrm>
              <a:off x="3540798" y="52354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2221;p52">
              <a:extLst>
                <a:ext uri="{FF2B5EF4-FFF2-40B4-BE49-F238E27FC236}">
                  <a16:creationId xmlns:a16="http://schemas.microsoft.com/office/drawing/2014/main" id="{7491CAB3-12C0-C641-FC5E-A54272F2665B}"/>
                </a:ext>
              </a:extLst>
            </p:cNvPr>
            <p:cNvSpPr/>
            <p:nvPr/>
          </p:nvSpPr>
          <p:spPr>
            <a:xfrm>
              <a:off x="3106572" y="1450603"/>
              <a:ext cx="732890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2222;p52">
              <a:extLst>
                <a:ext uri="{FF2B5EF4-FFF2-40B4-BE49-F238E27FC236}">
                  <a16:creationId xmlns:a16="http://schemas.microsoft.com/office/drawing/2014/main" id="{3307A7DB-6B3A-E7B6-56FB-D6C9A9E8746F}"/>
                </a:ext>
              </a:extLst>
            </p:cNvPr>
            <p:cNvSpPr/>
            <p:nvPr/>
          </p:nvSpPr>
          <p:spPr>
            <a:xfrm>
              <a:off x="2962182" y="1113887"/>
              <a:ext cx="409314" cy="51738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2223;p52">
              <a:extLst>
                <a:ext uri="{FF2B5EF4-FFF2-40B4-BE49-F238E27FC236}">
                  <a16:creationId xmlns:a16="http://schemas.microsoft.com/office/drawing/2014/main" id="{14C8A916-E554-6D77-EB83-98C5FAF4BA39}"/>
                </a:ext>
              </a:extLst>
            </p:cNvPr>
            <p:cNvSpPr/>
            <p:nvPr/>
          </p:nvSpPr>
          <p:spPr>
            <a:xfrm>
              <a:off x="2542827" y="1111221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2224;p52">
              <a:extLst>
                <a:ext uri="{FF2B5EF4-FFF2-40B4-BE49-F238E27FC236}">
                  <a16:creationId xmlns:a16="http://schemas.microsoft.com/office/drawing/2014/main" id="{416F59A8-AA37-56E8-4DF4-8437F0229251}"/>
                </a:ext>
              </a:extLst>
            </p:cNvPr>
            <p:cNvSpPr/>
            <p:nvPr/>
          </p:nvSpPr>
          <p:spPr>
            <a:xfrm>
              <a:off x="3748368" y="922890"/>
              <a:ext cx="50077" cy="40726"/>
            </a:xfrm>
            <a:custGeom>
              <a:avLst/>
              <a:gdLst/>
              <a:ahLst/>
              <a:cxnLst/>
              <a:rect l="l" t="t" r="r" b="b"/>
              <a:pathLst>
                <a:path w="1146" h="932" extrusionOk="0">
                  <a:moveTo>
                    <a:pt x="571" y="0"/>
                  </a:moveTo>
                  <a:cubicBezTo>
                    <a:pt x="257" y="0"/>
                    <a:pt x="2" y="207"/>
                    <a:pt x="1" y="465"/>
                  </a:cubicBezTo>
                  <a:cubicBezTo>
                    <a:pt x="1" y="722"/>
                    <a:pt x="256" y="931"/>
                    <a:pt x="572" y="931"/>
                  </a:cubicBezTo>
                  <a:cubicBezTo>
                    <a:pt x="573" y="931"/>
                    <a:pt x="574" y="931"/>
                    <a:pt x="575" y="931"/>
                  </a:cubicBezTo>
                  <a:cubicBezTo>
                    <a:pt x="889" y="931"/>
                    <a:pt x="1144" y="724"/>
                    <a:pt x="1145" y="470"/>
                  </a:cubicBezTo>
                  <a:cubicBezTo>
                    <a:pt x="1145" y="211"/>
                    <a:pt x="890" y="2"/>
                    <a:pt x="575" y="0"/>
                  </a:cubicBezTo>
                  <a:cubicBezTo>
                    <a:pt x="574" y="0"/>
                    <a:pt x="572" y="0"/>
                    <a:pt x="57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2225;p52">
              <a:extLst>
                <a:ext uri="{FF2B5EF4-FFF2-40B4-BE49-F238E27FC236}">
                  <a16:creationId xmlns:a16="http://schemas.microsoft.com/office/drawing/2014/main" id="{E452DA52-EAD1-7DA0-8DC3-5680E3889843}"/>
                </a:ext>
              </a:extLst>
            </p:cNvPr>
            <p:cNvSpPr/>
            <p:nvPr/>
          </p:nvSpPr>
          <p:spPr>
            <a:xfrm>
              <a:off x="3934952" y="789484"/>
              <a:ext cx="111647" cy="232340"/>
            </a:xfrm>
            <a:custGeom>
              <a:avLst/>
              <a:gdLst/>
              <a:ahLst/>
              <a:cxnLst/>
              <a:rect l="l" t="t" r="r" b="b"/>
              <a:pathLst>
                <a:path w="2555" h="5317" extrusionOk="0">
                  <a:moveTo>
                    <a:pt x="2547" y="0"/>
                  </a:moveTo>
                  <a:cubicBezTo>
                    <a:pt x="2424" y="71"/>
                    <a:pt x="2307" y="145"/>
                    <a:pt x="2191" y="220"/>
                  </a:cubicBezTo>
                  <a:cubicBezTo>
                    <a:pt x="2156" y="242"/>
                    <a:pt x="2122" y="266"/>
                    <a:pt x="2088" y="288"/>
                  </a:cubicBezTo>
                  <a:cubicBezTo>
                    <a:pt x="2010" y="342"/>
                    <a:pt x="1931" y="397"/>
                    <a:pt x="1858" y="451"/>
                  </a:cubicBezTo>
                  <a:cubicBezTo>
                    <a:pt x="1822" y="477"/>
                    <a:pt x="1787" y="502"/>
                    <a:pt x="1753" y="529"/>
                  </a:cubicBezTo>
                  <a:cubicBezTo>
                    <a:pt x="1676" y="588"/>
                    <a:pt x="1601" y="648"/>
                    <a:pt x="1528" y="709"/>
                  </a:cubicBezTo>
                  <a:cubicBezTo>
                    <a:pt x="1505" y="729"/>
                    <a:pt x="1481" y="748"/>
                    <a:pt x="1458" y="768"/>
                  </a:cubicBezTo>
                  <a:cubicBezTo>
                    <a:pt x="1364" y="849"/>
                    <a:pt x="1276" y="931"/>
                    <a:pt x="1192" y="1014"/>
                  </a:cubicBezTo>
                  <a:cubicBezTo>
                    <a:pt x="1173" y="1032"/>
                    <a:pt x="1156" y="1051"/>
                    <a:pt x="1138" y="1069"/>
                  </a:cubicBezTo>
                  <a:cubicBezTo>
                    <a:pt x="1073" y="1134"/>
                    <a:pt x="1012" y="1201"/>
                    <a:pt x="953" y="1268"/>
                  </a:cubicBezTo>
                  <a:cubicBezTo>
                    <a:pt x="929" y="1295"/>
                    <a:pt x="904" y="1324"/>
                    <a:pt x="879" y="1352"/>
                  </a:cubicBezTo>
                  <a:cubicBezTo>
                    <a:pt x="829" y="1414"/>
                    <a:pt x="781" y="1474"/>
                    <a:pt x="735" y="1535"/>
                  </a:cubicBezTo>
                  <a:cubicBezTo>
                    <a:pt x="713" y="1563"/>
                    <a:pt x="692" y="1591"/>
                    <a:pt x="672" y="1618"/>
                  </a:cubicBezTo>
                  <a:cubicBezTo>
                    <a:pt x="615" y="1697"/>
                    <a:pt x="561" y="1778"/>
                    <a:pt x="510" y="1860"/>
                  </a:cubicBezTo>
                  <a:cubicBezTo>
                    <a:pt x="506" y="1867"/>
                    <a:pt x="499" y="1874"/>
                    <a:pt x="495" y="1883"/>
                  </a:cubicBezTo>
                  <a:cubicBezTo>
                    <a:pt x="442" y="1972"/>
                    <a:pt x="393" y="2063"/>
                    <a:pt x="349" y="2152"/>
                  </a:cubicBezTo>
                  <a:cubicBezTo>
                    <a:pt x="335" y="2178"/>
                    <a:pt x="322" y="2206"/>
                    <a:pt x="310" y="2234"/>
                  </a:cubicBezTo>
                  <a:cubicBezTo>
                    <a:pt x="281" y="2300"/>
                    <a:pt x="252" y="2364"/>
                    <a:pt x="226" y="2429"/>
                  </a:cubicBezTo>
                  <a:cubicBezTo>
                    <a:pt x="215" y="2461"/>
                    <a:pt x="204" y="2490"/>
                    <a:pt x="192" y="2523"/>
                  </a:cubicBezTo>
                  <a:cubicBezTo>
                    <a:pt x="167" y="2590"/>
                    <a:pt x="146" y="2658"/>
                    <a:pt x="127" y="2727"/>
                  </a:cubicBezTo>
                  <a:cubicBezTo>
                    <a:pt x="119" y="2752"/>
                    <a:pt x="110" y="2775"/>
                    <a:pt x="104" y="2801"/>
                  </a:cubicBezTo>
                  <a:cubicBezTo>
                    <a:pt x="81" y="2893"/>
                    <a:pt x="63" y="2986"/>
                    <a:pt x="47" y="3078"/>
                  </a:cubicBezTo>
                  <a:cubicBezTo>
                    <a:pt x="44" y="3096"/>
                    <a:pt x="43" y="3113"/>
                    <a:pt x="41" y="3132"/>
                  </a:cubicBezTo>
                  <a:cubicBezTo>
                    <a:pt x="30" y="3207"/>
                    <a:pt x="21" y="3283"/>
                    <a:pt x="16" y="3359"/>
                  </a:cubicBezTo>
                  <a:cubicBezTo>
                    <a:pt x="15" y="3390"/>
                    <a:pt x="15" y="3421"/>
                    <a:pt x="13" y="3452"/>
                  </a:cubicBezTo>
                  <a:cubicBezTo>
                    <a:pt x="1" y="3842"/>
                    <a:pt x="67" y="4235"/>
                    <a:pt x="213" y="4621"/>
                  </a:cubicBezTo>
                  <a:lnTo>
                    <a:pt x="216" y="5316"/>
                  </a:lnTo>
                  <a:cubicBezTo>
                    <a:pt x="556" y="4407"/>
                    <a:pt x="1333" y="2544"/>
                    <a:pt x="2554" y="1838"/>
                  </a:cubicBezTo>
                  <a:lnTo>
                    <a:pt x="2547" y="0"/>
                  </a:ln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2226;p52">
              <a:extLst>
                <a:ext uri="{FF2B5EF4-FFF2-40B4-BE49-F238E27FC236}">
                  <a16:creationId xmlns:a16="http://schemas.microsoft.com/office/drawing/2014/main" id="{C9CB47E7-2B39-40B6-2F12-518EB8986226}"/>
                </a:ext>
              </a:extLst>
            </p:cNvPr>
            <p:cNvSpPr/>
            <p:nvPr/>
          </p:nvSpPr>
          <p:spPr>
            <a:xfrm>
              <a:off x="3159908" y="841833"/>
              <a:ext cx="224037" cy="265331"/>
            </a:xfrm>
            <a:custGeom>
              <a:avLst/>
              <a:gdLst/>
              <a:ahLst/>
              <a:cxnLst/>
              <a:rect l="l" t="t" r="r" b="b"/>
              <a:pathLst>
                <a:path w="5127" h="6072" extrusionOk="0">
                  <a:moveTo>
                    <a:pt x="1" y="0"/>
                  </a:moveTo>
                  <a:lnTo>
                    <a:pt x="10" y="2840"/>
                  </a:lnTo>
                  <a:lnTo>
                    <a:pt x="1801" y="4576"/>
                  </a:lnTo>
                  <a:cubicBezTo>
                    <a:pt x="2273" y="5036"/>
                    <a:pt x="2993" y="5595"/>
                    <a:pt x="3643" y="6072"/>
                  </a:cubicBezTo>
                  <a:lnTo>
                    <a:pt x="3640" y="5138"/>
                  </a:lnTo>
                  <a:lnTo>
                    <a:pt x="5126" y="4281"/>
                  </a:lnTo>
                  <a:cubicBezTo>
                    <a:pt x="5011" y="4204"/>
                    <a:pt x="2820" y="2737"/>
                    <a:pt x="1791" y="1738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2227;p52">
              <a:extLst>
                <a:ext uri="{FF2B5EF4-FFF2-40B4-BE49-F238E27FC236}">
                  <a16:creationId xmlns:a16="http://schemas.microsoft.com/office/drawing/2014/main" id="{BB1C5A54-A610-F68E-1935-77AB060CE597}"/>
                </a:ext>
              </a:extLst>
            </p:cNvPr>
            <p:cNvSpPr/>
            <p:nvPr/>
          </p:nvSpPr>
          <p:spPr>
            <a:xfrm>
              <a:off x="3325867" y="1091470"/>
              <a:ext cx="787" cy="4938"/>
            </a:xfrm>
            <a:custGeom>
              <a:avLst/>
              <a:gdLst/>
              <a:ahLst/>
              <a:cxnLst/>
              <a:rect l="l" t="t" r="r" b="b"/>
              <a:pathLst>
                <a:path w="18" h="113" extrusionOk="0">
                  <a:moveTo>
                    <a:pt x="1" y="0"/>
                  </a:moveTo>
                  <a:cubicBezTo>
                    <a:pt x="7" y="37"/>
                    <a:pt x="13" y="76"/>
                    <a:pt x="18" y="112"/>
                  </a:cubicBezTo>
                  <a:cubicBezTo>
                    <a:pt x="13" y="76"/>
                    <a:pt x="7" y="37"/>
                    <a:pt x="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2228;p52">
              <a:extLst>
                <a:ext uri="{FF2B5EF4-FFF2-40B4-BE49-F238E27FC236}">
                  <a16:creationId xmlns:a16="http://schemas.microsoft.com/office/drawing/2014/main" id="{93D45222-6E10-8940-B2CB-9A406DB17AF4}"/>
                </a:ext>
              </a:extLst>
            </p:cNvPr>
            <p:cNvSpPr/>
            <p:nvPr/>
          </p:nvSpPr>
          <p:spPr>
            <a:xfrm>
              <a:off x="3327440" y="1104230"/>
              <a:ext cx="350" cy="5156"/>
            </a:xfrm>
            <a:custGeom>
              <a:avLst/>
              <a:gdLst/>
              <a:ahLst/>
              <a:cxnLst/>
              <a:rect l="l" t="t" r="r" b="b"/>
              <a:pathLst>
                <a:path w="8" h="118" extrusionOk="0">
                  <a:moveTo>
                    <a:pt x="0" y="0"/>
                  </a:moveTo>
                  <a:cubicBezTo>
                    <a:pt x="3" y="39"/>
                    <a:pt x="6" y="77"/>
                    <a:pt x="8" y="117"/>
                  </a:cubicBezTo>
                  <a:cubicBezTo>
                    <a:pt x="6" y="77"/>
                    <a:pt x="5" y="39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2229;p52">
              <a:extLst>
                <a:ext uri="{FF2B5EF4-FFF2-40B4-BE49-F238E27FC236}">
                  <a16:creationId xmlns:a16="http://schemas.microsoft.com/office/drawing/2014/main" id="{661E7F09-15E1-4826-D1C5-9AC2577BBCE1}"/>
                </a:ext>
              </a:extLst>
            </p:cNvPr>
            <p:cNvSpPr/>
            <p:nvPr/>
          </p:nvSpPr>
          <p:spPr>
            <a:xfrm>
              <a:off x="3323071" y="1078842"/>
              <a:ext cx="1049" cy="4195"/>
            </a:xfrm>
            <a:custGeom>
              <a:avLst/>
              <a:gdLst/>
              <a:ahLst/>
              <a:cxnLst/>
              <a:rect l="l" t="t" r="r" b="b"/>
              <a:pathLst>
                <a:path w="24" h="96" extrusionOk="0">
                  <a:moveTo>
                    <a:pt x="0" y="0"/>
                  </a:moveTo>
                  <a:cubicBezTo>
                    <a:pt x="9" y="32"/>
                    <a:pt x="16" y="65"/>
                    <a:pt x="23" y="95"/>
                  </a:cubicBezTo>
                  <a:cubicBezTo>
                    <a:pt x="16" y="65"/>
                    <a:pt x="9" y="32"/>
                    <a:pt x="0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2230;p52">
              <a:extLst>
                <a:ext uri="{FF2B5EF4-FFF2-40B4-BE49-F238E27FC236}">
                  <a16:creationId xmlns:a16="http://schemas.microsoft.com/office/drawing/2014/main" id="{5528A6AD-9345-F96F-F4C2-93D04CC2F2B9}"/>
                </a:ext>
              </a:extLst>
            </p:cNvPr>
            <p:cNvSpPr/>
            <p:nvPr/>
          </p:nvSpPr>
          <p:spPr>
            <a:xfrm>
              <a:off x="4066915" y="1212990"/>
              <a:ext cx="32249" cy="42780"/>
            </a:xfrm>
            <a:custGeom>
              <a:avLst/>
              <a:gdLst/>
              <a:ahLst/>
              <a:cxnLst/>
              <a:rect l="l" t="t" r="r" b="b"/>
              <a:pathLst>
                <a:path w="738" h="979" extrusionOk="0">
                  <a:moveTo>
                    <a:pt x="728" y="0"/>
                  </a:moveTo>
                  <a:lnTo>
                    <a:pt x="1" y="420"/>
                  </a:lnTo>
                  <a:lnTo>
                    <a:pt x="8" y="979"/>
                  </a:lnTo>
                  <a:lnTo>
                    <a:pt x="737" y="557"/>
                  </a:lnTo>
                  <a:lnTo>
                    <a:pt x="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2231;p52">
              <a:extLst>
                <a:ext uri="{FF2B5EF4-FFF2-40B4-BE49-F238E27FC236}">
                  <a16:creationId xmlns:a16="http://schemas.microsoft.com/office/drawing/2014/main" id="{53AED311-2CCA-84C6-9898-BACF362EE93D}"/>
                </a:ext>
              </a:extLst>
            </p:cNvPr>
            <p:cNvSpPr/>
            <p:nvPr/>
          </p:nvSpPr>
          <p:spPr>
            <a:xfrm>
              <a:off x="3732638" y="1087887"/>
              <a:ext cx="334679" cy="184272"/>
            </a:xfrm>
            <a:custGeom>
              <a:avLst/>
              <a:gdLst/>
              <a:ahLst/>
              <a:cxnLst/>
              <a:rect l="l" t="t" r="r" b="b"/>
              <a:pathLst>
                <a:path w="7659" h="4217" extrusionOk="0">
                  <a:moveTo>
                    <a:pt x="4230" y="1"/>
                  </a:moveTo>
                  <a:lnTo>
                    <a:pt x="7651" y="3283"/>
                  </a:lnTo>
                  <a:lnTo>
                    <a:pt x="7658" y="3840"/>
                  </a:lnTo>
                  <a:lnTo>
                    <a:pt x="5560" y="3226"/>
                  </a:lnTo>
                  <a:cubicBezTo>
                    <a:pt x="4716" y="2979"/>
                    <a:pt x="3807" y="3088"/>
                    <a:pt x="3044" y="3528"/>
                  </a:cubicBezTo>
                  <a:lnTo>
                    <a:pt x="1850" y="4217"/>
                  </a:lnTo>
                  <a:lnTo>
                    <a:pt x="1" y="2442"/>
                  </a:lnTo>
                  <a:lnTo>
                    <a:pt x="423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2232;p52">
              <a:extLst>
                <a:ext uri="{FF2B5EF4-FFF2-40B4-BE49-F238E27FC236}">
                  <a16:creationId xmlns:a16="http://schemas.microsoft.com/office/drawing/2014/main" id="{057CF0AF-58AF-E080-7DB1-3E5E58BCDD3D}"/>
                </a:ext>
              </a:extLst>
            </p:cNvPr>
            <p:cNvSpPr/>
            <p:nvPr/>
          </p:nvSpPr>
          <p:spPr>
            <a:xfrm>
              <a:off x="3565979" y="1172309"/>
              <a:ext cx="65240" cy="124145"/>
            </a:xfrm>
            <a:custGeom>
              <a:avLst/>
              <a:gdLst/>
              <a:ahLst/>
              <a:cxnLst/>
              <a:rect l="l" t="t" r="r" b="b"/>
              <a:pathLst>
                <a:path w="1493" h="2841" extrusionOk="0">
                  <a:moveTo>
                    <a:pt x="1485" y="1"/>
                  </a:moveTo>
                  <a:lnTo>
                    <a:pt x="0" y="859"/>
                  </a:lnTo>
                  <a:lnTo>
                    <a:pt x="6" y="2654"/>
                  </a:lnTo>
                  <a:lnTo>
                    <a:pt x="1492" y="2840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2233;p52">
              <a:extLst>
                <a:ext uri="{FF2B5EF4-FFF2-40B4-BE49-F238E27FC236}">
                  <a16:creationId xmlns:a16="http://schemas.microsoft.com/office/drawing/2014/main" id="{1CABDAFE-6BC3-D2FD-FC9F-4D7E6A7119CC}"/>
                </a:ext>
              </a:extLst>
            </p:cNvPr>
            <p:cNvSpPr/>
            <p:nvPr/>
          </p:nvSpPr>
          <p:spPr>
            <a:xfrm>
              <a:off x="3630825" y="1172309"/>
              <a:ext cx="70353" cy="164740"/>
            </a:xfrm>
            <a:custGeom>
              <a:avLst/>
              <a:gdLst/>
              <a:ahLst/>
              <a:cxnLst/>
              <a:rect l="l" t="t" r="r" b="b"/>
              <a:pathLst>
                <a:path w="1610" h="3770" extrusionOk="0">
                  <a:moveTo>
                    <a:pt x="1" y="1"/>
                  </a:moveTo>
                  <a:lnTo>
                    <a:pt x="8" y="2840"/>
                  </a:lnTo>
                  <a:lnTo>
                    <a:pt x="1610" y="3769"/>
                  </a:lnTo>
                  <a:lnTo>
                    <a:pt x="1600" y="9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2234;p52">
              <a:extLst>
                <a:ext uri="{FF2B5EF4-FFF2-40B4-BE49-F238E27FC236}">
                  <a16:creationId xmlns:a16="http://schemas.microsoft.com/office/drawing/2014/main" id="{18E155A7-8972-0ED7-1F25-8EC437DC4268}"/>
                </a:ext>
              </a:extLst>
            </p:cNvPr>
            <p:cNvSpPr/>
            <p:nvPr/>
          </p:nvSpPr>
          <p:spPr>
            <a:xfrm>
              <a:off x="3217063" y="1204513"/>
              <a:ext cx="349230" cy="142061"/>
            </a:xfrm>
            <a:custGeom>
              <a:avLst/>
              <a:gdLst/>
              <a:ahLst/>
              <a:cxnLst/>
              <a:rect l="l" t="t" r="r" b="b"/>
              <a:pathLst>
                <a:path w="7992" h="3251" extrusionOk="0">
                  <a:moveTo>
                    <a:pt x="6088" y="0"/>
                  </a:moveTo>
                  <a:cubicBezTo>
                    <a:pt x="3887" y="0"/>
                    <a:pt x="1685" y="485"/>
                    <a:pt x="0" y="1457"/>
                  </a:cubicBezTo>
                  <a:lnTo>
                    <a:pt x="8" y="3251"/>
                  </a:lnTo>
                  <a:cubicBezTo>
                    <a:pt x="1691" y="2279"/>
                    <a:pt x="3892" y="1794"/>
                    <a:pt x="6090" y="1794"/>
                  </a:cubicBezTo>
                  <a:cubicBezTo>
                    <a:pt x="6728" y="1794"/>
                    <a:pt x="7366" y="1835"/>
                    <a:pt x="7991" y="1917"/>
                  </a:cubicBezTo>
                  <a:lnTo>
                    <a:pt x="7985" y="122"/>
                  </a:lnTo>
                  <a:cubicBezTo>
                    <a:pt x="7361" y="41"/>
                    <a:pt x="6725" y="0"/>
                    <a:pt x="60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2235;p52">
              <a:extLst>
                <a:ext uri="{FF2B5EF4-FFF2-40B4-BE49-F238E27FC236}">
                  <a16:creationId xmlns:a16="http://schemas.microsoft.com/office/drawing/2014/main" id="{B92C519C-42C5-4237-C5DB-5BC689F98BB5}"/>
                </a:ext>
              </a:extLst>
            </p:cNvPr>
            <p:cNvSpPr/>
            <p:nvPr/>
          </p:nvSpPr>
          <p:spPr>
            <a:xfrm>
              <a:off x="3850225" y="1338050"/>
              <a:ext cx="32249" cy="42824"/>
            </a:xfrm>
            <a:custGeom>
              <a:avLst/>
              <a:gdLst/>
              <a:ahLst/>
              <a:cxnLst/>
              <a:rect l="l" t="t" r="r" b="b"/>
              <a:pathLst>
                <a:path w="738" h="980" extrusionOk="0">
                  <a:moveTo>
                    <a:pt x="729" y="1"/>
                  </a:moveTo>
                  <a:lnTo>
                    <a:pt x="0" y="422"/>
                  </a:lnTo>
                  <a:lnTo>
                    <a:pt x="8" y="979"/>
                  </a:lnTo>
                  <a:lnTo>
                    <a:pt x="737" y="558"/>
                  </a:lnTo>
                  <a:lnTo>
                    <a:pt x="7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2236;p52">
              <a:extLst>
                <a:ext uri="{FF2B5EF4-FFF2-40B4-BE49-F238E27FC236}">
                  <a16:creationId xmlns:a16="http://schemas.microsoft.com/office/drawing/2014/main" id="{3161B986-2438-2493-3D4A-D768A9E505B0}"/>
                </a:ext>
              </a:extLst>
            </p:cNvPr>
            <p:cNvSpPr/>
            <p:nvPr/>
          </p:nvSpPr>
          <p:spPr>
            <a:xfrm>
              <a:off x="3700739" y="1212990"/>
              <a:ext cx="149839" cy="167886"/>
            </a:xfrm>
            <a:custGeom>
              <a:avLst/>
              <a:gdLst/>
              <a:ahLst/>
              <a:cxnLst/>
              <a:rect l="l" t="t" r="r" b="b"/>
              <a:pathLst>
                <a:path w="3429" h="3842" extrusionOk="0">
                  <a:moveTo>
                    <a:pt x="0" y="0"/>
                  </a:moveTo>
                  <a:lnTo>
                    <a:pt x="10" y="2838"/>
                  </a:lnTo>
                  <a:lnTo>
                    <a:pt x="3429" y="3841"/>
                  </a:lnTo>
                  <a:lnTo>
                    <a:pt x="3429" y="3841"/>
                  </a:lnTo>
                  <a:lnTo>
                    <a:pt x="3421" y="3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2237;p52">
              <a:extLst>
                <a:ext uri="{FF2B5EF4-FFF2-40B4-BE49-F238E27FC236}">
                  <a16:creationId xmlns:a16="http://schemas.microsoft.com/office/drawing/2014/main" id="{97F45F21-D9FC-B040-BD07-3AB75456D7F1}"/>
                </a:ext>
              </a:extLst>
            </p:cNvPr>
            <p:cNvSpPr/>
            <p:nvPr/>
          </p:nvSpPr>
          <p:spPr>
            <a:xfrm>
              <a:off x="3159908" y="755051"/>
              <a:ext cx="472588" cy="273896"/>
            </a:xfrm>
            <a:custGeom>
              <a:avLst/>
              <a:gdLst/>
              <a:ahLst/>
              <a:cxnLst/>
              <a:rect l="l" t="t" r="r" b="b"/>
              <a:pathLst>
                <a:path w="10815" h="6268" extrusionOk="0">
                  <a:moveTo>
                    <a:pt x="3443" y="0"/>
                  </a:moveTo>
                  <a:lnTo>
                    <a:pt x="1" y="1986"/>
                  </a:lnTo>
                  <a:lnTo>
                    <a:pt x="1791" y="3724"/>
                  </a:lnTo>
                  <a:cubicBezTo>
                    <a:pt x="2820" y="4723"/>
                    <a:pt x="5011" y="6190"/>
                    <a:pt x="5126" y="6267"/>
                  </a:cubicBezTo>
                  <a:lnTo>
                    <a:pt x="10815" y="2982"/>
                  </a:lnTo>
                  <a:cubicBezTo>
                    <a:pt x="10681" y="2915"/>
                    <a:pt x="8158" y="1642"/>
                    <a:pt x="6437" y="1042"/>
                  </a:cubicBezTo>
                  <a:lnTo>
                    <a:pt x="3443" y="0"/>
                  </a:ln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2238;p52">
              <a:extLst>
                <a:ext uri="{FF2B5EF4-FFF2-40B4-BE49-F238E27FC236}">
                  <a16:creationId xmlns:a16="http://schemas.microsoft.com/office/drawing/2014/main" id="{26304353-2A57-E1EA-2EA2-07CC007B336C}"/>
                </a:ext>
              </a:extLst>
            </p:cNvPr>
            <p:cNvSpPr/>
            <p:nvPr/>
          </p:nvSpPr>
          <p:spPr>
            <a:xfrm>
              <a:off x="3217063" y="789484"/>
              <a:ext cx="881728" cy="567062"/>
            </a:xfrm>
            <a:custGeom>
              <a:avLst/>
              <a:gdLst/>
              <a:ahLst/>
              <a:cxnLst/>
              <a:rect l="l" t="t" r="r" b="b"/>
              <a:pathLst>
                <a:path w="20178" h="12977" extrusionOk="0">
                  <a:moveTo>
                    <a:pt x="18976" y="0"/>
                  </a:moveTo>
                  <a:lnTo>
                    <a:pt x="18976" y="0"/>
                  </a:lnTo>
                  <a:cubicBezTo>
                    <a:pt x="18972" y="2"/>
                    <a:pt x="18969" y="4"/>
                    <a:pt x="18966" y="6"/>
                  </a:cubicBezTo>
                  <a:lnTo>
                    <a:pt x="18966" y="6"/>
                  </a:lnTo>
                  <a:cubicBezTo>
                    <a:pt x="18969" y="4"/>
                    <a:pt x="18972" y="2"/>
                    <a:pt x="18976" y="0"/>
                  </a:cubicBezTo>
                  <a:close/>
                  <a:moveTo>
                    <a:pt x="18966" y="6"/>
                  </a:moveTo>
                  <a:lnTo>
                    <a:pt x="18966" y="6"/>
                  </a:lnTo>
                  <a:cubicBezTo>
                    <a:pt x="17282" y="975"/>
                    <a:pt x="15083" y="1458"/>
                    <a:pt x="12886" y="1458"/>
                  </a:cubicBezTo>
                  <a:cubicBezTo>
                    <a:pt x="12250" y="1458"/>
                    <a:pt x="11614" y="1418"/>
                    <a:pt x="10991" y="1337"/>
                  </a:cubicBezTo>
                  <a:lnTo>
                    <a:pt x="9507" y="2194"/>
                  </a:lnTo>
                  <a:lnTo>
                    <a:pt x="3818" y="5479"/>
                  </a:lnTo>
                  <a:lnTo>
                    <a:pt x="2332" y="6336"/>
                  </a:lnTo>
                  <a:cubicBezTo>
                    <a:pt x="2369" y="6431"/>
                    <a:pt x="2400" y="6527"/>
                    <a:pt x="2426" y="6622"/>
                  </a:cubicBezTo>
                  <a:cubicBezTo>
                    <a:pt x="2435" y="6654"/>
                    <a:pt x="2442" y="6687"/>
                    <a:pt x="2449" y="6717"/>
                  </a:cubicBezTo>
                  <a:cubicBezTo>
                    <a:pt x="2465" y="6782"/>
                    <a:pt x="2480" y="6847"/>
                    <a:pt x="2491" y="6911"/>
                  </a:cubicBezTo>
                  <a:cubicBezTo>
                    <a:pt x="2497" y="6948"/>
                    <a:pt x="2503" y="6987"/>
                    <a:pt x="2508" y="7023"/>
                  </a:cubicBezTo>
                  <a:cubicBezTo>
                    <a:pt x="2515" y="7083"/>
                    <a:pt x="2523" y="7143"/>
                    <a:pt x="2526" y="7203"/>
                  </a:cubicBezTo>
                  <a:cubicBezTo>
                    <a:pt x="2529" y="7242"/>
                    <a:pt x="2532" y="7280"/>
                    <a:pt x="2534" y="7320"/>
                  </a:cubicBezTo>
                  <a:cubicBezTo>
                    <a:pt x="2546" y="7713"/>
                    <a:pt x="2483" y="8102"/>
                    <a:pt x="2338" y="8485"/>
                  </a:cubicBezTo>
                  <a:cubicBezTo>
                    <a:pt x="1999" y="9391"/>
                    <a:pt x="1219" y="10251"/>
                    <a:pt x="0" y="10955"/>
                  </a:cubicBezTo>
                  <a:cubicBezTo>
                    <a:pt x="1684" y="9984"/>
                    <a:pt x="3888" y="9498"/>
                    <a:pt x="6089" y="9498"/>
                  </a:cubicBezTo>
                  <a:cubicBezTo>
                    <a:pt x="6725" y="9498"/>
                    <a:pt x="7361" y="9539"/>
                    <a:pt x="7984" y="9620"/>
                  </a:cubicBezTo>
                  <a:lnTo>
                    <a:pt x="9470" y="8762"/>
                  </a:lnTo>
                  <a:lnTo>
                    <a:pt x="11069" y="9692"/>
                  </a:lnTo>
                  <a:lnTo>
                    <a:pt x="14490" y="12976"/>
                  </a:lnTo>
                  <a:lnTo>
                    <a:pt x="15219" y="12555"/>
                  </a:lnTo>
                  <a:lnTo>
                    <a:pt x="13649" y="11046"/>
                  </a:lnTo>
                  <a:lnTo>
                    <a:pt x="12901" y="10329"/>
                  </a:lnTo>
                  <a:cubicBezTo>
                    <a:pt x="12349" y="9798"/>
                    <a:pt x="12460" y="8889"/>
                    <a:pt x="13121" y="8506"/>
                  </a:cubicBezTo>
                  <a:lnTo>
                    <a:pt x="14576" y="7668"/>
                  </a:lnTo>
                  <a:cubicBezTo>
                    <a:pt x="14925" y="7467"/>
                    <a:pt x="15310" y="7368"/>
                    <a:pt x="15692" y="7368"/>
                  </a:cubicBezTo>
                  <a:cubicBezTo>
                    <a:pt x="16254" y="7368"/>
                    <a:pt x="16810" y="7580"/>
                    <a:pt x="17236" y="7989"/>
                  </a:cubicBezTo>
                  <a:lnTo>
                    <a:pt x="19450" y="10112"/>
                  </a:lnTo>
                  <a:lnTo>
                    <a:pt x="20177" y="9692"/>
                  </a:lnTo>
                  <a:lnTo>
                    <a:pt x="16756" y="6408"/>
                  </a:lnTo>
                  <a:lnTo>
                    <a:pt x="16648" y="6345"/>
                  </a:lnTo>
                  <a:lnTo>
                    <a:pt x="15156" y="5479"/>
                  </a:lnTo>
                  <a:lnTo>
                    <a:pt x="16642" y="4621"/>
                  </a:lnTo>
                  <a:cubicBezTo>
                    <a:pt x="16496" y="4236"/>
                    <a:pt x="16430" y="3842"/>
                    <a:pt x="16442" y="3452"/>
                  </a:cubicBezTo>
                  <a:cubicBezTo>
                    <a:pt x="16442" y="3421"/>
                    <a:pt x="16444" y="3390"/>
                    <a:pt x="16445" y="3359"/>
                  </a:cubicBezTo>
                  <a:cubicBezTo>
                    <a:pt x="16450" y="3283"/>
                    <a:pt x="16458" y="3207"/>
                    <a:pt x="16468" y="3132"/>
                  </a:cubicBezTo>
                  <a:cubicBezTo>
                    <a:pt x="16472" y="3115"/>
                    <a:pt x="16473" y="3096"/>
                    <a:pt x="16476" y="3080"/>
                  </a:cubicBezTo>
                  <a:cubicBezTo>
                    <a:pt x="16490" y="2986"/>
                    <a:pt x="16510" y="2893"/>
                    <a:pt x="16533" y="2801"/>
                  </a:cubicBezTo>
                  <a:cubicBezTo>
                    <a:pt x="16539" y="2775"/>
                    <a:pt x="16548" y="2752"/>
                    <a:pt x="16555" y="2727"/>
                  </a:cubicBezTo>
                  <a:cubicBezTo>
                    <a:pt x="16575" y="2660"/>
                    <a:pt x="16596" y="2590"/>
                    <a:pt x="16621" y="2523"/>
                  </a:cubicBezTo>
                  <a:cubicBezTo>
                    <a:pt x="16632" y="2492"/>
                    <a:pt x="16642" y="2461"/>
                    <a:pt x="16655" y="2430"/>
                  </a:cubicBezTo>
                  <a:cubicBezTo>
                    <a:pt x="16681" y="2364"/>
                    <a:pt x="16710" y="2300"/>
                    <a:pt x="16739" y="2234"/>
                  </a:cubicBezTo>
                  <a:cubicBezTo>
                    <a:pt x="16751" y="2206"/>
                    <a:pt x="16764" y="2178"/>
                    <a:pt x="16778" y="2152"/>
                  </a:cubicBezTo>
                  <a:cubicBezTo>
                    <a:pt x="16822" y="2063"/>
                    <a:pt x="16870" y="1972"/>
                    <a:pt x="16924" y="1883"/>
                  </a:cubicBezTo>
                  <a:cubicBezTo>
                    <a:pt x="16928" y="1875"/>
                    <a:pt x="16935" y="1867"/>
                    <a:pt x="16939" y="1860"/>
                  </a:cubicBezTo>
                  <a:cubicBezTo>
                    <a:pt x="16990" y="1778"/>
                    <a:pt x="17044" y="1698"/>
                    <a:pt x="17101" y="1618"/>
                  </a:cubicBezTo>
                  <a:cubicBezTo>
                    <a:pt x="17121" y="1591"/>
                    <a:pt x="17142" y="1563"/>
                    <a:pt x="17162" y="1537"/>
                  </a:cubicBezTo>
                  <a:cubicBezTo>
                    <a:pt x="17210" y="1474"/>
                    <a:pt x="17258" y="1414"/>
                    <a:pt x="17308" y="1354"/>
                  </a:cubicBezTo>
                  <a:cubicBezTo>
                    <a:pt x="17333" y="1324"/>
                    <a:pt x="17358" y="1297"/>
                    <a:pt x="17382" y="1268"/>
                  </a:cubicBezTo>
                  <a:cubicBezTo>
                    <a:pt x="17441" y="1201"/>
                    <a:pt x="17502" y="1134"/>
                    <a:pt x="17567" y="1069"/>
                  </a:cubicBezTo>
                  <a:cubicBezTo>
                    <a:pt x="17585" y="1051"/>
                    <a:pt x="17602" y="1032"/>
                    <a:pt x="17621" y="1014"/>
                  </a:cubicBezTo>
                  <a:cubicBezTo>
                    <a:pt x="17704" y="931"/>
                    <a:pt x="17793" y="849"/>
                    <a:pt x="17885" y="769"/>
                  </a:cubicBezTo>
                  <a:cubicBezTo>
                    <a:pt x="17910" y="749"/>
                    <a:pt x="17934" y="729"/>
                    <a:pt x="17957" y="709"/>
                  </a:cubicBezTo>
                  <a:cubicBezTo>
                    <a:pt x="18030" y="649"/>
                    <a:pt x="18104" y="588"/>
                    <a:pt x="18182" y="529"/>
                  </a:cubicBezTo>
                  <a:cubicBezTo>
                    <a:pt x="18216" y="502"/>
                    <a:pt x="18250" y="477"/>
                    <a:pt x="18287" y="451"/>
                  </a:cubicBezTo>
                  <a:cubicBezTo>
                    <a:pt x="18360" y="397"/>
                    <a:pt x="18437" y="342"/>
                    <a:pt x="18517" y="289"/>
                  </a:cubicBezTo>
                  <a:cubicBezTo>
                    <a:pt x="18551" y="266"/>
                    <a:pt x="18585" y="242"/>
                    <a:pt x="18620" y="220"/>
                  </a:cubicBezTo>
                  <a:cubicBezTo>
                    <a:pt x="18731" y="147"/>
                    <a:pt x="18846" y="75"/>
                    <a:pt x="18966" y="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2239;p52">
              <a:extLst>
                <a:ext uri="{FF2B5EF4-FFF2-40B4-BE49-F238E27FC236}">
                  <a16:creationId xmlns:a16="http://schemas.microsoft.com/office/drawing/2014/main" id="{8081342E-AB09-24E8-7144-0CFE5A185634}"/>
                </a:ext>
              </a:extLst>
            </p:cNvPr>
            <p:cNvSpPr/>
            <p:nvPr/>
          </p:nvSpPr>
          <p:spPr>
            <a:xfrm>
              <a:off x="3879370" y="991362"/>
              <a:ext cx="65197" cy="75422"/>
            </a:xfrm>
            <a:custGeom>
              <a:avLst/>
              <a:gdLst/>
              <a:ahLst/>
              <a:cxnLst/>
              <a:rect l="l" t="t" r="r" b="b"/>
              <a:pathLst>
                <a:path w="1492" h="1726" extrusionOk="0">
                  <a:moveTo>
                    <a:pt x="1485" y="1"/>
                  </a:moveTo>
                  <a:lnTo>
                    <a:pt x="1" y="859"/>
                  </a:lnTo>
                  <a:lnTo>
                    <a:pt x="1491" y="1725"/>
                  </a:lnTo>
                  <a:lnTo>
                    <a:pt x="1488" y="696"/>
                  </a:lnTo>
                  <a:lnTo>
                    <a:pt x="148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2240;p52">
              <a:extLst>
                <a:ext uri="{FF2B5EF4-FFF2-40B4-BE49-F238E27FC236}">
                  <a16:creationId xmlns:a16="http://schemas.microsoft.com/office/drawing/2014/main" id="{198FF0AB-9B73-B39C-498F-86C4C24E3C4A}"/>
                </a:ext>
              </a:extLst>
            </p:cNvPr>
            <p:cNvSpPr/>
            <p:nvPr/>
          </p:nvSpPr>
          <p:spPr>
            <a:xfrm>
              <a:off x="3381012" y="1028897"/>
              <a:ext cx="249862" cy="145687"/>
            </a:xfrm>
            <a:custGeom>
              <a:avLst/>
              <a:gdLst/>
              <a:ahLst/>
              <a:cxnLst/>
              <a:rect l="l" t="t" r="r" b="b"/>
              <a:pathLst>
                <a:path w="5718" h="3334" extrusionOk="0">
                  <a:moveTo>
                    <a:pt x="66" y="0"/>
                  </a:moveTo>
                  <a:lnTo>
                    <a:pt x="0" y="40"/>
                  </a:lnTo>
                  <a:lnTo>
                    <a:pt x="5662" y="3333"/>
                  </a:lnTo>
                  <a:lnTo>
                    <a:pt x="5718" y="3283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2241;p52">
              <a:extLst>
                <a:ext uri="{FF2B5EF4-FFF2-40B4-BE49-F238E27FC236}">
                  <a16:creationId xmlns:a16="http://schemas.microsoft.com/office/drawing/2014/main" id="{AAA74F1D-1077-314A-FD10-89347CE652D4}"/>
                </a:ext>
              </a:extLst>
            </p:cNvPr>
            <p:cNvSpPr/>
            <p:nvPr/>
          </p:nvSpPr>
          <p:spPr>
            <a:xfrm>
              <a:off x="3632442" y="883563"/>
              <a:ext cx="250780" cy="145556"/>
            </a:xfrm>
            <a:custGeom>
              <a:avLst/>
              <a:gdLst/>
              <a:ahLst/>
              <a:cxnLst/>
              <a:rect l="l" t="t" r="r" b="b"/>
              <a:pathLst>
                <a:path w="5739" h="3331" extrusionOk="0">
                  <a:moveTo>
                    <a:pt x="70" y="1"/>
                  </a:moveTo>
                  <a:lnTo>
                    <a:pt x="1" y="41"/>
                  </a:lnTo>
                  <a:lnTo>
                    <a:pt x="5658" y="3331"/>
                  </a:lnTo>
                  <a:lnTo>
                    <a:pt x="5738" y="3295"/>
                  </a:ln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2242;p52">
              <a:extLst>
                <a:ext uri="{FF2B5EF4-FFF2-40B4-BE49-F238E27FC236}">
                  <a16:creationId xmlns:a16="http://schemas.microsoft.com/office/drawing/2014/main" id="{55E10408-03AC-2581-CB20-301C3E95C327}"/>
                </a:ext>
              </a:extLst>
            </p:cNvPr>
            <p:cNvSpPr/>
            <p:nvPr/>
          </p:nvSpPr>
          <p:spPr>
            <a:xfrm>
              <a:off x="2569788" y="1131977"/>
              <a:ext cx="334723" cy="15600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2243;p52">
              <a:extLst>
                <a:ext uri="{FF2B5EF4-FFF2-40B4-BE49-F238E27FC236}">
                  <a16:creationId xmlns:a16="http://schemas.microsoft.com/office/drawing/2014/main" id="{77B35AFD-F7A4-495B-706C-A988B427C223}"/>
                </a:ext>
              </a:extLst>
            </p:cNvPr>
            <p:cNvSpPr/>
            <p:nvPr/>
          </p:nvSpPr>
          <p:spPr>
            <a:xfrm>
              <a:off x="2898254" y="1132370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2244;p52">
              <a:extLst>
                <a:ext uri="{FF2B5EF4-FFF2-40B4-BE49-F238E27FC236}">
                  <a16:creationId xmlns:a16="http://schemas.microsoft.com/office/drawing/2014/main" id="{AE6C4F09-F66B-7CCD-5C31-515447B5D1F7}"/>
                </a:ext>
              </a:extLst>
            </p:cNvPr>
            <p:cNvSpPr/>
            <p:nvPr/>
          </p:nvSpPr>
          <p:spPr>
            <a:xfrm>
              <a:off x="2577391" y="884568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2245;p52">
              <a:extLst>
                <a:ext uri="{FF2B5EF4-FFF2-40B4-BE49-F238E27FC236}">
                  <a16:creationId xmlns:a16="http://schemas.microsoft.com/office/drawing/2014/main" id="{0EF760CD-E3C5-CF83-6818-9C1887B5821C}"/>
                </a:ext>
              </a:extLst>
            </p:cNvPr>
            <p:cNvSpPr/>
            <p:nvPr/>
          </p:nvSpPr>
          <p:spPr>
            <a:xfrm>
              <a:off x="2540729" y="884743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2246;p52">
              <a:extLst>
                <a:ext uri="{FF2B5EF4-FFF2-40B4-BE49-F238E27FC236}">
                  <a16:creationId xmlns:a16="http://schemas.microsoft.com/office/drawing/2014/main" id="{6319E3F0-834E-2BAE-D343-EFFB3D4A84C0}"/>
                </a:ext>
              </a:extLst>
            </p:cNvPr>
            <p:cNvSpPr/>
            <p:nvPr/>
          </p:nvSpPr>
          <p:spPr>
            <a:xfrm>
              <a:off x="2925083" y="935605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2247;p52">
              <a:extLst>
                <a:ext uri="{FF2B5EF4-FFF2-40B4-BE49-F238E27FC236}">
                  <a16:creationId xmlns:a16="http://schemas.microsoft.com/office/drawing/2014/main" id="{A3E7FFA0-6EEA-822E-7655-17D1B5E15B5D}"/>
                </a:ext>
              </a:extLst>
            </p:cNvPr>
            <p:cNvSpPr/>
            <p:nvPr/>
          </p:nvSpPr>
          <p:spPr>
            <a:xfrm>
              <a:off x="2925083" y="1095622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2248;p52">
              <a:extLst>
                <a:ext uri="{FF2B5EF4-FFF2-40B4-BE49-F238E27FC236}">
                  <a16:creationId xmlns:a16="http://schemas.microsoft.com/office/drawing/2014/main" id="{598F9059-6F03-4D4E-A524-116B013DDB1F}"/>
                </a:ext>
              </a:extLst>
            </p:cNvPr>
            <p:cNvSpPr/>
            <p:nvPr/>
          </p:nvSpPr>
          <p:spPr>
            <a:xfrm>
              <a:off x="2886412" y="1091907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2249;p52">
              <a:extLst>
                <a:ext uri="{FF2B5EF4-FFF2-40B4-BE49-F238E27FC236}">
                  <a16:creationId xmlns:a16="http://schemas.microsoft.com/office/drawing/2014/main" id="{9885B550-1C54-C707-8C8A-3DEF5AD64285}"/>
                </a:ext>
              </a:extLst>
            </p:cNvPr>
            <p:cNvSpPr/>
            <p:nvPr/>
          </p:nvSpPr>
          <p:spPr>
            <a:xfrm>
              <a:off x="2889383" y="1068617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2250;p52">
              <a:extLst>
                <a:ext uri="{FF2B5EF4-FFF2-40B4-BE49-F238E27FC236}">
                  <a16:creationId xmlns:a16="http://schemas.microsoft.com/office/drawing/2014/main" id="{32844B27-CA75-2695-5588-ACDD51EE8C69}"/>
                </a:ext>
              </a:extLst>
            </p:cNvPr>
            <p:cNvSpPr/>
            <p:nvPr/>
          </p:nvSpPr>
          <p:spPr>
            <a:xfrm>
              <a:off x="2885844" y="1065165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2251;p52">
              <a:extLst>
                <a:ext uri="{FF2B5EF4-FFF2-40B4-BE49-F238E27FC236}">
                  <a16:creationId xmlns:a16="http://schemas.microsoft.com/office/drawing/2014/main" id="{BD01AFE7-D1A5-942B-21A2-E0C0274D27E9}"/>
                </a:ext>
              </a:extLst>
            </p:cNvPr>
            <p:cNvSpPr/>
            <p:nvPr/>
          </p:nvSpPr>
          <p:spPr>
            <a:xfrm>
              <a:off x="3092834" y="883213"/>
              <a:ext cx="82195" cy="62924"/>
            </a:xfrm>
            <a:custGeom>
              <a:avLst/>
              <a:gdLst/>
              <a:ahLst/>
              <a:cxnLst/>
              <a:rect l="l" t="t" r="r" b="b"/>
              <a:pathLst>
                <a:path w="1881" h="1440" extrusionOk="0">
                  <a:moveTo>
                    <a:pt x="1880" y="1"/>
                  </a:moveTo>
                  <a:lnTo>
                    <a:pt x="1" y="1313"/>
                  </a:lnTo>
                  <a:lnTo>
                    <a:pt x="1" y="1439"/>
                  </a:lnTo>
                  <a:lnTo>
                    <a:pt x="1880" y="127"/>
                  </a:lnTo>
                  <a:lnTo>
                    <a:pt x="188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2252;p52">
              <a:extLst>
                <a:ext uri="{FF2B5EF4-FFF2-40B4-BE49-F238E27FC236}">
                  <a16:creationId xmlns:a16="http://schemas.microsoft.com/office/drawing/2014/main" id="{DEC5E0FD-E3AA-275E-A06C-80702C581742}"/>
                </a:ext>
              </a:extLst>
            </p:cNvPr>
            <p:cNvSpPr/>
            <p:nvPr/>
          </p:nvSpPr>
          <p:spPr>
            <a:xfrm>
              <a:off x="2951476" y="940499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2253;p52">
              <a:extLst>
                <a:ext uri="{FF2B5EF4-FFF2-40B4-BE49-F238E27FC236}">
                  <a16:creationId xmlns:a16="http://schemas.microsoft.com/office/drawing/2014/main" id="{2FE4036B-4A1A-6B35-858A-AFE3FFEC9353}"/>
                </a:ext>
              </a:extLst>
            </p:cNvPr>
            <p:cNvSpPr/>
            <p:nvPr/>
          </p:nvSpPr>
          <p:spPr>
            <a:xfrm>
              <a:off x="2940465" y="879717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2254;p52">
              <a:extLst>
                <a:ext uri="{FF2B5EF4-FFF2-40B4-BE49-F238E27FC236}">
                  <a16:creationId xmlns:a16="http://schemas.microsoft.com/office/drawing/2014/main" id="{0378E530-A19E-799E-76C5-41F3E9C8CDD9}"/>
                </a:ext>
              </a:extLst>
            </p:cNvPr>
            <p:cNvSpPr/>
            <p:nvPr/>
          </p:nvSpPr>
          <p:spPr>
            <a:xfrm>
              <a:off x="2912979" y="1003946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2255;p52">
              <a:extLst>
                <a:ext uri="{FF2B5EF4-FFF2-40B4-BE49-F238E27FC236}">
                  <a16:creationId xmlns:a16="http://schemas.microsoft.com/office/drawing/2014/main" id="{2AFD705D-E972-8ED7-990A-2DB49EB200DF}"/>
                </a:ext>
              </a:extLst>
            </p:cNvPr>
            <p:cNvSpPr/>
            <p:nvPr/>
          </p:nvSpPr>
          <p:spPr>
            <a:xfrm>
              <a:off x="2913111" y="991711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2256;p52">
              <a:extLst>
                <a:ext uri="{FF2B5EF4-FFF2-40B4-BE49-F238E27FC236}">
                  <a16:creationId xmlns:a16="http://schemas.microsoft.com/office/drawing/2014/main" id="{09697E41-7605-6E5D-3487-7E4CFCD3D2AB}"/>
                </a:ext>
              </a:extLst>
            </p:cNvPr>
            <p:cNvSpPr/>
            <p:nvPr/>
          </p:nvSpPr>
          <p:spPr>
            <a:xfrm>
              <a:off x="2915470" y="993721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2257;p52">
              <a:extLst>
                <a:ext uri="{FF2B5EF4-FFF2-40B4-BE49-F238E27FC236}">
                  <a16:creationId xmlns:a16="http://schemas.microsoft.com/office/drawing/2014/main" id="{515BBA82-1F6E-BEC9-6717-3578B5D811E7}"/>
                </a:ext>
              </a:extLst>
            </p:cNvPr>
            <p:cNvSpPr/>
            <p:nvPr/>
          </p:nvSpPr>
          <p:spPr>
            <a:xfrm>
              <a:off x="2908391" y="1032043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2258;p52">
              <a:extLst>
                <a:ext uri="{FF2B5EF4-FFF2-40B4-BE49-F238E27FC236}">
                  <a16:creationId xmlns:a16="http://schemas.microsoft.com/office/drawing/2014/main" id="{70F6D566-AC2B-9395-FC2F-DDC27D967533}"/>
                </a:ext>
              </a:extLst>
            </p:cNvPr>
            <p:cNvSpPr/>
            <p:nvPr/>
          </p:nvSpPr>
          <p:spPr>
            <a:xfrm>
              <a:off x="2877629" y="1072725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2259;p52">
              <a:extLst>
                <a:ext uri="{FF2B5EF4-FFF2-40B4-BE49-F238E27FC236}">
                  <a16:creationId xmlns:a16="http://schemas.microsoft.com/office/drawing/2014/main" id="{2159E919-C7A1-C5A9-74F1-05E32A17F3DA}"/>
                </a:ext>
              </a:extLst>
            </p:cNvPr>
            <p:cNvSpPr/>
            <p:nvPr/>
          </p:nvSpPr>
          <p:spPr>
            <a:xfrm>
              <a:off x="2713898" y="1091514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2260;p52">
              <a:extLst>
                <a:ext uri="{FF2B5EF4-FFF2-40B4-BE49-F238E27FC236}">
                  <a16:creationId xmlns:a16="http://schemas.microsoft.com/office/drawing/2014/main" id="{BDA86EE5-BAA5-7E69-3302-872F50E346BC}"/>
                </a:ext>
              </a:extLst>
            </p:cNvPr>
            <p:cNvSpPr/>
            <p:nvPr/>
          </p:nvSpPr>
          <p:spPr>
            <a:xfrm>
              <a:off x="2692181" y="1148975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2261;p52">
              <a:extLst>
                <a:ext uri="{FF2B5EF4-FFF2-40B4-BE49-F238E27FC236}">
                  <a16:creationId xmlns:a16="http://schemas.microsoft.com/office/drawing/2014/main" id="{E6C13EB4-9E24-5B1D-D9F2-4EB54F12BBDB}"/>
                </a:ext>
              </a:extLst>
            </p:cNvPr>
            <p:cNvSpPr/>
            <p:nvPr/>
          </p:nvSpPr>
          <p:spPr>
            <a:xfrm>
              <a:off x="2692269" y="1011856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2262;p52">
              <a:extLst>
                <a:ext uri="{FF2B5EF4-FFF2-40B4-BE49-F238E27FC236}">
                  <a16:creationId xmlns:a16="http://schemas.microsoft.com/office/drawing/2014/main" id="{646CDAC7-A605-7E3D-EDFC-D2F47DA2DF4F}"/>
                </a:ext>
              </a:extLst>
            </p:cNvPr>
            <p:cNvSpPr/>
            <p:nvPr/>
          </p:nvSpPr>
          <p:spPr>
            <a:xfrm>
              <a:off x="2925083" y="116164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2263;p52">
              <a:extLst>
                <a:ext uri="{FF2B5EF4-FFF2-40B4-BE49-F238E27FC236}">
                  <a16:creationId xmlns:a16="http://schemas.microsoft.com/office/drawing/2014/main" id="{AC51EBD5-2120-16F8-F201-252F675BC93A}"/>
                </a:ext>
              </a:extLst>
            </p:cNvPr>
            <p:cNvSpPr/>
            <p:nvPr/>
          </p:nvSpPr>
          <p:spPr>
            <a:xfrm>
              <a:off x="2925083" y="1321663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2264;p52">
              <a:extLst>
                <a:ext uri="{FF2B5EF4-FFF2-40B4-BE49-F238E27FC236}">
                  <a16:creationId xmlns:a16="http://schemas.microsoft.com/office/drawing/2014/main" id="{6345727A-91A8-0331-B762-7207030D3908}"/>
                </a:ext>
              </a:extLst>
            </p:cNvPr>
            <p:cNvSpPr/>
            <p:nvPr/>
          </p:nvSpPr>
          <p:spPr>
            <a:xfrm>
              <a:off x="3808058" y="1132807"/>
              <a:ext cx="157093" cy="284558"/>
            </a:xfrm>
            <a:custGeom>
              <a:avLst/>
              <a:gdLst/>
              <a:ahLst/>
              <a:cxnLst/>
              <a:rect l="l" t="t" r="r" b="b"/>
              <a:pathLst>
                <a:path w="3595" h="6512" extrusionOk="0">
                  <a:moveTo>
                    <a:pt x="1" y="0"/>
                  </a:moveTo>
                  <a:lnTo>
                    <a:pt x="12" y="4138"/>
                  </a:lnTo>
                  <a:cubicBezTo>
                    <a:pt x="13" y="4333"/>
                    <a:pt x="81" y="4469"/>
                    <a:pt x="192" y="4535"/>
                  </a:cubicBezTo>
                  <a:lnTo>
                    <a:pt x="3594" y="6511"/>
                  </a:lnTo>
                  <a:cubicBezTo>
                    <a:pt x="3579" y="6502"/>
                    <a:pt x="3566" y="6490"/>
                    <a:pt x="3554" y="6478"/>
                  </a:cubicBezTo>
                  <a:cubicBezTo>
                    <a:pt x="3542" y="6468"/>
                    <a:pt x="3530" y="6461"/>
                    <a:pt x="3519" y="6451"/>
                  </a:cubicBezTo>
                  <a:cubicBezTo>
                    <a:pt x="3506" y="6435"/>
                    <a:pt x="3497" y="6416"/>
                    <a:pt x="3486" y="6398"/>
                  </a:cubicBezTo>
                  <a:cubicBezTo>
                    <a:pt x="3479" y="6385"/>
                    <a:pt x="3470" y="6375"/>
                    <a:pt x="3462" y="6362"/>
                  </a:cubicBezTo>
                  <a:cubicBezTo>
                    <a:pt x="3453" y="6339"/>
                    <a:pt x="3446" y="6315"/>
                    <a:pt x="3440" y="6290"/>
                  </a:cubicBezTo>
                  <a:cubicBezTo>
                    <a:pt x="3436" y="6276"/>
                    <a:pt x="3430" y="6264"/>
                    <a:pt x="3426" y="6250"/>
                  </a:cubicBezTo>
                  <a:cubicBezTo>
                    <a:pt x="3419" y="6208"/>
                    <a:pt x="3414" y="6164"/>
                    <a:pt x="3414" y="6113"/>
                  </a:cubicBezTo>
                  <a:lnTo>
                    <a:pt x="3402" y="1977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2265;p52">
              <a:extLst>
                <a:ext uri="{FF2B5EF4-FFF2-40B4-BE49-F238E27FC236}">
                  <a16:creationId xmlns:a16="http://schemas.microsoft.com/office/drawing/2014/main" id="{B04D3535-70EC-6B12-42ED-18155F8F78B3}"/>
                </a:ext>
              </a:extLst>
            </p:cNvPr>
            <p:cNvSpPr/>
            <p:nvPr/>
          </p:nvSpPr>
          <p:spPr>
            <a:xfrm>
              <a:off x="3808014" y="1058480"/>
              <a:ext cx="236447" cy="160719"/>
            </a:xfrm>
            <a:custGeom>
              <a:avLst/>
              <a:gdLst/>
              <a:ahLst/>
              <a:cxnLst/>
              <a:rect l="l" t="t" r="r" b="b"/>
              <a:pathLst>
                <a:path w="5411" h="3678" extrusionOk="0">
                  <a:moveTo>
                    <a:pt x="1847" y="0"/>
                  </a:moveTo>
                  <a:cubicBezTo>
                    <a:pt x="1763" y="0"/>
                    <a:pt x="1668" y="27"/>
                    <a:pt x="1569" y="85"/>
                  </a:cubicBezTo>
                  <a:lnTo>
                    <a:pt x="617" y="634"/>
                  </a:lnTo>
                  <a:lnTo>
                    <a:pt x="617" y="635"/>
                  </a:lnTo>
                  <a:cubicBezTo>
                    <a:pt x="276" y="832"/>
                    <a:pt x="0" y="1307"/>
                    <a:pt x="2" y="1701"/>
                  </a:cubicBezTo>
                  <a:lnTo>
                    <a:pt x="3403" y="3678"/>
                  </a:lnTo>
                  <a:cubicBezTo>
                    <a:pt x="3401" y="3286"/>
                    <a:pt x="3677" y="2809"/>
                    <a:pt x="4018" y="2612"/>
                  </a:cubicBezTo>
                  <a:lnTo>
                    <a:pt x="4970" y="2061"/>
                  </a:lnTo>
                  <a:cubicBezTo>
                    <a:pt x="5013" y="2037"/>
                    <a:pt x="5055" y="2018"/>
                    <a:pt x="5096" y="2004"/>
                  </a:cubicBezTo>
                  <a:cubicBezTo>
                    <a:pt x="5109" y="2000"/>
                    <a:pt x="5121" y="2000"/>
                    <a:pt x="5133" y="1995"/>
                  </a:cubicBezTo>
                  <a:cubicBezTo>
                    <a:pt x="5159" y="1989"/>
                    <a:pt x="5187" y="1981"/>
                    <a:pt x="5212" y="1978"/>
                  </a:cubicBezTo>
                  <a:cubicBezTo>
                    <a:pt x="5227" y="1978"/>
                    <a:pt x="5241" y="1980"/>
                    <a:pt x="5255" y="1980"/>
                  </a:cubicBezTo>
                  <a:cubicBezTo>
                    <a:pt x="5276" y="1981"/>
                    <a:pt x="5298" y="1980"/>
                    <a:pt x="5316" y="1983"/>
                  </a:cubicBezTo>
                  <a:cubicBezTo>
                    <a:pt x="5332" y="1987"/>
                    <a:pt x="5344" y="1993"/>
                    <a:pt x="5356" y="2000"/>
                  </a:cubicBezTo>
                  <a:cubicBezTo>
                    <a:pt x="5375" y="2004"/>
                    <a:pt x="5393" y="2009"/>
                    <a:pt x="5410" y="2018"/>
                  </a:cubicBezTo>
                  <a:lnTo>
                    <a:pt x="2009" y="41"/>
                  </a:lnTo>
                  <a:cubicBezTo>
                    <a:pt x="1962" y="14"/>
                    <a:pt x="1907" y="0"/>
                    <a:pt x="1847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2266;p52">
              <a:extLst>
                <a:ext uri="{FF2B5EF4-FFF2-40B4-BE49-F238E27FC236}">
                  <a16:creationId xmlns:a16="http://schemas.microsoft.com/office/drawing/2014/main" id="{5B11F746-9F78-4EA7-E5BF-9251D5BAA2EC}"/>
                </a:ext>
              </a:extLst>
            </p:cNvPr>
            <p:cNvSpPr/>
            <p:nvPr/>
          </p:nvSpPr>
          <p:spPr>
            <a:xfrm>
              <a:off x="3956626" y="1144868"/>
              <a:ext cx="96309" cy="274202"/>
            </a:xfrm>
            <a:custGeom>
              <a:avLst/>
              <a:gdLst/>
              <a:ahLst/>
              <a:cxnLst/>
              <a:rect l="l" t="t" r="r" b="b"/>
              <a:pathLst>
                <a:path w="2204" h="6275" extrusionOk="0">
                  <a:moveTo>
                    <a:pt x="1820" y="1"/>
                  </a:moveTo>
                  <a:cubicBezTo>
                    <a:pt x="1817" y="1"/>
                    <a:pt x="1814" y="1"/>
                    <a:pt x="1811" y="1"/>
                  </a:cubicBezTo>
                  <a:cubicBezTo>
                    <a:pt x="1786" y="4"/>
                    <a:pt x="1758" y="10"/>
                    <a:pt x="1732" y="18"/>
                  </a:cubicBezTo>
                  <a:cubicBezTo>
                    <a:pt x="1720" y="21"/>
                    <a:pt x="1708" y="23"/>
                    <a:pt x="1695" y="26"/>
                  </a:cubicBezTo>
                  <a:cubicBezTo>
                    <a:pt x="1654" y="40"/>
                    <a:pt x="1614" y="60"/>
                    <a:pt x="1571" y="84"/>
                  </a:cubicBezTo>
                  <a:lnTo>
                    <a:pt x="617" y="633"/>
                  </a:lnTo>
                  <a:cubicBezTo>
                    <a:pt x="276" y="830"/>
                    <a:pt x="0" y="1307"/>
                    <a:pt x="2" y="1701"/>
                  </a:cubicBezTo>
                  <a:lnTo>
                    <a:pt x="14" y="5837"/>
                  </a:lnTo>
                  <a:cubicBezTo>
                    <a:pt x="14" y="5888"/>
                    <a:pt x="19" y="5932"/>
                    <a:pt x="26" y="5972"/>
                  </a:cubicBezTo>
                  <a:cubicBezTo>
                    <a:pt x="30" y="5988"/>
                    <a:pt x="36" y="5999"/>
                    <a:pt x="40" y="6014"/>
                  </a:cubicBezTo>
                  <a:cubicBezTo>
                    <a:pt x="46" y="6039"/>
                    <a:pt x="53" y="6063"/>
                    <a:pt x="62" y="6086"/>
                  </a:cubicBezTo>
                  <a:cubicBezTo>
                    <a:pt x="70" y="6099"/>
                    <a:pt x="79" y="6109"/>
                    <a:pt x="86" y="6122"/>
                  </a:cubicBezTo>
                  <a:cubicBezTo>
                    <a:pt x="97" y="6139"/>
                    <a:pt x="106" y="6159"/>
                    <a:pt x="119" y="6174"/>
                  </a:cubicBezTo>
                  <a:cubicBezTo>
                    <a:pt x="130" y="6185"/>
                    <a:pt x="142" y="6192"/>
                    <a:pt x="154" y="6200"/>
                  </a:cubicBezTo>
                  <a:cubicBezTo>
                    <a:pt x="211" y="6248"/>
                    <a:pt x="282" y="6275"/>
                    <a:pt x="364" y="6275"/>
                  </a:cubicBezTo>
                  <a:cubicBezTo>
                    <a:pt x="445" y="6275"/>
                    <a:pt x="536" y="6248"/>
                    <a:pt x="634" y="6192"/>
                  </a:cubicBezTo>
                  <a:lnTo>
                    <a:pt x="1586" y="5642"/>
                  </a:lnTo>
                  <a:cubicBezTo>
                    <a:pt x="1926" y="5443"/>
                    <a:pt x="2203" y="4966"/>
                    <a:pt x="2201" y="4574"/>
                  </a:cubicBezTo>
                  <a:lnTo>
                    <a:pt x="2189" y="438"/>
                  </a:lnTo>
                  <a:cubicBezTo>
                    <a:pt x="2189" y="241"/>
                    <a:pt x="2120" y="104"/>
                    <a:pt x="2009" y="40"/>
                  </a:cubicBezTo>
                  <a:cubicBezTo>
                    <a:pt x="1992" y="30"/>
                    <a:pt x="1974" y="27"/>
                    <a:pt x="1957" y="21"/>
                  </a:cubicBezTo>
                  <a:cubicBezTo>
                    <a:pt x="1943" y="16"/>
                    <a:pt x="1931" y="10"/>
                    <a:pt x="1915" y="6"/>
                  </a:cubicBezTo>
                  <a:cubicBezTo>
                    <a:pt x="1897" y="3"/>
                    <a:pt x="1875" y="4"/>
                    <a:pt x="1854" y="3"/>
                  </a:cubicBezTo>
                  <a:cubicBezTo>
                    <a:pt x="1843" y="3"/>
                    <a:pt x="1832" y="1"/>
                    <a:pt x="1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2267;p52">
              <a:extLst>
                <a:ext uri="{FF2B5EF4-FFF2-40B4-BE49-F238E27FC236}">
                  <a16:creationId xmlns:a16="http://schemas.microsoft.com/office/drawing/2014/main" id="{0002B980-35C2-E6A6-255D-CAA38E72C763}"/>
                </a:ext>
              </a:extLst>
            </p:cNvPr>
            <p:cNvSpPr/>
            <p:nvPr/>
          </p:nvSpPr>
          <p:spPr>
            <a:xfrm>
              <a:off x="4005959" y="1174537"/>
              <a:ext cx="30282" cy="8390"/>
            </a:xfrm>
            <a:custGeom>
              <a:avLst/>
              <a:gdLst/>
              <a:ahLst/>
              <a:cxnLst/>
              <a:rect l="l" t="t" r="r" b="b"/>
              <a:pathLst>
                <a:path w="693" h="192" extrusionOk="0">
                  <a:moveTo>
                    <a:pt x="682" y="133"/>
                  </a:moveTo>
                  <a:lnTo>
                    <a:pt x="693" y="139"/>
                  </a:lnTo>
                  <a:cubicBezTo>
                    <a:pt x="693" y="137"/>
                    <a:pt x="691" y="137"/>
                    <a:pt x="691" y="137"/>
                  </a:cubicBezTo>
                  <a:cubicBezTo>
                    <a:pt x="688" y="136"/>
                    <a:pt x="685" y="134"/>
                    <a:pt x="682" y="133"/>
                  </a:cubicBezTo>
                  <a:close/>
                  <a:moveTo>
                    <a:pt x="343" y="0"/>
                  </a:moveTo>
                  <a:cubicBezTo>
                    <a:pt x="240" y="0"/>
                    <a:pt x="124" y="34"/>
                    <a:pt x="0" y="105"/>
                  </a:cubicBezTo>
                  <a:lnTo>
                    <a:pt x="151" y="191"/>
                  </a:lnTo>
                  <a:cubicBezTo>
                    <a:pt x="203" y="162"/>
                    <a:pt x="256" y="137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2"/>
                    <a:pt x="419" y="93"/>
                    <a:pt x="448" y="90"/>
                  </a:cubicBezTo>
                  <a:cubicBezTo>
                    <a:pt x="452" y="89"/>
                    <a:pt x="456" y="89"/>
                    <a:pt x="459" y="89"/>
                  </a:cubicBezTo>
                  <a:cubicBezTo>
                    <a:pt x="474" y="89"/>
                    <a:pt x="487" y="91"/>
                    <a:pt x="500" y="91"/>
                  </a:cubicBezTo>
                  <a:cubicBezTo>
                    <a:pt x="526" y="93"/>
                    <a:pt x="554" y="91"/>
                    <a:pt x="579" y="96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6" y="121"/>
                    <a:pt x="665" y="125"/>
                    <a:pt x="682" y="133"/>
                  </a:cubicBezTo>
                  <a:lnTo>
                    <a:pt x="682" y="133"/>
                  </a:lnTo>
                  <a:lnTo>
                    <a:pt x="543" y="51"/>
                  </a:lnTo>
                  <a:cubicBezTo>
                    <a:pt x="485" y="18"/>
                    <a:pt x="418" y="0"/>
                    <a:pt x="343" y="0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2268;p52">
              <a:extLst>
                <a:ext uri="{FF2B5EF4-FFF2-40B4-BE49-F238E27FC236}">
                  <a16:creationId xmlns:a16="http://schemas.microsoft.com/office/drawing/2014/main" id="{199C0A72-5696-48AE-5E3D-5C191ADC804E}"/>
                </a:ext>
              </a:extLst>
            </p:cNvPr>
            <p:cNvSpPr/>
            <p:nvPr/>
          </p:nvSpPr>
          <p:spPr>
            <a:xfrm>
              <a:off x="3972837" y="1179126"/>
              <a:ext cx="39765" cy="82632"/>
            </a:xfrm>
            <a:custGeom>
              <a:avLst/>
              <a:gdLst/>
              <a:ahLst/>
              <a:cxnLst/>
              <a:rect l="l" t="t" r="r" b="b"/>
              <a:pathLst>
                <a:path w="910" h="1891" extrusionOk="0">
                  <a:moveTo>
                    <a:pt x="758" y="0"/>
                  </a:moveTo>
                  <a:cubicBezTo>
                    <a:pt x="338" y="242"/>
                    <a:pt x="0" y="832"/>
                    <a:pt x="2" y="1314"/>
                  </a:cubicBezTo>
                  <a:cubicBezTo>
                    <a:pt x="2" y="1555"/>
                    <a:pt x="86" y="1723"/>
                    <a:pt x="223" y="1803"/>
                  </a:cubicBezTo>
                  <a:lnTo>
                    <a:pt x="372" y="1890"/>
                  </a:lnTo>
                  <a:cubicBezTo>
                    <a:pt x="354" y="1878"/>
                    <a:pt x="338" y="1863"/>
                    <a:pt x="321" y="1847"/>
                  </a:cubicBezTo>
                  <a:cubicBezTo>
                    <a:pt x="308" y="1837"/>
                    <a:pt x="294" y="1827"/>
                    <a:pt x="282" y="1815"/>
                  </a:cubicBezTo>
                  <a:cubicBezTo>
                    <a:pt x="265" y="1797"/>
                    <a:pt x="254" y="1774"/>
                    <a:pt x="240" y="1752"/>
                  </a:cubicBezTo>
                  <a:cubicBezTo>
                    <a:pt x="231" y="1737"/>
                    <a:pt x="218" y="1723"/>
                    <a:pt x="211" y="1706"/>
                  </a:cubicBezTo>
                  <a:cubicBezTo>
                    <a:pt x="198" y="1680"/>
                    <a:pt x="191" y="1646"/>
                    <a:pt x="182" y="1614"/>
                  </a:cubicBezTo>
                  <a:cubicBezTo>
                    <a:pt x="177" y="1598"/>
                    <a:pt x="171" y="1586"/>
                    <a:pt x="166" y="1569"/>
                  </a:cubicBezTo>
                  <a:cubicBezTo>
                    <a:pt x="155" y="1518"/>
                    <a:pt x="151" y="1461"/>
                    <a:pt x="151" y="1401"/>
                  </a:cubicBezTo>
                  <a:cubicBezTo>
                    <a:pt x="149" y="918"/>
                    <a:pt x="489" y="331"/>
                    <a:pt x="909" y="86"/>
                  </a:cubicBezTo>
                  <a:lnTo>
                    <a:pt x="7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2269;p52">
              <a:extLst>
                <a:ext uri="{FF2B5EF4-FFF2-40B4-BE49-F238E27FC236}">
                  <a16:creationId xmlns:a16="http://schemas.microsoft.com/office/drawing/2014/main" id="{A7836079-CB3F-6053-2CCC-4A2B98BB05F8}"/>
                </a:ext>
              </a:extLst>
            </p:cNvPr>
            <p:cNvSpPr/>
            <p:nvPr/>
          </p:nvSpPr>
          <p:spPr>
            <a:xfrm>
              <a:off x="3990490" y="1189525"/>
              <a:ext cx="44484" cy="63230"/>
            </a:xfrm>
            <a:custGeom>
              <a:avLst/>
              <a:gdLst/>
              <a:ahLst/>
              <a:cxnLst/>
              <a:rect l="l" t="t" r="r" b="b"/>
              <a:pathLst>
                <a:path w="1018" h="1447" extrusionOk="0">
                  <a:moveTo>
                    <a:pt x="817" y="0"/>
                  </a:moveTo>
                  <a:cubicBezTo>
                    <a:pt x="807" y="2"/>
                    <a:pt x="797" y="7"/>
                    <a:pt x="787" y="8"/>
                  </a:cubicBezTo>
                  <a:lnTo>
                    <a:pt x="771" y="13"/>
                  </a:lnTo>
                  <a:cubicBezTo>
                    <a:pt x="759" y="16"/>
                    <a:pt x="748" y="17"/>
                    <a:pt x="733" y="22"/>
                  </a:cubicBezTo>
                  <a:cubicBezTo>
                    <a:pt x="700" y="33"/>
                    <a:pt x="667" y="50"/>
                    <a:pt x="633" y="68"/>
                  </a:cubicBezTo>
                  <a:cubicBezTo>
                    <a:pt x="290" y="267"/>
                    <a:pt x="1" y="768"/>
                    <a:pt x="1" y="1162"/>
                  </a:cubicBezTo>
                  <a:cubicBezTo>
                    <a:pt x="1" y="1202"/>
                    <a:pt x="4" y="1237"/>
                    <a:pt x="10" y="1271"/>
                  </a:cubicBezTo>
                  <a:cubicBezTo>
                    <a:pt x="14" y="1283"/>
                    <a:pt x="17" y="1294"/>
                    <a:pt x="22" y="1308"/>
                  </a:cubicBezTo>
                  <a:lnTo>
                    <a:pt x="27" y="1323"/>
                  </a:lnTo>
                  <a:cubicBezTo>
                    <a:pt x="28" y="1334"/>
                    <a:pt x="31" y="1343"/>
                    <a:pt x="34" y="1353"/>
                  </a:cubicBezTo>
                  <a:cubicBezTo>
                    <a:pt x="41" y="1362"/>
                    <a:pt x="47" y="1371"/>
                    <a:pt x="53" y="1380"/>
                  </a:cubicBezTo>
                  <a:lnTo>
                    <a:pt x="65" y="1402"/>
                  </a:lnTo>
                  <a:lnTo>
                    <a:pt x="65" y="1403"/>
                  </a:lnTo>
                  <a:cubicBezTo>
                    <a:pt x="71" y="1408"/>
                    <a:pt x="77" y="1413"/>
                    <a:pt x="82" y="1416"/>
                  </a:cubicBezTo>
                  <a:cubicBezTo>
                    <a:pt x="97" y="1429"/>
                    <a:pt x="124" y="1446"/>
                    <a:pt x="174" y="1446"/>
                  </a:cubicBezTo>
                  <a:cubicBezTo>
                    <a:pt x="216" y="1446"/>
                    <a:pt x="285" y="1434"/>
                    <a:pt x="384" y="1379"/>
                  </a:cubicBezTo>
                  <a:cubicBezTo>
                    <a:pt x="728" y="1180"/>
                    <a:pt x="1017" y="679"/>
                    <a:pt x="1016" y="283"/>
                  </a:cubicBezTo>
                  <a:cubicBezTo>
                    <a:pt x="1016" y="154"/>
                    <a:pt x="982" y="56"/>
                    <a:pt x="925" y="17"/>
                  </a:cubicBezTo>
                  <a:lnTo>
                    <a:pt x="925" y="19"/>
                  </a:lnTo>
                  <a:cubicBezTo>
                    <a:pt x="923" y="19"/>
                    <a:pt x="923" y="19"/>
                    <a:pt x="922" y="17"/>
                  </a:cubicBezTo>
                  <a:lnTo>
                    <a:pt x="897" y="11"/>
                  </a:lnTo>
                  <a:cubicBezTo>
                    <a:pt x="891" y="8"/>
                    <a:pt x="885" y="7"/>
                    <a:pt x="877" y="2"/>
                  </a:cubicBezTo>
                  <a:lnTo>
                    <a:pt x="850" y="2"/>
                  </a:lnTo>
                  <a:cubicBezTo>
                    <a:pt x="839" y="2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2270;p52">
              <a:extLst>
                <a:ext uri="{FF2B5EF4-FFF2-40B4-BE49-F238E27FC236}">
                  <a16:creationId xmlns:a16="http://schemas.microsoft.com/office/drawing/2014/main" id="{6C5030D6-111B-5F3D-4EA0-082DF502A5CD}"/>
                </a:ext>
              </a:extLst>
            </p:cNvPr>
            <p:cNvSpPr/>
            <p:nvPr/>
          </p:nvSpPr>
          <p:spPr>
            <a:xfrm>
              <a:off x="3979348" y="1178426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6"/>
                    <a:pt x="1105" y="256"/>
                  </a:cubicBezTo>
                  <a:lnTo>
                    <a:pt x="1132" y="256"/>
                  </a:lnTo>
                  <a:cubicBezTo>
                    <a:pt x="1140" y="261"/>
                    <a:pt x="1146" y="262"/>
                    <a:pt x="1152" y="265"/>
                  </a:cubicBezTo>
                  <a:lnTo>
                    <a:pt x="1177" y="271"/>
                  </a:lnTo>
                  <a:cubicBezTo>
                    <a:pt x="1178" y="273"/>
                    <a:pt x="1180" y="273"/>
                    <a:pt x="1180" y="273"/>
                  </a:cubicBezTo>
                  <a:lnTo>
                    <a:pt x="1180" y="271"/>
                  </a:lnTo>
                  <a:cubicBezTo>
                    <a:pt x="1237" y="310"/>
                    <a:pt x="1271" y="408"/>
                    <a:pt x="1271" y="537"/>
                  </a:cubicBezTo>
                  <a:cubicBezTo>
                    <a:pt x="1272" y="933"/>
                    <a:pt x="983" y="1434"/>
                    <a:pt x="639" y="1633"/>
                  </a:cubicBezTo>
                  <a:cubicBezTo>
                    <a:pt x="542" y="1690"/>
                    <a:pt x="471" y="1700"/>
                    <a:pt x="431" y="1700"/>
                  </a:cubicBezTo>
                  <a:cubicBezTo>
                    <a:pt x="379" y="1700"/>
                    <a:pt x="352" y="1683"/>
                    <a:pt x="337" y="1670"/>
                  </a:cubicBezTo>
                  <a:cubicBezTo>
                    <a:pt x="332" y="1667"/>
                    <a:pt x="326" y="1662"/>
                    <a:pt x="320" y="1657"/>
                  </a:cubicBezTo>
                  <a:lnTo>
                    <a:pt x="320" y="1656"/>
                  </a:lnTo>
                  <a:lnTo>
                    <a:pt x="308" y="1634"/>
                  </a:lnTo>
                  <a:cubicBezTo>
                    <a:pt x="302" y="1625"/>
                    <a:pt x="296" y="1617"/>
                    <a:pt x="291" y="1607"/>
                  </a:cubicBezTo>
                  <a:cubicBezTo>
                    <a:pt x="286" y="1597"/>
                    <a:pt x="285" y="1588"/>
                    <a:pt x="282" y="1577"/>
                  </a:cubicBezTo>
                  <a:lnTo>
                    <a:pt x="277" y="1562"/>
                  </a:lnTo>
                  <a:cubicBezTo>
                    <a:pt x="274" y="1548"/>
                    <a:pt x="269" y="1537"/>
                    <a:pt x="265" y="1525"/>
                  </a:cubicBezTo>
                  <a:cubicBezTo>
                    <a:pt x="259" y="1491"/>
                    <a:pt x="256" y="1456"/>
                    <a:pt x="256" y="1417"/>
                  </a:cubicBezTo>
                  <a:lnTo>
                    <a:pt x="256" y="1417"/>
                  </a:lnTo>
                  <a:cubicBezTo>
                    <a:pt x="256" y="1021"/>
                    <a:pt x="545" y="520"/>
                    <a:pt x="888" y="322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1"/>
                    <a:pt x="1014" y="270"/>
                    <a:pt x="1026" y="267"/>
                  </a:cubicBezTo>
                  <a:lnTo>
                    <a:pt x="1043" y="262"/>
                  </a:lnTo>
                  <a:cubicBezTo>
                    <a:pt x="1052" y="261"/>
                    <a:pt x="1062" y="256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3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48"/>
                    <a:pt x="812" y="73"/>
                    <a:pt x="760" y="102"/>
                  </a:cubicBezTo>
                  <a:cubicBezTo>
                    <a:pt x="339" y="347"/>
                    <a:pt x="0" y="934"/>
                    <a:pt x="2" y="1417"/>
                  </a:cubicBezTo>
                  <a:cubicBezTo>
                    <a:pt x="2" y="1477"/>
                    <a:pt x="6" y="1533"/>
                    <a:pt x="17" y="1585"/>
                  </a:cubicBezTo>
                  <a:cubicBezTo>
                    <a:pt x="22" y="1602"/>
                    <a:pt x="28" y="1614"/>
                    <a:pt x="33" y="1630"/>
                  </a:cubicBezTo>
                  <a:cubicBezTo>
                    <a:pt x="42" y="1662"/>
                    <a:pt x="49" y="1694"/>
                    <a:pt x="62" y="1722"/>
                  </a:cubicBezTo>
                  <a:cubicBezTo>
                    <a:pt x="69" y="1739"/>
                    <a:pt x="82" y="1753"/>
                    <a:pt x="91" y="1768"/>
                  </a:cubicBezTo>
                  <a:cubicBezTo>
                    <a:pt x="105" y="1790"/>
                    <a:pt x="116" y="1813"/>
                    <a:pt x="133" y="1830"/>
                  </a:cubicBezTo>
                  <a:cubicBezTo>
                    <a:pt x="145" y="1843"/>
                    <a:pt x="159" y="1853"/>
                    <a:pt x="172" y="1863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2"/>
                    <a:pt x="765" y="1853"/>
                  </a:cubicBezTo>
                  <a:cubicBezTo>
                    <a:pt x="1185" y="1610"/>
                    <a:pt x="1526" y="1022"/>
                    <a:pt x="1525" y="537"/>
                  </a:cubicBezTo>
                  <a:cubicBezTo>
                    <a:pt x="1525" y="298"/>
                    <a:pt x="1438" y="128"/>
                    <a:pt x="1300" y="48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7"/>
                  </a:cubicBezTo>
                  <a:cubicBezTo>
                    <a:pt x="1163" y="2"/>
                    <a:pt x="1135" y="4"/>
                    <a:pt x="1109" y="2"/>
                  </a:cubicBezTo>
                  <a:cubicBezTo>
                    <a:pt x="1095" y="2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2271;p52">
              <a:extLst>
                <a:ext uri="{FF2B5EF4-FFF2-40B4-BE49-F238E27FC236}">
                  <a16:creationId xmlns:a16="http://schemas.microsoft.com/office/drawing/2014/main" id="{3E47A2A2-BB15-8387-3A9E-CD1803B7843F}"/>
                </a:ext>
              </a:extLst>
            </p:cNvPr>
            <p:cNvSpPr/>
            <p:nvPr/>
          </p:nvSpPr>
          <p:spPr>
            <a:xfrm>
              <a:off x="4005959" y="1287930"/>
              <a:ext cx="30282" cy="8434"/>
            </a:xfrm>
            <a:custGeom>
              <a:avLst/>
              <a:gdLst/>
              <a:ahLst/>
              <a:cxnLst/>
              <a:rect l="l" t="t" r="r" b="b"/>
              <a:pathLst>
                <a:path w="693" h="193" extrusionOk="0">
                  <a:moveTo>
                    <a:pt x="342" y="0"/>
                  </a:moveTo>
                  <a:cubicBezTo>
                    <a:pt x="239" y="0"/>
                    <a:pt x="123" y="34"/>
                    <a:pt x="0" y="105"/>
                  </a:cubicBezTo>
                  <a:lnTo>
                    <a:pt x="151" y="193"/>
                  </a:lnTo>
                  <a:cubicBezTo>
                    <a:pt x="203" y="162"/>
                    <a:pt x="256" y="139"/>
                    <a:pt x="305" y="122"/>
                  </a:cubicBezTo>
                  <a:cubicBezTo>
                    <a:pt x="322" y="116"/>
                    <a:pt x="336" y="114"/>
                    <a:pt x="353" y="111"/>
                  </a:cubicBezTo>
                  <a:cubicBezTo>
                    <a:pt x="385" y="103"/>
                    <a:pt x="419" y="93"/>
                    <a:pt x="448" y="90"/>
                  </a:cubicBezTo>
                  <a:cubicBezTo>
                    <a:pt x="451" y="89"/>
                    <a:pt x="454" y="89"/>
                    <a:pt x="456" y="89"/>
                  </a:cubicBezTo>
                  <a:cubicBezTo>
                    <a:pt x="472" y="89"/>
                    <a:pt x="486" y="93"/>
                    <a:pt x="500" y="93"/>
                  </a:cubicBezTo>
                  <a:cubicBezTo>
                    <a:pt x="526" y="93"/>
                    <a:pt x="554" y="93"/>
                    <a:pt x="579" y="97"/>
                  </a:cubicBezTo>
                  <a:cubicBezTo>
                    <a:pt x="596" y="100"/>
                    <a:pt x="609" y="108"/>
                    <a:pt x="626" y="114"/>
                  </a:cubicBezTo>
                  <a:cubicBezTo>
                    <a:pt x="649" y="122"/>
                    <a:pt x="673" y="128"/>
                    <a:pt x="691" y="139"/>
                  </a:cubicBezTo>
                  <a:lnTo>
                    <a:pt x="693" y="139"/>
                  </a:lnTo>
                  <a:lnTo>
                    <a:pt x="543" y="53"/>
                  </a:lnTo>
                  <a:cubicBezTo>
                    <a:pt x="485" y="18"/>
                    <a:pt x="417" y="0"/>
                    <a:pt x="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2272;p52">
              <a:extLst>
                <a:ext uri="{FF2B5EF4-FFF2-40B4-BE49-F238E27FC236}">
                  <a16:creationId xmlns:a16="http://schemas.microsoft.com/office/drawing/2014/main" id="{48C3B9D1-D1FA-734C-81B4-8F44816E98A4}"/>
                </a:ext>
              </a:extLst>
            </p:cNvPr>
            <p:cNvSpPr/>
            <p:nvPr/>
          </p:nvSpPr>
          <p:spPr>
            <a:xfrm>
              <a:off x="3972837" y="1292474"/>
              <a:ext cx="39765" cy="82676"/>
            </a:xfrm>
            <a:custGeom>
              <a:avLst/>
              <a:gdLst/>
              <a:ahLst/>
              <a:cxnLst/>
              <a:rect l="l" t="t" r="r" b="b"/>
              <a:pathLst>
                <a:path w="910" h="1892" extrusionOk="0">
                  <a:moveTo>
                    <a:pt x="758" y="1"/>
                  </a:moveTo>
                  <a:cubicBezTo>
                    <a:pt x="338" y="244"/>
                    <a:pt x="0" y="833"/>
                    <a:pt x="2" y="1316"/>
                  </a:cubicBezTo>
                  <a:cubicBezTo>
                    <a:pt x="2" y="1556"/>
                    <a:pt x="86" y="1725"/>
                    <a:pt x="223" y="1805"/>
                  </a:cubicBezTo>
                  <a:lnTo>
                    <a:pt x="372" y="1891"/>
                  </a:lnTo>
                  <a:cubicBezTo>
                    <a:pt x="354" y="1881"/>
                    <a:pt x="338" y="1864"/>
                    <a:pt x="321" y="1850"/>
                  </a:cubicBezTo>
                  <a:cubicBezTo>
                    <a:pt x="308" y="1839"/>
                    <a:pt x="294" y="1830"/>
                    <a:pt x="282" y="1816"/>
                  </a:cubicBezTo>
                  <a:cubicBezTo>
                    <a:pt x="265" y="1799"/>
                    <a:pt x="254" y="1775"/>
                    <a:pt x="240" y="1755"/>
                  </a:cubicBezTo>
                  <a:cubicBezTo>
                    <a:pt x="231" y="1739"/>
                    <a:pt x="218" y="1725"/>
                    <a:pt x="211" y="1708"/>
                  </a:cubicBezTo>
                  <a:cubicBezTo>
                    <a:pt x="198" y="1681"/>
                    <a:pt x="191" y="1648"/>
                    <a:pt x="182" y="1616"/>
                  </a:cubicBezTo>
                  <a:cubicBezTo>
                    <a:pt x="177" y="1601"/>
                    <a:pt x="171" y="1588"/>
                    <a:pt x="166" y="1571"/>
                  </a:cubicBezTo>
                  <a:cubicBezTo>
                    <a:pt x="155" y="1519"/>
                    <a:pt x="151" y="1464"/>
                    <a:pt x="151" y="1404"/>
                  </a:cubicBezTo>
                  <a:cubicBezTo>
                    <a:pt x="149" y="921"/>
                    <a:pt x="489" y="332"/>
                    <a:pt x="909" y="89"/>
                  </a:cubicBezTo>
                  <a:lnTo>
                    <a:pt x="7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2273;p52">
              <a:extLst>
                <a:ext uri="{FF2B5EF4-FFF2-40B4-BE49-F238E27FC236}">
                  <a16:creationId xmlns:a16="http://schemas.microsoft.com/office/drawing/2014/main" id="{469492E6-7D60-4BD5-F04A-8FEC2240E303}"/>
                </a:ext>
              </a:extLst>
            </p:cNvPr>
            <p:cNvSpPr/>
            <p:nvPr/>
          </p:nvSpPr>
          <p:spPr>
            <a:xfrm>
              <a:off x="3990490" y="1302918"/>
              <a:ext cx="44484" cy="63361"/>
            </a:xfrm>
            <a:custGeom>
              <a:avLst/>
              <a:gdLst/>
              <a:ahLst/>
              <a:cxnLst/>
              <a:rect l="l" t="t" r="r" b="b"/>
              <a:pathLst>
                <a:path w="1018" h="1450" extrusionOk="0">
                  <a:moveTo>
                    <a:pt x="817" y="0"/>
                  </a:moveTo>
                  <a:cubicBezTo>
                    <a:pt x="807" y="3"/>
                    <a:pt x="797" y="7"/>
                    <a:pt x="787" y="10"/>
                  </a:cubicBezTo>
                  <a:lnTo>
                    <a:pt x="771" y="13"/>
                  </a:lnTo>
                  <a:cubicBezTo>
                    <a:pt x="759" y="17"/>
                    <a:pt x="748" y="19"/>
                    <a:pt x="733" y="22"/>
                  </a:cubicBezTo>
                  <a:cubicBezTo>
                    <a:pt x="700" y="33"/>
                    <a:pt x="667" y="50"/>
                    <a:pt x="633" y="70"/>
                  </a:cubicBezTo>
                  <a:cubicBezTo>
                    <a:pt x="290" y="268"/>
                    <a:pt x="1" y="768"/>
                    <a:pt x="1" y="1165"/>
                  </a:cubicBezTo>
                  <a:cubicBezTo>
                    <a:pt x="1" y="1203"/>
                    <a:pt x="4" y="1239"/>
                    <a:pt x="10" y="1272"/>
                  </a:cubicBezTo>
                  <a:cubicBezTo>
                    <a:pt x="14" y="1285"/>
                    <a:pt x="17" y="1296"/>
                    <a:pt x="22" y="1308"/>
                  </a:cubicBezTo>
                  <a:lnTo>
                    <a:pt x="27" y="1323"/>
                  </a:lnTo>
                  <a:cubicBezTo>
                    <a:pt x="28" y="1336"/>
                    <a:pt x="31" y="1345"/>
                    <a:pt x="34" y="1354"/>
                  </a:cubicBezTo>
                  <a:cubicBezTo>
                    <a:pt x="41" y="1362"/>
                    <a:pt x="47" y="1372"/>
                    <a:pt x="53" y="1380"/>
                  </a:cubicBezTo>
                  <a:lnTo>
                    <a:pt x="65" y="1403"/>
                  </a:lnTo>
                  <a:lnTo>
                    <a:pt x="65" y="1405"/>
                  </a:lnTo>
                  <a:cubicBezTo>
                    <a:pt x="71" y="1408"/>
                    <a:pt x="77" y="1412"/>
                    <a:pt x="82" y="1417"/>
                  </a:cubicBezTo>
                  <a:cubicBezTo>
                    <a:pt x="97" y="1429"/>
                    <a:pt x="124" y="1449"/>
                    <a:pt x="174" y="1449"/>
                  </a:cubicBezTo>
                  <a:cubicBezTo>
                    <a:pt x="216" y="1449"/>
                    <a:pt x="285" y="1437"/>
                    <a:pt x="384" y="1379"/>
                  </a:cubicBezTo>
                  <a:cubicBezTo>
                    <a:pt x="728" y="1182"/>
                    <a:pt x="1017" y="680"/>
                    <a:pt x="1016" y="287"/>
                  </a:cubicBezTo>
                  <a:cubicBezTo>
                    <a:pt x="1016" y="156"/>
                    <a:pt x="982" y="57"/>
                    <a:pt x="925" y="20"/>
                  </a:cubicBezTo>
                  <a:cubicBezTo>
                    <a:pt x="923" y="20"/>
                    <a:pt x="923" y="20"/>
                    <a:pt x="922" y="19"/>
                  </a:cubicBezTo>
                  <a:lnTo>
                    <a:pt x="897" y="13"/>
                  </a:lnTo>
                  <a:cubicBezTo>
                    <a:pt x="891" y="10"/>
                    <a:pt x="885" y="7"/>
                    <a:pt x="877" y="3"/>
                  </a:cubicBezTo>
                  <a:lnTo>
                    <a:pt x="850" y="3"/>
                  </a:lnTo>
                  <a:cubicBezTo>
                    <a:pt x="839" y="3"/>
                    <a:pt x="830" y="2"/>
                    <a:pt x="8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2274;p52">
              <a:extLst>
                <a:ext uri="{FF2B5EF4-FFF2-40B4-BE49-F238E27FC236}">
                  <a16:creationId xmlns:a16="http://schemas.microsoft.com/office/drawing/2014/main" id="{205438A4-93C5-96F8-EFE4-9C69176FB3CB}"/>
                </a:ext>
              </a:extLst>
            </p:cNvPr>
            <p:cNvSpPr/>
            <p:nvPr/>
          </p:nvSpPr>
          <p:spPr>
            <a:xfrm>
              <a:off x="3979348" y="1291819"/>
              <a:ext cx="66726" cy="85472"/>
            </a:xfrm>
            <a:custGeom>
              <a:avLst/>
              <a:gdLst/>
              <a:ahLst/>
              <a:cxnLst/>
              <a:rect l="l" t="t" r="r" b="b"/>
              <a:pathLst>
                <a:path w="1527" h="1956" extrusionOk="0">
                  <a:moveTo>
                    <a:pt x="1072" y="254"/>
                  </a:moveTo>
                  <a:cubicBezTo>
                    <a:pt x="1085" y="256"/>
                    <a:pt x="1094" y="257"/>
                    <a:pt x="1105" y="257"/>
                  </a:cubicBezTo>
                  <a:lnTo>
                    <a:pt x="1132" y="257"/>
                  </a:lnTo>
                  <a:cubicBezTo>
                    <a:pt x="1140" y="261"/>
                    <a:pt x="1146" y="264"/>
                    <a:pt x="1152" y="267"/>
                  </a:cubicBezTo>
                  <a:lnTo>
                    <a:pt x="1177" y="273"/>
                  </a:lnTo>
                  <a:cubicBezTo>
                    <a:pt x="1178" y="274"/>
                    <a:pt x="1180" y="274"/>
                    <a:pt x="1180" y="274"/>
                  </a:cubicBezTo>
                  <a:cubicBezTo>
                    <a:pt x="1237" y="311"/>
                    <a:pt x="1271" y="410"/>
                    <a:pt x="1271" y="541"/>
                  </a:cubicBezTo>
                  <a:cubicBezTo>
                    <a:pt x="1272" y="934"/>
                    <a:pt x="983" y="1436"/>
                    <a:pt x="639" y="1633"/>
                  </a:cubicBezTo>
                  <a:cubicBezTo>
                    <a:pt x="542" y="1691"/>
                    <a:pt x="471" y="1703"/>
                    <a:pt x="431" y="1703"/>
                  </a:cubicBezTo>
                  <a:cubicBezTo>
                    <a:pt x="379" y="1703"/>
                    <a:pt x="352" y="1683"/>
                    <a:pt x="337" y="1671"/>
                  </a:cubicBezTo>
                  <a:cubicBezTo>
                    <a:pt x="332" y="1666"/>
                    <a:pt x="326" y="1662"/>
                    <a:pt x="320" y="1659"/>
                  </a:cubicBezTo>
                  <a:lnTo>
                    <a:pt x="320" y="1657"/>
                  </a:lnTo>
                  <a:lnTo>
                    <a:pt x="308" y="1634"/>
                  </a:lnTo>
                  <a:cubicBezTo>
                    <a:pt x="302" y="1626"/>
                    <a:pt x="296" y="1616"/>
                    <a:pt x="291" y="1608"/>
                  </a:cubicBezTo>
                  <a:cubicBezTo>
                    <a:pt x="286" y="1599"/>
                    <a:pt x="285" y="1590"/>
                    <a:pt x="282" y="1577"/>
                  </a:cubicBezTo>
                  <a:lnTo>
                    <a:pt x="277" y="1562"/>
                  </a:lnTo>
                  <a:cubicBezTo>
                    <a:pt x="274" y="1550"/>
                    <a:pt x="269" y="1539"/>
                    <a:pt x="265" y="1526"/>
                  </a:cubicBezTo>
                  <a:cubicBezTo>
                    <a:pt x="259" y="1493"/>
                    <a:pt x="256" y="1457"/>
                    <a:pt x="256" y="1419"/>
                  </a:cubicBezTo>
                  <a:cubicBezTo>
                    <a:pt x="256" y="1022"/>
                    <a:pt x="545" y="521"/>
                    <a:pt x="888" y="324"/>
                  </a:cubicBezTo>
                  <a:cubicBezTo>
                    <a:pt x="922" y="304"/>
                    <a:pt x="955" y="287"/>
                    <a:pt x="988" y="276"/>
                  </a:cubicBezTo>
                  <a:cubicBezTo>
                    <a:pt x="1003" y="273"/>
                    <a:pt x="1014" y="271"/>
                    <a:pt x="1026" y="267"/>
                  </a:cubicBezTo>
                  <a:lnTo>
                    <a:pt x="1043" y="264"/>
                  </a:lnTo>
                  <a:cubicBezTo>
                    <a:pt x="1052" y="261"/>
                    <a:pt x="1062" y="257"/>
                    <a:pt x="1072" y="254"/>
                  </a:cubicBezTo>
                  <a:close/>
                  <a:moveTo>
                    <a:pt x="1057" y="1"/>
                  </a:moveTo>
                  <a:cubicBezTo>
                    <a:pt x="1026" y="4"/>
                    <a:pt x="994" y="14"/>
                    <a:pt x="962" y="22"/>
                  </a:cubicBezTo>
                  <a:cubicBezTo>
                    <a:pt x="945" y="25"/>
                    <a:pt x="931" y="27"/>
                    <a:pt x="914" y="33"/>
                  </a:cubicBezTo>
                  <a:cubicBezTo>
                    <a:pt x="865" y="50"/>
                    <a:pt x="812" y="73"/>
                    <a:pt x="760" y="104"/>
                  </a:cubicBezTo>
                  <a:cubicBezTo>
                    <a:pt x="339" y="347"/>
                    <a:pt x="0" y="936"/>
                    <a:pt x="2" y="1419"/>
                  </a:cubicBezTo>
                  <a:cubicBezTo>
                    <a:pt x="2" y="1479"/>
                    <a:pt x="6" y="1534"/>
                    <a:pt x="17" y="1586"/>
                  </a:cubicBezTo>
                  <a:cubicBezTo>
                    <a:pt x="22" y="1603"/>
                    <a:pt x="28" y="1616"/>
                    <a:pt x="33" y="1631"/>
                  </a:cubicBezTo>
                  <a:cubicBezTo>
                    <a:pt x="42" y="1663"/>
                    <a:pt x="49" y="1696"/>
                    <a:pt x="62" y="1723"/>
                  </a:cubicBezTo>
                  <a:cubicBezTo>
                    <a:pt x="69" y="1740"/>
                    <a:pt x="82" y="1754"/>
                    <a:pt x="91" y="1770"/>
                  </a:cubicBezTo>
                  <a:cubicBezTo>
                    <a:pt x="105" y="1790"/>
                    <a:pt x="116" y="1814"/>
                    <a:pt x="133" y="1831"/>
                  </a:cubicBezTo>
                  <a:cubicBezTo>
                    <a:pt x="145" y="1845"/>
                    <a:pt x="159" y="1854"/>
                    <a:pt x="172" y="1865"/>
                  </a:cubicBezTo>
                  <a:cubicBezTo>
                    <a:pt x="242" y="1923"/>
                    <a:pt x="329" y="1956"/>
                    <a:pt x="429" y="1956"/>
                  </a:cubicBezTo>
                  <a:cubicBezTo>
                    <a:pt x="529" y="1956"/>
                    <a:pt x="643" y="1923"/>
                    <a:pt x="765" y="1854"/>
                  </a:cubicBezTo>
                  <a:cubicBezTo>
                    <a:pt x="1185" y="1611"/>
                    <a:pt x="1526" y="1022"/>
                    <a:pt x="1525" y="539"/>
                  </a:cubicBezTo>
                  <a:cubicBezTo>
                    <a:pt x="1525" y="297"/>
                    <a:pt x="1438" y="128"/>
                    <a:pt x="1300" y="50"/>
                  </a:cubicBezTo>
                  <a:cubicBezTo>
                    <a:pt x="1282" y="39"/>
                    <a:pt x="1258" y="33"/>
                    <a:pt x="1235" y="25"/>
                  </a:cubicBezTo>
                  <a:cubicBezTo>
                    <a:pt x="1218" y="19"/>
                    <a:pt x="1205" y="11"/>
                    <a:pt x="1188" y="8"/>
                  </a:cubicBezTo>
                  <a:cubicBezTo>
                    <a:pt x="1163" y="4"/>
                    <a:pt x="1135" y="4"/>
                    <a:pt x="1109" y="4"/>
                  </a:cubicBezTo>
                  <a:cubicBezTo>
                    <a:pt x="1095" y="4"/>
                    <a:pt x="1082" y="1"/>
                    <a:pt x="10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2275;p52">
              <a:extLst>
                <a:ext uri="{FF2B5EF4-FFF2-40B4-BE49-F238E27FC236}">
                  <a16:creationId xmlns:a16="http://schemas.microsoft.com/office/drawing/2014/main" id="{9839A9D5-060C-8643-F9D4-D66C3DAB61E7}"/>
                </a:ext>
              </a:extLst>
            </p:cNvPr>
            <p:cNvSpPr/>
            <p:nvPr/>
          </p:nvSpPr>
          <p:spPr>
            <a:xfrm>
              <a:off x="3796172" y="1320658"/>
              <a:ext cx="27136" cy="34783"/>
            </a:xfrm>
            <a:custGeom>
              <a:avLst/>
              <a:gdLst/>
              <a:ahLst/>
              <a:cxnLst/>
              <a:rect l="l" t="t" r="r" b="b"/>
              <a:pathLst>
                <a:path w="621" h="796" extrusionOk="0">
                  <a:moveTo>
                    <a:pt x="191" y="0"/>
                  </a:moveTo>
                  <a:cubicBezTo>
                    <a:pt x="184" y="0"/>
                    <a:pt x="177" y="2"/>
                    <a:pt x="170" y="2"/>
                  </a:cubicBezTo>
                  <a:cubicBezTo>
                    <a:pt x="159" y="2"/>
                    <a:pt x="148" y="2"/>
                    <a:pt x="139" y="4"/>
                  </a:cubicBezTo>
                  <a:cubicBezTo>
                    <a:pt x="131" y="5"/>
                    <a:pt x="125" y="10"/>
                    <a:pt x="119" y="11"/>
                  </a:cubicBezTo>
                  <a:cubicBezTo>
                    <a:pt x="111" y="14"/>
                    <a:pt x="101" y="17"/>
                    <a:pt x="93" y="22"/>
                  </a:cubicBezTo>
                  <a:cubicBezTo>
                    <a:pt x="36" y="53"/>
                    <a:pt x="2" y="122"/>
                    <a:pt x="2" y="220"/>
                  </a:cubicBezTo>
                  <a:cubicBezTo>
                    <a:pt x="1" y="417"/>
                    <a:pt x="139" y="657"/>
                    <a:pt x="308" y="754"/>
                  </a:cubicBezTo>
                  <a:cubicBezTo>
                    <a:pt x="357" y="783"/>
                    <a:pt x="404" y="796"/>
                    <a:pt x="445" y="796"/>
                  </a:cubicBezTo>
                  <a:cubicBezTo>
                    <a:pt x="486" y="796"/>
                    <a:pt x="522" y="783"/>
                    <a:pt x="551" y="759"/>
                  </a:cubicBezTo>
                  <a:cubicBezTo>
                    <a:pt x="556" y="754"/>
                    <a:pt x="562" y="751"/>
                    <a:pt x="567" y="745"/>
                  </a:cubicBezTo>
                  <a:cubicBezTo>
                    <a:pt x="574" y="739"/>
                    <a:pt x="579" y="728"/>
                    <a:pt x="584" y="719"/>
                  </a:cubicBezTo>
                  <a:cubicBezTo>
                    <a:pt x="588" y="714"/>
                    <a:pt x="593" y="708"/>
                    <a:pt x="596" y="702"/>
                  </a:cubicBezTo>
                  <a:cubicBezTo>
                    <a:pt x="602" y="691"/>
                    <a:pt x="604" y="676"/>
                    <a:pt x="608" y="663"/>
                  </a:cubicBezTo>
                  <a:cubicBezTo>
                    <a:pt x="610" y="657"/>
                    <a:pt x="613" y="651"/>
                    <a:pt x="614" y="645"/>
                  </a:cubicBezTo>
                  <a:cubicBezTo>
                    <a:pt x="617" y="623"/>
                    <a:pt x="620" y="602"/>
                    <a:pt x="620" y="577"/>
                  </a:cubicBezTo>
                  <a:cubicBezTo>
                    <a:pt x="620" y="380"/>
                    <a:pt x="482" y="140"/>
                    <a:pt x="311" y="40"/>
                  </a:cubicBezTo>
                  <a:cubicBezTo>
                    <a:pt x="290" y="30"/>
                    <a:pt x="270" y="20"/>
                    <a:pt x="250" y="13"/>
                  </a:cubicBezTo>
                  <a:cubicBezTo>
                    <a:pt x="242" y="11"/>
                    <a:pt x="236" y="11"/>
                    <a:pt x="230" y="10"/>
                  </a:cubicBezTo>
                  <a:cubicBezTo>
                    <a:pt x="216" y="5"/>
                    <a:pt x="202" y="2"/>
                    <a:pt x="191" y="0"/>
                  </a:cubicBezTo>
                  <a:close/>
                </a:path>
              </a:pathLst>
            </a:custGeom>
            <a:solidFill>
              <a:srgbClr val="F6F6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2276;p52">
              <a:extLst>
                <a:ext uri="{FF2B5EF4-FFF2-40B4-BE49-F238E27FC236}">
                  <a16:creationId xmlns:a16="http://schemas.microsoft.com/office/drawing/2014/main" id="{5048640C-ECFB-DAFC-57CF-C426238C527D}"/>
                </a:ext>
              </a:extLst>
            </p:cNvPr>
            <p:cNvSpPr/>
            <p:nvPr/>
          </p:nvSpPr>
          <p:spPr>
            <a:xfrm rot="-5400000">
              <a:off x="3353950" y="1319338"/>
              <a:ext cx="237781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2277;p52">
              <a:extLst>
                <a:ext uri="{FF2B5EF4-FFF2-40B4-BE49-F238E27FC236}">
                  <a16:creationId xmlns:a16="http://schemas.microsoft.com/office/drawing/2014/main" id="{AFFE7284-59B7-F173-819C-EB1130307078}"/>
                </a:ext>
              </a:extLst>
            </p:cNvPr>
            <p:cNvSpPr/>
            <p:nvPr/>
          </p:nvSpPr>
          <p:spPr>
            <a:xfrm>
              <a:off x="3079604" y="1429847"/>
              <a:ext cx="786293" cy="324279"/>
            </a:xfrm>
            <a:custGeom>
              <a:avLst/>
              <a:gdLst/>
              <a:ahLst/>
              <a:cxnLst/>
              <a:rect l="l" t="t" r="r" b="b"/>
              <a:pathLst>
                <a:path w="17994" h="7421" extrusionOk="0">
                  <a:moveTo>
                    <a:pt x="5" y="162"/>
                  </a:moveTo>
                  <a:cubicBezTo>
                    <a:pt x="8" y="205"/>
                    <a:pt x="8" y="247"/>
                    <a:pt x="11" y="291"/>
                  </a:cubicBezTo>
                  <a:cubicBezTo>
                    <a:pt x="13" y="308"/>
                    <a:pt x="16" y="328"/>
                    <a:pt x="18" y="345"/>
                  </a:cubicBezTo>
                  <a:cubicBezTo>
                    <a:pt x="141" y="1571"/>
                    <a:pt x="1002" y="2775"/>
                    <a:pt x="2611" y="3711"/>
                  </a:cubicBezTo>
                  <a:cubicBezTo>
                    <a:pt x="6107" y="5743"/>
                    <a:pt x="11814" y="5741"/>
                    <a:pt x="15332" y="3709"/>
                  </a:cubicBezTo>
                  <a:cubicBezTo>
                    <a:pt x="16990" y="2754"/>
                    <a:pt x="17872" y="1514"/>
                    <a:pt x="17973" y="257"/>
                  </a:cubicBezTo>
                  <a:cubicBezTo>
                    <a:pt x="17976" y="222"/>
                    <a:pt x="17978" y="187"/>
                    <a:pt x="17979" y="150"/>
                  </a:cubicBezTo>
                  <a:cubicBezTo>
                    <a:pt x="17981" y="105"/>
                    <a:pt x="17984" y="59"/>
                    <a:pt x="17984" y="13"/>
                  </a:cubicBezTo>
                  <a:cubicBezTo>
                    <a:pt x="17984" y="10"/>
                    <a:pt x="17985" y="5"/>
                    <a:pt x="17985" y="0"/>
                  </a:cubicBezTo>
                  <a:lnTo>
                    <a:pt x="17990" y="1677"/>
                  </a:lnTo>
                  <a:cubicBezTo>
                    <a:pt x="17993" y="3020"/>
                    <a:pt x="17109" y="4366"/>
                    <a:pt x="15337" y="5387"/>
                  </a:cubicBezTo>
                  <a:cubicBezTo>
                    <a:pt x="11819" y="7419"/>
                    <a:pt x="6112" y="7421"/>
                    <a:pt x="2617" y="5389"/>
                  </a:cubicBezTo>
                  <a:cubicBezTo>
                    <a:pt x="879" y="4378"/>
                    <a:pt x="10" y="3054"/>
                    <a:pt x="5" y="1729"/>
                  </a:cubicBezTo>
                  <a:lnTo>
                    <a:pt x="1" y="53"/>
                  </a:lnTo>
                  <a:cubicBezTo>
                    <a:pt x="1" y="90"/>
                    <a:pt x="5" y="125"/>
                    <a:pt x="5" y="16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2278;p52">
              <a:extLst>
                <a:ext uri="{FF2B5EF4-FFF2-40B4-BE49-F238E27FC236}">
                  <a16:creationId xmlns:a16="http://schemas.microsoft.com/office/drawing/2014/main" id="{CC14D1F6-41CF-490B-C8FB-5FBBD53229E9}"/>
                </a:ext>
              </a:extLst>
            </p:cNvPr>
            <p:cNvSpPr/>
            <p:nvPr/>
          </p:nvSpPr>
          <p:spPr>
            <a:xfrm>
              <a:off x="3435031" y="1450996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2279;p52">
              <a:extLst>
                <a:ext uri="{FF2B5EF4-FFF2-40B4-BE49-F238E27FC236}">
                  <a16:creationId xmlns:a16="http://schemas.microsoft.com/office/drawing/2014/main" id="{6E9A9635-C84F-850B-D305-B755181A5AEF}"/>
                </a:ext>
              </a:extLst>
            </p:cNvPr>
            <p:cNvSpPr/>
            <p:nvPr/>
          </p:nvSpPr>
          <p:spPr>
            <a:xfrm>
              <a:off x="3114168" y="1203193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2280;p52">
              <a:extLst>
                <a:ext uri="{FF2B5EF4-FFF2-40B4-BE49-F238E27FC236}">
                  <a16:creationId xmlns:a16="http://schemas.microsoft.com/office/drawing/2014/main" id="{7EB9CC0D-7A25-BE9F-F5CB-57BCB12C82CC}"/>
                </a:ext>
              </a:extLst>
            </p:cNvPr>
            <p:cNvSpPr/>
            <p:nvPr/>
          </p:nvSpPr>
          <p:spPr>
            <a:xfrm>
              <a:off x="3077506" y="1203368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2281;p52">
              <a:extLst>
                <a:ext uri="{FF2B5EF4-FFF2-40B4-BE49-F238E27FC236}">
                  <a16:creationId xmlns:a16="http://schemas.microsoft.com/office/drawing/2014/main" id="{FEDBBA18-B415-0AB7-CBE9-1B51D7442B3F}"/>
                </a:ext>
              </a:extLst>
            </p:cNvPr>
            <p:cNvSpPr/>
            <p:nvPr/>
          </p:nvSpPr>
          <p:spPr>
            <a:xfrm>
              <a:off x="3461860" y="1414247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2282;p52">
              <a:extLst>
                <a:ext uri="{FF2B5EF4-FFF2-40B4-BE49-F238E27FC236}">
                  <a16:creationId xmlns:a16="http://schemas.microsoft.com/office/drawing/2014/main" id="{4076D9E2-2C4E-0011-ED40-AF8DB7A19146}"/>
                </a:ext>
              </a:extLst>
            </p:cNvPr>
            <p:cNvSpPr/>
            <p:nvPr/>
          </p:nvSpPr>
          <p:spPr>
            <a:xfrm>
              <a:off x="3423189" y="1410533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2283;p52">
              <a:extLst>
                <a:ext uri="{FF2B5EF4-FFF2-40B4-BE49-F238E27FC236}">
                  <a16:creationId xmlns:a16="http://schemas.microsoft.com/office/drawing/2014/main" id="{5F398FE9-5F08-FD06-852A-6A0F3B9EA7B5}"/>
                </a:ext>
              </a:extLst>
            </p:cNvPr>
            <p:cNvSpPr/>
            <p:nvPr/>
          </p:nvSpPr>
          <p:spPr>
            <a:xfrm>
              <a:off x="3426160" y="1387243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2284;p52">
              <a:extLst>
                <a:ext uri="{FF2B5EF4-FFF2-40B4-BE49-F238E27FC236}">
                  <a16:creationId xmlns:a16="http://schemas.microsoft.com/office/drawing/2014/main" id="{BE34BF03-BFD7-D4D2-FB06-CA7308B447A4}"/>
                </a:ext>
              </a:extLst>
            </p:cNvPr>
            <p:cNvSpPr/>
            <p:nvPr/>
          </p:nvSpPr>
          <p:spPr>
            <a:xfrm>
              <a:off x="3422621" y="1383791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2285;p52">
              <a:extLst>
                <a:ext uri="{FF2B5EF4-FFF2-40B4-BE49-F238E27FC236}">
                  <a16:creationId xmlns:a16="http://schemas.microsoft.com/office/drawing/2014/main" id="{5644255C-0DC5-69C4-31F0-B5E233C3783C}"/>
                </a:ext>
              </a:extLst>
            </p:cNvPr>
            <p:cNvSpPr/>
            <p:nvPr/>
          </p:nvSpPr>
          <p:spPr>
            <a:xfrm>
              <a:off x="3488253" y="1259125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2286;p52">
              <a:extLst>
                <a:ext uri="{FF2B5EF4-FFF2-40B4-BE49-F238E27FC236}">
                  <a16:creationId xmlns:a16="http://schemas.microsoft.com/office/drawing/2014/main" id="{628A379F-F144-2AF5-779C-C09A58ADAB14}"/>
                </a:ext>
              </a:extLst>
            </p:cNvPr>
            <p:cNvSpPr/>
            <p:nvPr/>
          </p:nvSpPr>
          <p:spPr>
            <a:xfrm>
              <a:off x="3477241" y="1198343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2287;p52">
              <a:extLst>
                <a:ext uri="{FF2B5EF4-FFF2-40B4-BE49-F238E27FC236}">
                  <a16:creationId xmlns:a16="http://schemas.microsoft.com/office/drawing/2014/main" id="{63F73F7E-85D3-78F4-740B-A051A73D31CD}"/>
                </a:ext>
              </a:extLst>
            </p:cNvPr>
            <p:cNvSpPr/>
            <p:nvPr/>
          </p:nvSpPr>
          <p:spPr>
            <a:xfrm>
              <a:off x="3449756" y="1322572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2288;p52">
              <a:extLst>
                <a:ext uri="{FF2B5EF4-FFF2-40B4-BE49-F238E27FC236}">
                  <a16:creationId xmlns:a16="http://schemas.microsoft.com/office/drawing/2014/main" id="{BA9BF371-F3CC-E7A9-A58E-FB33B1AAEAE9}"/>
                </a:ext>
              </a:extLst>
            </p:cNvPr>
            <p:cNvSpPr/>
            <p:nvPr/>
          </p:nvSpPr>
          <p:spPr>
            <a:xfrm>
              <a:off x="3449887" y="1310337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2289;p52">
              <a:extLst>
                <a:ext uri="{FF2B5EF4-FFF2-40B4-BE49-F238E27FC236}">
                  <a16:creationId xmlns:a16="http://schemas.microsoft.com/office/drawing/2014/main" id="{0D5AEC62-9A64-E952-31C2-A5B26E70D9CC}"/>
                </a:ext>
              </a:extLst>
            </p:cNvPr>
            <p:cNvSpPr/>
            <p:nvPr/>
          </p:nvSpPr>
          <p:spPr>
            <a:xfrm>
              <a:off x="3452247" y="1312347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2290;p52">
              <a:extLst>
                <a:ext uri="{FF2B5EF4-FFF2-40B4-BE49-F238E27FC236}">
                  <a16:creationId xmlns:a16="http://schemas.microsoft.com/office/drawing/2014/main" id="{09CF5502-ECED-7C69-2613-47186F7FB26E}"/>
                </a:ext>
              </a:extLst>
            </p:cNvPr>
            <p:cNvSpPr/>
            <p:nvPr/>
          </p:nvSpPr>
          <p:spPr>
            <a:xfrm>
              <a:off x="3445168" y="1350669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2291;p52">
              <a:extLst>
                <a:ext uri="{FF2B5EF4-FFF2-40B4-BE49-F238E27FC236}">
                  <a16:creationId xmlns:a16="http://schemas.microsoft.com/office/drawing/2014/main" id="{214619C6-A372-40FB-D6CC-06560576A595}"/>
                </a:ext>
              </a:extLst>
            </p:cNvPr>
            <p:cNvSpPr/>
            <p:nvPr/>
          </p:nvSpPr>
          <p:spPr>
            <a:xfrm>
              <a:off x="3414406" y="1391350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2292;p52">
              <a:extLst>
                <a:ext uri="{FF2B5EF4-FFF2-40B4-BE49-F238E27FC236}">
                  <a16:creationId xmlns:a16="http://schemas.microsoft.com/office/drawing/2014/main" id="{19F209C4-CC69-D773-9383-E4C556A90C2F}"/>
                </a:ext>
              </a:extLst>
            </p:cNvPr>
            <p:cNvSpPr/>
            <p:nvPr/>
          </p:nvSpPr>
          <p:spPr>
            <a:xfrm>
              <a:off x="3250675" y="1410139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2293;p52">
              <a:extLst>
                <a:ext uri="{FF2B5EF4-FFF2-40B4-BE49-F238E27FC236}">
                  <a16:creationId xmlns:a16="http://schemas.microsoft.com/office/drawing/2014/main" id="{4966C5CF-5E4D-4063-1D0C-0AFD9D270411}"/>
                </a:ext>
              </a:extLst>
            </p:cNvPr>
            <p:cNvSpPr/>
            <p:nvPr/>
          </p:nvSpPr>
          <p:spPr>
            <a:xfrm>
              <a:off x="3228958" y="1467600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2294;p52">
              <a:extLst>
                <a:ext uri="{FF2B5EF4-FFF2-40B4-BE49-F238E27FC236}">
                  <a16:creationId xmlns:a16="http://schemas.microsoft.com/office/drawing/2014/main" id="{9FEEA448-DB07-304B-6B6B-CEA7B93F7EED}"/>
                </a:ext>
              </a:extLst>
            </p:cNvPr>
            <p:cNvSpPr/>
            <p:nvPr/>
          </p:nvSpPr>
          <p:spPr>
            <a:xfrm>
              <a:off x="3229046" y="1330481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2295;p52">
              <a:extLst>
                <a:ext uri="{FF2B5EF4-FFF2-40B4-BE49-F238E27FC236}">
                  <a16:creationId xmlns:a16="http://schemas.microsoft.com/office/drawing/2014/main" id="{900C3494-3855-0363-7A3F-73BEA399132C}"/>
                </a:ext>
              </a:extLst>
            </p:cNvPr>
            <p:cNvSpPr/>
            <p:nvPr/>
          </p:nvSpPr>
          <p:spPr>
            <a:xfrm>
              <a:off x="3461860" y="1480272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2296;p52">
              <a:extLst>
                <a:ext uri="{FF2B5EF4-FFF2-40B4-BE49-F238E27FC236}">
                  <a16:creationId xmlns:a16="http://schemas.microsoft.com/office/drawing/2014/main" id="{FAD78A9C-E71B-6193-15DA-E3EDC450E450}"/>
                </a:ext>
              </a:extLst>
            </p:cNvPr>
            <p:cNvSpPr/>
            <p:nvPr/>
          </p:nvSpPr>
          <p:spPr>
            <a:xfrm>
              <a:off x="3461860" y="1640289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2297;p52">
              <a:extLst>
                <a:ext uri="{FF2B5EF4-FFF2-40B4-BE49-F238E27FC236}">
                  <a16:creationId xmlns:a16="http://schemas.microsoft.com/office/drawing/2014/main" id="{D8F4D016-4F3A-69F2-F94E-9F28FCF87057}"/>
                </a:ext>
              </a:extLst>
            </p:cNvPr>
            <p:cNvSpPr/>
            <p:nvPr/>
          </p:nvSpPr>
          <p:spPr>
            <a:xfrm>
              <a:off x="3800149" y="1279802"/>
              <a:ext cx="96353" cy="74854"/>
            </a:xfrm>
            <a:custGeom>
              <a:avLst/>
              <a:gdLst/>
              <a:ahLst/>
              <a:cxnLst/>
              <a:rect l="l" t="t" r="r" b="b"/>
              <a:pathLst>
                <a:path w="2205" h="1713" extrusionOk="0">
                  <a:moveTo>
                    <a:pt x="1757" y="0"/>
                  </a:moveTo>
                  <a:cubicBezTo>
                    <a:pt x="1727" y="0"/>
                    <a:pt x="1699" y="8"/>
                    <a:pt x="1675" y="22"/>
                  </a:cubicBezTo>
                  <a:lnTo>
                    <a:pt x="0" y="957"/>
                  </a:lnTo>
                  <a:cubicBezTo>
                    <a:pt x="10" y="952"/>
                    <a:pt x="19" y="949"/>
                    <a:pt x="28" y="946"/>
                  </a:cubicBezTo>
                  <a:cubicBezTo>
                    <a:pt x="34" y="945"/>
                    <a:pt x="40" y="940"/>
                    <a:pt x="48" y="939"/>
                  </a:cubicBezTo>
                  <a:cubicBezTo>
                    <a:pt x="57" y="937"/>
                    <a:pt x="68" y="937"/>
                    <a:pt x="79" y="937"/>
                  </a:cubicBezTo>
                  <a:cubicBezTo>
                    <a:pt x="83" y="937"/>
                    <a:pt x="88" y="936"/>
                    <a:pt x="93" y="936"/>
                  </a:cubicBezTo>
                  <a:cubicBezTo>
                    <a:pt x="95" y="936"/>
                    <a:pt x="98" y="937"/>
                    <a:pt x="100" y="937"/>
                  </a:cubicBezTo>
                  <a:cubicBezTo>
                    <a:pt x="111" y="937"/>
                    <a:pt x="125" y="942"/>
                    <a:pt x="137" y="945"/>
                  </a:cubicBezTo>
                  <a:cubicBezTo>
                    <a:pt x="145" y="946"/>
                    <a:pt x="151" y="946"/>
                    <a:pt x="157" y="948"/>
                  </a:cubicBezTo>
                  <a:cubicBezTo>
                    <a:pt x="179" y="955"/>
                    <a:pt x="199" y="965"/>
                    <a:pt x="220" y="977"/>
                  </a:cubicBezTo>
                  <a:cubicBezTo>
                    <a:pt x="391" y="1075"/>
                    <a:pt x="529" y="1315"/>
                    <a:pt x="528" y="1512"/>
                  </a:cubicBezTo>
                  <a:cubicBezTo>
                    <a:pt x="528" y="1537"/>
                    <a:pt x="526" y="1560"/>
                    <a:pt x="522" y="1580"/>
                  </a:cubicBezTo>
                  <a:cubicBezTo>
                    <a:pt x="520" y="1586"/>
                    <a:pt x="517" y="1592"/>
                    <a:pt x="517" y="1598"/>
                  </a:cubicBezTo>
                  <a:cubicBezTo>
                    <a:pt x="513" y="1611"/>
                    <a:pt x="509" y="1626"/>
                    <a:pt x="503" y="1637"/>
                  </a:cubicBezTo>
                  <a:cubicBezTo>
                    <a:pt x="500" y="1645"/>
                    <a:pt x="496" y="1649"/>
                    <a:pt x="493" y="1655"/>
                  </a:cubicBezTo>
                  <a:cubicBezTo>
                    <a:pt x="488" y="1663"/>
                    <a:pt x="482" y="1674"/>
                    <a:pt x="474" y="1680"/>
                  </a:cubicBezTo>
                  <a:cubicBezTo>
                    <a:pt x="471" y="1686"/>
                    <a:pt x="465" y="1691"/>
                    <a:pt x="460" y="1694"/>
                  </a:cubicBezTo>
                  <a:cubicBezTo>
                    <a:pt x="453" y="1700"/>
                    <a:pt x="446" y="1706"/>
                    <a:pt x="439" y="1712"/>
                  </a:cubicBezTo>
                  <a:lnTo>
                    <a:pt x="2114" y="777"/>
                  </a:lnTo>
                  <a:cubicBezTo>
                    <a:pt x="2169" y="745"/>
                    <a:pt x="2205" y="676"/>
                    <a:pt x="2205" y="579"/>
                  </a:cubicBezTo>
                  <a:cubicBezTo>
                    <a:pt x="2205" y="382"/>
                    <a:pt x="2066" y="140"/>
                    <a:pt x="1895" y="43"/>
                  </a:cubicBezTo>
                  <a:cubicBezTo>
                    <a:pt x="1846" y="14"/>
                    <a:pt x="1799" y="0"/>
                    <a:pt x="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2298;p52">
              <a:extLst>
                <a:ext uri="{FF2B5EF4-FFF2-40B4-BE49-F238E27FC236}">
                  <a16:creationId xmlns:a16="http://schemas.microsoft.com/office/drawing/2014/main" id="{54B2662D-25CA-1633-2D9A-EDF57D603744}"/>
                </a:ext>
              </a:extLst>
            </p:cNvPr>
            <p:cNvSpPr/>
            <p:nvPr/>
          </p:nvSpPr>
          <p:spPr>
            <a:xfrm>
              <a:off x="3964820" y="951388"/>
              <a:ext cx="368100" cy="51732"/>
            </a:xfrm>
            <a:custGeom>
              <a:avLst/>
              <a:gdLst/>
              <a:ahLst/>
              <a:cxnLst/>
              <a:rect l="l" t="t" r="r" b="b"/>
              <a:pathLst>
                <a:path w="9367" h="1184" extrusionOk="0">
                  <a:moveTo>
                    <a:pt x="5" y="1"/>
                  </a:moveTo>
                  <a:cubicBezTo>
                    <a:pt x="5" y="1"/>
                    <a:pt x="5" y="35"/>
                    <a:pt x="4" y="106"/>
                  </a:cubicBezTo>
                  <a:cubicBezTo>
                    <a:pt x="2" y="286"/>
                    <a:pt x="1" y="642"/>
                    <a:pt x="1" y="902"/>
                  </a:cubicBezTo>
                  <a:cubicBezTo>
                    <a:pt x="1" y="1059"/>
                    <a:pt x="1" y="1144"/>
                    <a:pt x="2" y="1144"/>
                  </a:cubicBezTo>
                  <a:lnTo>
                    <a:pt x="9362" y="1184"/>
                  </a:lnTo>
                  <a:cubicBezTo>
                    <a:pt x="9362" y="1184"/>
                    <a:pt x="9362" y="1181"/>
                    <a:pt x="9362" y="1181"/>
                  </a:cubicBezTo>
                  <a:cubicBezTo>
                    <a:pt x="9362" y="1181"/>
                    <a:pt x="9362" y="1181"/>
                    <a:pt x="9362" y="1181"/>
                  </a:cubicBezTo>
                  <a:cubicBezTo>
                    <a:pt x="9362" y="1181"/>
                    <a:pt x="9364" y="1148"/>
                    <a:pt x="9364" y="1079"/>
                  </a:cubicBezTo>
                  <a:cubicBezTo>
                    <a:pt x="9365" y="898"/>
                    <a:pt x="9367" y="545"/>
                    <a:pt x="9367" y="286"/>
                  </a:cubicBezTo>
                  <a:cubicBezTo>
                    <a:pt x="9367" y="127"/>
                    <a:pt x="9367" y="44"/>
                    <a:pt x="9365" y="44"/>
                  </a:cubicBezTo>
                  <a:cubicBezTo>
                    <a:pt x="9365" y="44"/>
                    <a:pt x="9365" y="44"/>
                    <a:pt x="9365" y="44"/>
                  </a:cubicBezTo>
                  <a:lnTo>
                    <a:pt x="9365" y="42"/>
                  </a:lnTo>
                  <a:lnTo>
                    <a:pt x="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2299;p52">
              <a:extLst>
                <a:ext uri="{FF2B5EF4-FFF2-40B4-BE49-F238E27FC236}">
                  <a16:creationId xmlns:a16="http://schemas.microsoft.com/office/drawing/2014/main" id="{8889A530-62FC-D50F-2E13-4E1C0552B2F3}"/>
                </a:ext>
              </a:extLst>
            </p:cNvPr>
            <p:cNvSpPr/>
            <p:nvPr/>
          </p:nvSpPr>
          <p:spPr>
            <a:xfrm>
              <a:off x="3954148" y="969464"/>
              <a:ext cx="757287" cy="15602"/>
            </a:xfrm>
            <a:custGeom>
              <a:avLst/>
              <a:gdLst/>
              <a:ahLst/>
              <a:cxnLst/>
              <a:rect l="l" t="t" r="r" b="b"/>
              <a:pathLst>
                <a:path w="7660" h="357" extrusionOk="0">
                  <a:moveTo>
                    <a:pt x="142" y="1"/>
                  </a:moveTo>
                  <a:cubicBezTo>
                    <a:pt x="64" y="1"/>
                    <a:pt x="0" y="78"/>
                    <a:pt x="0" y="175"/>
                  </a:cubicBezTo>
                  <a:cubicBezTo>
                    <a:pt x="0" y="270"/>
                    <a:pt x="64" y="348"/>
                    <a:pt x="140" y="348"/>
                  </a:cubicBezTo>
                  <a:lnTo>
                    <a:pt x="7659" y="356"/>
                  </a:lnTo>
                  <a:lnTo>
                    <a:pt x="7659" y="356"/>
                  </a:lnTo>
                  <a:cubicBezTo>
                    <a:pt x="7581" y="356"/>
                    <a:pt x="7518" y="278"/>
                    <a:pt x="7518" y="182"/>
                  </a:cubicBezTo>
                  <a:cubicBezTo>
                    <a:pt x="7518" y="87"/>
                    <a:pt x="7582" y="10"/>
                    <a:pt x="7659" y="10"/>
                  </a:cubicBezTo>
                  <a:lnTo>
                    <a:pt x="142" y="1"/>
                  </a:lnTo>
                  <a:close/>
                  <a:moveTo>
                    <a:pt x="7659" y="356"/>
                  </a:moveTo>
                  <a:lnTo>
                    <a:pt x="7659" y="356"/>
                  </a:lnTo>
                  <a:cubicBezTo>
                    <a:pt x="7659" y="356"/>
                    <a:pt x="7659" y="356"/>
                    <a:pt x="7659" y="356"/>
                  </a:cubicBezTo>
                  <a:lnTo>
                    <a:pt x="7659" y="35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2300;p52">
              <a:extLst>
                <a:ext uri="{FF2B5EF4-FFF2-40B4-BE49-F238E27FC236}">
                  <a16:creationId xmlns:a16="http://schemas.microsoft.com/office/drawing/2014/main" id="{19C61C4E-FF62-8C16-77AC-E5779209AE02}"/>
                </a:ext>
              </a:extLst>
            </p:cNvPr>
            <p:cNvSpPr/>
            <p:nvPr/>
          </p:nvSpPr>
          <p:spPr>
            <a:xfrm>
              <a:off x="4282617" y="969862"/>
              <a:ext cx="12410" cy="15207"/>
            </a:xfrm>
            <a:custGeom>
              <a:avLst/>
              <a:gdLst/>
              <a:ahLst/>
              <a:cxnLst/>
              <a:rect l="l" t="t" r="r" b="b"/>
              <a:pathLst>
                <a:path w="284" h="348" extrusionOk="0">
                  <a:moveTo>
                    <a:pt x="142" y="1"/>
                  </a:moveTo>
                  <a:cubicBezTo>
                    <a:pt x="65" y="1"/>
                    <a:pt x="2" y="78"/>
                    <a:pt x="1" y="173"/>
                  </a:cubicBezTo>
                  <a:cubicBezTo>
                    <a:pt x="1" y="269"/>
                    <a:pt x="64" y="347"/>
                    <a:pt x="142" y="347"/>
                  </a:cubicBezTo>
                  <a:cubicBezTo>
                    <a:pt x="221" y="347"/>
                    <a:pt x="284" y="270"/>
                    <a:pt x="284" y="175"/>
                  </a:cubicBezTo>
                  <a:cubicBezTo>
                    <a:pt x="284" y="79"/>
                    <a:pt x="221" y="1"/>
                    <a:pt x="142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2301;p52">
              <a:extLst>
                <a:ext uri="{FF2B5EF4-FFF2-40B4-BE49-F238E27FC236}">
                  <a16:creationId xmlns:a16="http://schemas.microsoft.com/office/drawing/2014/main" id="{73B1A92B-906E-5F50-74E8-172EEDB34343}"/>
                </a:ext>
              </a:extLst>
            </p:cNvPr>
            <p:cNvSpPr/>
            <p:nvPr/>
          </p:nvSpPr>
          <p:spPr>
            <a:xfrm>
              <a:off x="3961754" y="722060"/>
              <a:ext cx="717163" cy="265550"/>
            </a:xfrm>
            <a:custGeom>
              <a:avLst/>
              <a:gdLst/>
              <a:ahLst/>
              <a:cxnLst/>
              <a:rect l="l" t="t" r="r" b="b"/>
              <a:pathLst>
                <a:path w="16412" h="6077" extrusionOk="0">
                  <a:moveTo>
                    <a:pt x="11" y="4991"/>
                  </a:moveTo>
                  <a:cubicBezTo>
                    <a:pt x="13" y="4980"/>
                    <a:pt x="14" y="4969"/>
                    <a:pt x="16" y="4958"/>
                  </a:cubicBezTo>
                  <a:cubicBezTo>
                    <a:pt x="126" y="3826"/>
                    <a:pt x="926" y="2714"/>
                    <a:pt x="2418" y="1853"/>
                  </a:cubicBezTo>
                  <a:cubicBezTo>
                    <a:pt x="5629" y="1"/>
                    <a:pt x="10834" y="1"/>
                    <a:pt x="14023" y="1853"/>
                  </a:cubicBezTo>
                  <a:cubicBezTo>
                    <a:pt x="15512" y="2719"/>
                    <a:pt x="16302" y="3838"/>
                    <a:pt x="16393" y="4977"/>
                  </a:cubicBezTo>
                  <a:cubicBezTo>
                    <a:pt x="16396" y="5011"/>
                    <a:pt x="16396" y="5043"/>
                    <a:pt x="16398" y="5075"/>
                  </a:cubicBezTo>
                  <a:cubicBezTo>
                    <a:pt x="16411" y="5394"/>
                    <a:pt x="16370" y="5714"/>
                    <a:pt x="16275" y="6029"/>
                  </a:cubicBezTo>
                  <a:cubicBezTo>
                    <a:pt x="15990" y="5112"/>
                    <a:pt x="15242" y="4237"/>
                    <a:pt x="14027" y="3531"/>
                  </a:cubicBezTo>
                  <a:cubicBezTo>
                    <a:pt x="10838" y="1677"/>
                    <a:pt x="5633" y="1677"/>
                    <a:pt x="2423" y="3529"/>
                  </a:cubicBezTo>
                  <a:cubicBezTo>
                    <a:pt x="1179" y="4249"/>
                    <a:pt x="416" y="5144"/>
                    <a:pt x="133" y="6077"/>
                  </a:cubicBezTo>
                  <a:cubicBezTo>
                    <a:pt x="45" y="5795"/>
                    <a:pt x="0" y="5509"/>
                    <a:pt x="2" y="5226"/>
                  </a:cubicBezTo>
                  <a:cubicBezTo>
                    <a:pt x="2" y="5191"/>
                    <a:pt x="5" y="5152"/>
                    <a:pt x="5" y="5115"/>
                  </a:cubicBezTo>
                  <a:cubicBezTo>
                    <a:pt x="6" y="5075"/>
                    <a:pt x="8" y="5032"/>
                    <a:pt x="11" y="49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2302;p52">
              <a:extLst>
                <a:ext uri="{FF2B5EF4-FFF2-40B4-BE49-F238E27FC236}">
                  <a16:creationId xmlns:a16="http://schemas.microsoft.com/office/drawing/2014/main" id="{127CF88B-D76E-5B35-15D1-2DA4B5AFB857}"/>
                </a:ext>
              </a:extLst>
            </p:cNvPr>
            <p:cNvSpPr/>
            <p:nvPr/>
          </p:nvSpPr>
          <p:spPr>
            <a:xfrm>
              <a:off x="3925093" y="722235"/>
              <a:ext cx="788041" cy="455197"/>
            </a:xfrm>
            <a:custGeom>
              <a:avLst/>
              <a:gdLst/>
              <a:ahLst/>
              <a:cxnLst/>
              <a:rect l="l" t="t" r="r" b="b"/>
              <a:pathLst>
                <a:path w="18034" h="10417" extrusionOk="0">
                  <a:moveTo>
                    <a:pt x="9066" y="459"/>
                  </a:moveTo>
                  <a:cubicBezTo>
                    <a:pt x="11168" y="459"/>
                    <a:pt x="13267" y="922"/>
                    <a:pt x="14862" y="1849"/>
                  </a:cubicBezTo>
                  <a:cubicBezTo>
                    <a:pt x="16351" y="2715"/>
                    <a:pt x="17141" y="3834"/>
                    <a:pt x="17232" y="4971"/>
                  </a:cubicBezTo>
                  <a:cubicBezTo>
                    <a:pt x="17235" y="5005"/>
                    <a:pt x="17235" y="5039"/>
                    <a:pt x="17237" y="5071"/>
                  </a:cubicBezTo>
                  <a:cubicBezTo>
                    <a:pt x="17250" y="5390"/>
                    <a:pt x="17209" y="5710"/>
                    <a:pt x="17114" y="6025"/>
                  </a:cubicBezTo>
                  <a:cubicBezTo>
                    <a:pt x="16830" y="6955"/>
                    <a:pt x="16068" y="7851"/>
                    <a:pt x="14823" y="8569"/>
                  </a:cubicBezTo>
                  <a:cubicBezTo>
                    <a:pt x="13218" y="9496"/>
                    <a:pt x="11114" y="9959"/>
                    <a:pt x="9012" y="9959"/>
                  </a:cubicBezTo>
                  <a:cubicBezTo>
                    <a:pt x="6911" y="9959"/>
                    <a:pt x="4813" y="9496"/>
                    <a:pt x="3219" y="8571"/>
                  </a:cubicBezTo>
                  <a:cubicBezTo>
                    <a:pt x="2004" y="7863"/>
                    <a:pt x="1256" y="6988"/>
                    <a:pt x="972" y="6071"/>
                  </a:cubicBezTo>
                  <a:cubicBezTo>
                    <a:pt x="884" y="5791"/>
                    <a:pt x="839" y="5505"/>
                    <a:pt x="841" y="5222"/>
                  </a:cubicBezTo>
                  <a:cubicBezTo>
                    <a:pt x="841" y="5185"/>
                    <a:pt x="844" y="5148"/>
                    <a:pt x="844" y="5111"/>
                  </a:cubicBezTo>
                  <a:cubicBezTo>
                    <a:pt x="845" y="5071"/>
                    <a:pt x="847" y="5028"/>
                    <a:pt x="850" y="4987"/>
                  </a:cubicBezTo>
                  <a:cubicBezTo>
                    <a:pt x="852" y="4976"/>
                    <a:pt x="853" y="4965"/>
                    <a:pt x="855" y="4954"/>
                  </a:cubicBezTo>
                  <a:cubicBezTo>
                    <a:pt x="965" y="3822"/>
                    <a:pt x="1765" y="2710"/>
                    <a:pt x="3257" y="1847"/>
                  </a:cubicBezTo>
                  <a:cubicBezTo>
                    <a:pt x="4862" y="922"/>
                    <a:pt x="6965" y="459"/>
                    <a:pt x="9066" y="459"/>
                  </a:cubicBezTo>
                  <a:close/>
                  <a:moveTo>
                    <a:pt x="9070" y="0"/>
                  </a:moveTo>
                  <a:cubicBezTo>
                    <a:pt x="6767" y="0"/>
                    <a:pt x="4460" y="509"/>
                    <a:pt x="2700" y="1526"/>
                  </a:cubicBezTo>
                  <a:cubicBezTo>
                    <a:pt x="882" y="2575"/>
                    <a:pt x="1" y="3965"/>
                    <a:pt x="53" y="5345"/>
                  </a:cubicBezTo>
                  <a:cubicBezTo>
                    <a:pt x="56" y="5388"/>
                    <a:pt x="56" y="5430"/>
                    <a:pt x="59" y="5473"/>
                  </a:cubicBezTo>
                  <a:cubicBezTo>
                    <a:pt x="61" y="5491"/>
                    <a:pt x="64" y="5510"/>
                    <a:pt x="66" y="5528"/>
                  </a:cubicBezTo>
                  <a:cubicBezTo>
                    <a:pt x="189" y="6754"/>
                    <a:pt x="1050" y="7958"/>
                    <a:pt x="2659" y="8894"/>
                  </a:cubicBezTo>
                  <a:cubicBezTo>
                    <a:pt x="4406" y="9909"/>
                    <a:pt x="6706" y="10417"/>
                    <a:pt x="9009" y="10417"/>
                  </a:cubicBezTo>
                  <a:cubicBezTo>
                    <a:pt x="11313" y="10417"/>
                    <a:pt x="13620" y="9908"/>
                    <a:pt x="15380" y="8892"/>
                  </a:cubicBezTo>
                  <a:cubicBezTo>
                    <a:pt x="17038" y="7937"/>
                    <a:pt x="17920" y="6697"/>
                    <a:pt x="18021" y="5440"/>
                  </a:cubicBezTo>
                  <a:cubicBezTo>
                    <a:pt x="18024" y="5405"/>
                    <a:pt x="18026" y="5370"/>
                    <a:pt x="18027" y="5333"/>
                  </a:cubicBezTo>
                  <a:cubicBezTo>
                    <a:pt x="18029" y="5288"/>
                    <a:pt x="18032" y="5242"/>
                    <a:pt x="18032" y="5196"/>
                  </a:cubicBezTo>
                  <a:cubicBezTo>
                    <a:pt x="18033" y="3865"/>
                    <a:pt x="17164" y="2536"/>
                    <a:pt x="15423" y="1526"/>
                  </a:cubicBezTo>
                  <a:cubicBezTo>
                    <a:pt x="13675" y="509"/>
                    <a:pt x="11374" y="0"/>
                    <a:pt x="90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2303;p52">
              <a:extLst>
                <a:ext uri="{FF2B5EF4-FFF2-40B4-BE49-F238E27FC236}">
                  <a16:creationId xmlns:a16="http://schemas.microsoft.com/office/drawing/2014/main" id="{E199D7A5-FF3F-9404-ED32-0366673688CB}"/>
                </a:ext>
              </a:extLst>
            </p:cNvPr>
            <p:cNvSpPr/>
            <p:nvPr/>
          </p:nvSpPr>
          <p:spPr>
            <a:xfrm>
              <a:off x="4309447" y="773097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3" y="0"/>
                  </a:moveTo>
                  <a:cubicBezTo>
                    <a:pt x="88" y="0"/>
                    <a:pt x="10" y="62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7"/>
                    <a:pt x="347" y="3804"/>
                  </a:cubicBezTo>
                  <a:lnTo>
                    <a:pt x="356" y="140"/>
                  </a:lnTo>
                  <a:cubicBezTo>
                    <a:pt x="356" y="65"/>
                    <a:pt x="279" y="0"/>
                    <a:pt x="1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2304;p52">
              <a:extLst>
                <a:ext uri="{FF2B5EF4-FFF2-40B4-BE49-F238E27FC236}">
                  <a16:creationId xmlns:a16="http://schemas.microsoft.com/office/drawing/2014/main" id="{B7F34C3D-3AB0-5F19-17B9-7794C351792B}"/>
                </a:ext>
              </a:extLst>
            </p:cNvPr>
            <p:cNvSpPr/>
            <p:nvPr/>
          </p:nvSpPr>
          <p:spPr>
            <a:xfrm>
              <a:off x="4309447" y="933114"/>
              <a:ext cx="15163" cy="12366"/>
            </a:xfrm>
            <a:custGeom>
              <a:avLst/>
              <a:gdLst/>
              <a:ahLst/>
              <a:cxnLst/>
              <a:rect l="l" t="t" r="r" b="b"/>
              <a:pathLst>
                <a:path w="347" h="283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7"/>
                    <a:pt x="77" y="282"/>
                    <a:pt x="173" y="282"/>
                  </a:cubicBezTo>
                  <a:cubicBezTo>
                    <a:pt x="174" y="282"/>
                    <a:pt x="175" y="282"/>
                    <a:pt x="176" y="282"/>
                  </a:cubicBezTo>
                  <a:cubicBezTo>
                    <a:pt x="271" y="282"/>
                    <a:pt x="345" y="218"/>
                    <a:pt x="345" y="142"/>
                  </a:cubicBezTo>
                  <a:cubicBezTo>
                    <a:pt x="347" y="65"/>
                    <a:pt x="270" y="1"/>
                    <a:pt x="174" y="1"/>
                  </a:cubicBezTo>
                  <a:close/>
                </a:path>
              </a:pathLst>
            </a:custGeom>
            <a:solidFill>
              <a:srgbClr val="B8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2305;p52">
              <a:extLst>
                <a:ext uri="{FF2B5EF4-FFF2-40B4-BE49-F238E27FC236}">
                  <a16:creationId xmlns:a16="http://schemas.microsoft.com/office/drawing/2014/main" id="{DFB5AE4E-685B-9F01-E01E-CCA24497B7C9}"/>
                </a:ext>
              </a:extLst>
            </p:cNvPr>
            <p:cNvSpPr/>
            <p:nvPr/>
          </p:nvSpPr>
          <p:spPr>
            <a:xfrm>
              <a:off x="4270775" y="929399"/>
              <a:ext cx="93163" cy="104918"/>
            </a:xfrm>
            <a:custGeom>
              <a:avLst/>
              <a:gdLst/>
              <a:ahLst/>
              <a:cxnLst/>
              <a:rect l="l" t="t" r="r" b="b"/>
              <a:pathLst>
                <a:path w="2132" h="2401" extrusionOk="0">
                  <a:moveTo>
                    <a:pt x="1" y="6"/>
                  </a:moveTo>
                  <a:cubicBezTo>
                    <a:pt x="1" y="6"/>
                    <a:pt x="1" y="6"/>
                    <a:pt x="1" y="6"/>
                  </a:cubicBezTo>
                  <a:lnTo>
                    <a:pt x="1" y="6"/>
                  </a:lnTo>
                  <a:lnTo>
                    <a:pt x="1" y="6"/>
                  </a:lnTo>
                  <a:close/>
                  <a:moveTo>
                    <a:pt x="2125" y="1"/>
                  </a:moveTo>
                  <a:lnTo>
                    <a:pt x="2125" y="3"/>
                  </a:lnTo>
                  <a:cubicBezTo>
                    <a:pt x="2125" y="13"/>
                    <a:pt x="2122" y="24"/>
                    <a:pt x="2121" y="35"/>
                  </a:cubicBezTo>
                  <a:cubicBezTo>
                    <a:pt x="2121" y="44"/>
                    <a:pt x="2121" y="53"/>
                    <a:pt x="2119" y="63"/>
                  </a:cubicBezTo>
                  <a:cubicBezTo>
                    <a:pt x="2118" y="73"/>
                    <a:pt x="2114" y="84"/>
                    <a:pt x="2111" y="95"/>
                  </a:cubicBezTo>
                  <a:cubicBezTo>
                    <a:pt x="2108" y="102"/>
                    <a:pt x="2107" y="112"/>
                    <a:pt x="2104" y="121"/>
                  </a:cubicBezTo>
                  <a:cubicBezTo>
                    <a:pt x="2101" y="132"/>
                    <a:pt x="2096" y="142"/>
                    <a:pt x="2091" y="153"/>
                  </a:cubicBezTo>
                  <a:cubicBezTo>
                    <a:pt x="2087" y="162"/>
                    <a:pt x="2084" y="170"/>
                    <a:pt x="2081" y="179"/>
                  </a:cubicBezTo>
                  <a:cubicBezTo>
                    <a:pt x="2074" y="189"/>
                    <a:pt x="2067" y="199"/>
                    <a:pt x="2061" y="209"/>
                  </a:cubicBezTo>
                  <a:cubicBezTo>
                    <a:pt x="2056" y="218"/>
                    <a:pt x="2051" y="227"/>
                    <a:pt x="2047" y="236"/>
                  </a:cubicBezTo>
                  <a:cubicBezTo>
                    <a:pt x="2038" y="246"/>
                    <a:pt x="2030" y="256"/>
                    <a:pt x="2021" y="267"/>
                  </a:cubicBezTo>
                  <a:cubicBezTo>
                    <a:pt x="2014" y="273"/>
                    <a:pt x="2010" y="282"/>
                    <a:pt x="2002" y="290"/>
                  </a:cubicBezTo>
                  <a:cubicBezTo>
                    <a:pt x="1991" y="301"/>
                    <a:pt x="1981" y="312"/>
                    <a:pt x="1970" y="321"/>
                  </a:cubicBezTo>
                  <a:cubicBezTo>
                    <a:pt x="1961" y="329"/>
                    <a:pt x="1956" y="336"/>
                    <a:pt x="1947" y="342"/>
                  </a:cubicBezTo>
                  <a:cubicBezTo>
                    <a:pt x="1936" y="353"/>
                    <a:pt x="1921" y="364"/>
                    <a:pt x="1908" y="373"/>
                  </a:cubicBezTo>
                  <a:cubicBezTo>
                    <a:pt x="1901" y="381"/>
                    <a:pt x="1893" y="387"/>
                    <a:pt x="1885" y="392"/>
                  </a:cubicBezTo>
                  <a:cubicBezTo>
                    <a:pt x="1862" y="410"/>
                    <a:pt x="1838" y="426"/>
                    <a:pt x="1811" y="439"/>
                  </a:cubicBezTo>
                  <a:cubicBezTo>
                    <a:pt x="1603" y="560"/>
                    <a:pt x="1332" y="620"/>
                    <a:pt x="1061" y="620"/>
                  </a:cubicBezTo>
                  <a:cubicBezTo>
                    <a:pt x="789" y="620"/>
                    <a:pt x="517" y="560"/>
                    <a:pt x="310" y="439"/>
                  </a:cubicBezTo>
                  <a:cubicBezTo>
                    <a:pt x="284" y="426"/>
                    <a:pt x="259" y="410"/>
                    <a:pt x="238" y="392"/>
                  </a:cubicBezTo>
                  <a:cubicBezTo>
                    <a:pt x="232" y="389"/>
                    <a:pt x="227" y="386"/>
                    <a:pt x="221" y="379"/>
                  </a:cubicBezTo>
                  <a:cubicBezTo>
                    <a:pt x="206" y="367"/>
                    <a:pt x="189" y="356"/>
                    <a:pt x="175" y="342"/>
                  </a:cubicBezTo>
                  <a:cubicBezTo>
                    <a:pt x="169" y="338"/>
                    <a:pt x="162" y="330"/>
                    <a:pt x="156" y="326"/>
                  </a:cubicBezTo>
                  <a:cubicBezTo>
                    <a:pt x="144" y="315"/>
                    <a:pt x="132" y="302"/>
                    <a:pt x="121" y="290"/>
                  </a:cubicBezTo>
                  <a:cubicBezTo>
                    <a:pt x="115" y="284"/>
                    <a:pt x="110" y="278"/>
                    <a:pt x="106" y="272"/>
                  </a:cubicBezTo>
                  <a:cubicBezTo>
                    <a:pt x="96" y="258"/>
                    <a:pt x="87" y="247"/>
                    <a:pt x="78" y="236"/>
                  </a:cubicBezTo>
                  <a:cubicBezTo>
                    <a:pt x="73" y="229"/>
                    <a:pt x="69" y="221"/>
                    <a:pt x="64" y="213"/>
                  </a:cubicBezTo>
                  <a:cubicBezTo>
                    <a:pt x="56" y="201"/>
                    <a:pt x="50" y="190"/>
                    <a:pt x="44" y="179"/>
                  </a:cubicBezTo>
                  <a:cubicBezTo>
                    <a:pt x="39" y="172"/>
                    <a:pt x="36" y="162"/>
                    <a:pt x="33" y="153"/>
                  </a:cubicBezTo>
                  <a:cubicBezTo>
                    <a:pt x="29" y="142"/>
                    <a:pt x="24" y="133"/>
                    <a:pt x="19" y="122"/>
                  </a:cubicBezTo>
                  <a:cubicBezTo>
                    <a:pt x="18" y="115"/>
                    <a:pt x="15" y="106"/>
                    <a:pt x="13" y="96"/>
                  </a:cubicBezTo>
                  <a:cubicBezTo>
                    <a:pt x="10" y="86"/>
                    <a:pt x="7" y="75"/>
                    <a:pt x="6" y="64"/>
                  </a:cubicBezTo>
                  <a:cubicBezTo>
                    <a:pt x="4" y="55"/>
                    <a:pt x="4" y="46"/>
                    <a:pt x="4" y="36"/>
                  </a:cubicBezTo>
                  <a:cubicBezTo>
                    <a:pt x="3" y="27"/>
                    <a:pt x="1" y="17"/>
                    <a:pt x="1" y="6"/>
                  </a:cubicBezTo>
                  <a:lnTo>
                    <a:pt x="1" y="6"/>
                  </a:lnTo>
                  <a:lnTo>
                    <a:pt x="7" y="1788"/>
                  </a:lnTo>
                  <a:cubicBezTo>
                    <a:pt x="9" y="1944"/>
                    <a:pt x="112" y="2101"/>
                    <a:pt x="318" y="2221"/>
                  </a:cubicBezTo>
                  <a:cubicBezTo>
                    <a:pt x="525" y="2341"/>
                    <a:pt x="796" y="2401"/>
                    <a:pt x="1067" y="2401"/>
                  </a:cubicBezTo>
                  <a:cubicBezTo>
                    <a:pt x="1338" y="2401"/>
                    <a:pt x="1610" y="2341"/>
                    <a:pt x="1818" y="2221"/>
                  </a:cubicBezTo>
                  <a:cubicBezTo>
                    <a:pt x="2027" y="2099"/>
                    <a:pt x="2131" y="1942"/>
                    <a:pt x="2131" y="1784"/>
                  </a:cubicBezTo>
                  <a:lnTo>
                    <a:pt x="21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2306;p52">
              <a:extLst>
                <a:ext uri="{FF2B5EF4-FFF2-40B4-BE49-F238E27FC236}">
                  <a16:creationId xmlns:a16="http://schemas.microsoft.com/office/drawing/2014/main" id="{59641BC4-DBF5-A1FA-F61A-8DAFE652D539}"/>
                </a:ext>
              </a:extLst>
            </p:cNvPr>
            <p:cNvSpPr/>
            <p:nvPr/>
          </p:nvSpPr>
          <p:spPr>
            <a:xfrm>
              <a:off x="4273747" y="906109"/>
              <a:ext cx="86477" cy="47019"/>
            </a:xfrm>
            <a:custGeom>
              <a:avLst/>
              <a:gdLst/>
              <a:ahLst/>
              <a:cxnLst/>
              <a:rect l="l" t="t" r="r" b="b"/>
              <a:pathLst>
                <a:path w="1979" h="1076" extrusionOk="0">
                  <a:moveTo>
                    <a:pt x="997" y="0"/>
                  </a:moveTo>
                  <a:cubicBezTo>
                    <a:pt x="727" y="0"/>
                    <a:pt x="474" y="60"/>
                    <a:pt x="285" y="169"/>
                  </a:cubicBezTo>
                  <a:lnTo>
                    <a:pt x="285" y="171"/>
                  </a:lnTo>
                  <a:cubicBezTo>
                    <a:pt x="101" y="277"/>
                    <a:pt x="1" y="422"/>
                    <a:pt x="13" y="563"/>
                  </a:cubicBezTo>
                  <a:lnTo>
                    <a:pt x="14" y="576"/>
                  </a:lnTo>
                  <a:lnTo>
                    <a:pt x="14" y="585"/>
                  </a:lnTo>
                  <a:cubicBezTo>
                    <a:pt x="16" y="589"/>
                    <a:pt x="18" y="594"/>
                    <a:pt x="18" y="600"/>
                  </a:cubicBezTo>
                  <a:lnTo>
                    <a:pt x="21" y="609"/>
                  </a:lnTo>
                  <a:lnTo>
                    <a:pt x="24" y="622"/>
                  </a:lnTo>
                  <a:cubicBezTo>
                    <a:pt x="25" y="625"/>
                    <a:pt x="25" y="628"/>
                    <a:pt x="27" y="632"/>
                  </a:cubicBezTo>
                  <a:cubicBezTo>
                    <a:pt x="28" y="635"/>
                    <a:pt x="30" y="642"/>
                    <a:pt x="31" y="646"/>
                  </a:cubicBezTo>
                  <a:lnTo>
                    <a:pt x="38" y="657"/>
                  </a:lnTo>
                  <a:lnTo>
                    <a:pt x="42" y="668"/>
                  </a:lnTo>
                  <a:cubicBezTo>
                    <a:pt x="42" y="672"/>
                    <a:pt x="44" y="675"/>
                    <a:pt x="45" y="677"/>
                  </a:cubicBezTo>
                  <a:cubicBezTo>
                    <a:pt x="48" y="683"/>
                    <a:pt x="53" y="691"/>
                    <a:pt x="56" y="695"/>
                  </a:cubicBezTo>
                  <a:lnTo>
                    <a:pt x="62" y="705"/>
                  </a:lnTo>
                  <a:lnTo>
                    <a:pt x="68" y="715"/>
                  </a:lnTo>
                  <a:cubicBezTo>
                    <a:pt x="70" y="719"/>
                    <a:pt x="71" y="722"/>
                    <a:pt x="74" y="725"/>
                  </a:cubicBezTo>
                  <a:cubicBezTo>
                    <a:pt x="79" y="734"/>
                    <a:pt x="85" y="739"/>
                    <a:pt x="91" y="748"/>
                  </a:cubicBezTo>
                  <a:lnTo>
                    <a:pt x="98" y="754"/>
                  </a:lnTo>
                  <a:lnTo>
                    <a:pt x="107" y="765"/>
                  </a:lnTo>
                  <a:lnTo>
                    <a:pt x="111" y="771"/>
                  </a:lnTo>
                  <a:cubicBezTo>
                    <a:pt x="119" y="780"/>
                    <a:pt x="128" y="788"/>
                    <a:pt x="136" y="797"/>
                  </a:cubicBezTo>
                  <a:lnTo>
                    <a:pt x="142" y="802"/>
                  </a:lnTo>
                  <a:lnTo>
                    <a:pt x="153" y="812"/>
                  </a:lnTo>
                  <a:lnTo>
                    <a:pt x="159" y="817"/>
                  </a:lnTo>
                  <a:cubicBezTo>
                    <a:pt x="171" y="829"/>
                    <a:pt x="185" y="840"/>
                    <a:pt x="201" y="851"/>
                  </a:cubicBezTo>
                  <a:lnTo>
                    <a:pt x="214" y="863"/>
                  </a:lnTo>
                  <a:cubicBezTo>
                    <a:pt x="236" y="879"/>
                    <a:pt x="258" y="892"/>
                    <a:pt x="282" y="905"/>
                  </a:cubicBezTo>
                  <a:cubicBezTo>
                    <a:pt x="470" y="1014"/>
                    <a:pt x="724" y="1075"/>
                    <a:pt x="993" y="1075"/>
                  </a:cubicBezTo>
                  <a:cubicBezTo>
                    <a:pt x="1262" y="1075"/>
                    <a:pt x="1516" y="1015"/>
                    <a:pt x="1705" y="905"/>
                  </a:cubicBezTo>
                  <a:cubicBezTo>
                    <a:pt x="1728" y="891"/>
                    <a:pt x="1751" y="877"/>
                    <a:pt x="1773" y="863"/>
                  </a:cubicBezTo>
                  <a:cubicBezTo>
                    <a:pt x="1776" y="860"/>
                    <a:pt x="1779" y="857"/>
                    <a:pt x="1782" y="854"/>
                  </a:cubicBezTo>
                  <a:lnTo>
                    <a:pt x="1793" y="845"/>
                  </a:lnTo>
                  <a:lnTo>
                    <a:pt x="1802" y="839"/>
                  </a:lnTo>
                  <a:cubicBezTo>
                    <a:pt x="1811" y="832"/>
                    <a:pt x="1820" y="825"/>
                    <a:pt x="1830" y="819"/>
                  </a:cubicBezTo>
                  <a:cubicBezTo>
                    <a:pt x="1833" y="814"/>
                    <a:pt x="1836" y="812"/>
                    <a:pt x="1839" y="808"/>
                  </a:cubicBezTo>
                  <a:lnTo>
                    <a:pt x="1848" y="799"/>
                  </a:lnTo>
                  <a:lnTo>
                    <a:pt x="1857" y="792"/>
                  </a:lnTo>
                  <a:cubicBezTo>
                    <a:pt x="1863" y="785"/>
                    <a:pt x="1870" y="777"/>
                    <a:pt x="1876" y="771"/>
                  </a:cubicBezTo>
                  <a:cubicBezTo>
                    <a:pt x="1880" y="768"/>
                    <a:pt x="1882" y="765"/>
                    <a:pt x="1885" y="760"/>
                  </a:cubicBezTo>
                  <a:lnTo>
                    <a:pt x="1893" y="749"/>
                  </a:lnTo>
                  <a:lnTo>
                    <a:pt x="1900" y="742"/>
                  </a:lnTo>
                  <a:cubicBezTo>
                    <a:pt x="1906" y="734"/>
                    <a:pt x="1911" y="729"/>
                    <a:pt x="1914" y="723"/>
                  </a:cubicBezTo>
                  <a:cubicBezTo>
                    <a:pt x="1917" y="720"/>
                    <a:pt x="1919" y="717"/>
                    <a:pt x="1922" y="712"/>
                  </a:cubicBezTo>
                  <a:lnTo>
                    <a:pt x="1928" y="702"/>
                  </a:lnTo>
                  <a:lnTo>
                    <a:pt x="1934" y="692"/>
                  </a:lnTo>
                  <a:cubicBezTo>
                    <a:pt x="1937" y="688"/>
                    <a:pt x="1940" y="682"/>
                    <a:pt x="1943" y="675"/>
                  </a:cubicBezTo>
                  <a:cubicBezTo>
                    <a:pt x="1946" y="674"/>
                    <a:pt x="1946" y="671"/>
                    <a:pt x="1948" y="666"/>
                  </a:cubicBezTo>
                  <a:lnTo>
                    <a:pt x="1953" y="655"/>
                  </a:lnTo>
                  <a:lnTo>
                    <a:pt x="1957" y="646"/>
                  </a:lnTo>
                  <a:cubicBezTo>
                    <a:pt x="1959" y="640"/>
                    <a:pt x="1962" y="635"/>
                    <a:pt x="1963" y="629"/>
                  </a:cubicBezTo>
                  <a:cubicBezTo>
                    <a:pt x="1965" y="626"/>
                    <a:pt x="1965" y="623"/>
                    <a:pt x="1965" y="619"/>
                  </a:cubicBezTo>
                  <a:lnTo>
                    <a:pt x="1970" y="608"/>
                  </a:lnTo>
                  <a:lnTo>
                    <a:pt x="1971" y="597"/>
                  </a:lnTo>
                  <a:cubicBezTo>
                    <a:pt x="1973" y="592"/>
                    <a:pt x="1974" y="588"/>
                    <a:pt x="1976" y="582"/>
                  </a:cubicBezTo>
                  <a:cubicBezTo>
                    <a:pt x="1976" y="579"/>
                    <a:pt x="1976" y="576"/>
                    <a:pt x="1976" y="572"/>
                  </a:cubicBezTo>
                  <a:lnTo>
                    <a:pt x="1976" y="560"/>
                  </a:lnTo>
                  <a:lnTo>
                    <a:pt x="1977" y="551"/>
                  </a:lnTo>
                  <a:cubicBezTo>
                    <a:pt x="1979" y="546"/>
                    <a:pt x="1979" y="540"/>
                    <a:pt x="1979" y="536"/>
                  </a:cubicBezTo>
                  <a:cubicBezTo>
                    <a:pt x="1979" y="402"/>
                    <a:pt x="1883" y="271"/>
                    <a:pt x="1710" y="169"/>
                  </a:cubicBezTo>
                  <a:cubicBezTo>
                    <a:pt x="1522" y="60"/>
                    <a:pt x="1267" y="0"/>
                    <a:pt x="9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2307;p52">
              <a:extLst>
                <a:ext uri="{FF2B5EF4-FFF2-40B4-BE49-F238E27FC236}">
                  <a16:creationId xmlns:a16="http://schemas.microsoft.com/office/drawing/2014/main" id="{1400BDC9-F052-EC74-A393-13580C31BBF7}"/>
                </a:ext>
              </a:extLst>
            </p:cNvPr>
            <p:cNvSpPr/>
            <p:nvPr/>
          </p:nvSpPr>
          <p:spPr>
            <a:xfrm>
              <a:off x="4270207" y="902657"/>
              <a:ext cx="93469" cy="53835"/>
            </a:xfrm>
            <a:custGeom>
              <a:avLst/>
              <a:gdLst/>
              <a:ahLst/>
              <a:cxnLst/>
              <a:rect l="l" t="t" r="r" b="b"/>
              <a:pathLst>
                <a:path w="2139" h="1232" extrusionOk="0">
                  <a:moveTo>
                    <a:pt x="1078" y="79"/>
                  </a:moveTo>
                  <a:cubicBezTo>
                    <a:pt x="1348" y="79"/>
                    <a:pt x="1601" y="139"/>
                    <a:pt x="1791" y="248"/>
                  </a:cubicBezTo>
                  <a:cubicBezTo>
                    <a:pt x="1964" y="350"/>
                    <a:pt x="2060" y="481"/>
                    <a:pt x="2060" y="615"/>
                  </a:cubicBezTo>
                  <a:cubicBezTo>
                    <a:pt x="2060" y="619"/>
                    <a:pt x="2060" y="625"/>
                    <a:pt x="2058" y="630"/>
                  </a:cubicBezTo>
                  <a:lnTo>
                    <a:pt x="2057" y="639"/>
                  </a:lnTo>
                  <a:lnTo>
                    <a:pt x="2057" y="651"/>
                  </a:lnTo>
                  <a:cubicBezTo>
                    <a:pt x="2057" y="655"/>
                    <a:pt x="2057" y="658"/>
                    <a:pt x="2055" y="661"/>
                  </a:cubicBezTo>
                  <a:cubicBezTo>
                    <a:pt x="2055" y="667"/>
                    <a:pt x="2054" y="671"/>
                    <a:pt x="2052" y="676"/>
                  </a:cubicBezTo>
                  <a:lnTo>
                    <a:pt x="2051" y="687"/>
                  </a:lnTo>
                  <a:lnTo>
                    <a:pt x="2046" y="698"/>
                  </a:lnTo>
                  <a:cubicBezTo>
                    <a:pt x="2046" y="702"/>
                    <a:pt x="2044" y="705"/>
                    <a:pt x="2044" y="708"/>
                  </a:cubicBezTo>
                  <a:cubicBezTo>
                    <a:pt x="2043" y="714"/>
                    <a:pt x="2040" y="719"/>
                    <a:pt x="2038" y="725"/>
                  </a:cubicBezTo>
                  <a:lnTo>
                    <a:pt x="2034" y="734"/>
                  </a:lnTo>
                  <a:lnTo>
                    <a:pt x="2029" y="745"/>
                  </a:lnTo>
                  <a:cubicBezTo>
                    <a:pt x="2027" y="750"/>
                    <a:pt x="2026" y="753"/>
                    <a:pt x="2024" y="754"/>
                  </a:cubicBezTo>
                  <a:cubicBezTo>
                    <a:pt x="2021" y="761"/>
                    <a:pt x="2018" y="767"/>
                    <a:pt x="2015" y="771"/>
                  </a:cubicBezTo>
                  <a:lnTo>
                    <a:pt x="2007" y="781"/>
                  </a:lnTo>
                  <a:lnTo>
                    <a:pt x="2003" y="791"/>
                  </a:lnTo>
                  <a:cubicBezTo>
                    <a:pt x="2000" y="796"/>
                    <a:pt x="1998" y="799"/>
                    <a:pt x="1995" y="802"/>
                  </a:cubicBezTo>
                  <a:cubicBezTo>
                    <a:pt x="1992" y="808"/>
                    <a:pt x="1987" y="813"/>
                    <a:pt x="1981" y="821"/>
                  </a:cubicBezTo>
                  <a:lnTo>
                    <a:pt x="1974" y="828"/>
                  </a:lnTo>
                  <a:lnTo>
                    <a:pt x="1966" y="839"/>
                  </a:lnTo>
                  <a:cubicBezTo>
                    <a:pt x="1963" y="844"/>
                    <a:pt x="1961" y="847"/>
                    <a:pt x="1957" y="850"/>
                  </a:cubicBezTo>
                  <a:cubicBezTo>
                    <a:pt x="1951" y="856"/>
                    <a:pt x="1944" y="864"/>
                    <a:pt x="1938" y="871"/>
                  </a:cubicBezTo>
                  <a:lnTo>
                    <a:pt x="1929" y="878"/>
                  </a:lnTo>
                  <a:lnTo>
                    <a:pt x="1918" y="887"/>
                  </a:lnTo>
                  <a:cubicBezTo>
                    <a:pt x="1917" y="891"/>
                    <a:pt x="1914" y="893"/>
                    <a:pt x="1911" y="898"/>
                  </a:cubicBezTo>
                  <a:cubicBezTo>
                    <a:pt x="1901" y="904"/>
                    <a:pt x="1892" y="911"/>
                    <a:pt x="1883" y="918"/>
                  </a:cubicBezTo>
                  <a:lnTo>
                    <a:pt x="1874" y="924"/>
                  </a:lnTo>
                  <a:lnTo>
                    <a:pt x="1863" y="933"/>
                  </a:lnTo>
                  <a:cubicBezTo>
                    <a:pt x="1860" y="936"/>
                    <a:pt x="1857" y="939"/>
                    <a:pt x="1854" y="942"/>
                  </a:cubicBezTo>
                  <a:cubicBezTo>
                    <a:pt x="1832" y="956"/>
                    <a:pt x="1809" y="970"/>
                    <a:pt x="1786" y="984"/>
                  </a:cubicBezTo>
                  <a:cubicBezTo>
                    <a:pt x="1595" y="1094"/>
                    <a:pt x="1343" y="1154"/>
                    <a:pt x="1074" y="1154"/>
                  </a:cubicBezTo>
                  <a:cubicBezTo>
                    <a:pt x="803" y="1154"/>
                    <a:pt x="551" y="1093"/>
                    <a:pt x="363" y="984"/>
                  </a:cubicBezTo>
                  <a:cubicBezTo>
                    <a:pt x="339" y="971"/>
                    <a:pt x="317" y="958"/>
                    <a:pt x="295" y="942"/>
                  </a:cubicBezTo>
                  <a:lnTo>
                    <a:pt x="282" y="930"/>
                  </a:lnTo>
                  <a:cubicBezTo>
                    <a:pt x="266" y="919"/>
                    <a:pt x="252" y="908"/>
                    <a:pt x="239" y="896"/>
                  </a:cubicBezTo>
                  <a:lnTo>
                    <a:pt x="232" y="891"/>
                  </a:lnTo>
                  <a:lnTo>
                    <a:pt x="223" y="881"/>
                  </a:lnTo>
                  <a:lnTo>
                    <a:pt x="217" y="876"/>
                  </a:lnTo>
                  <a:cubicBezTo>
                    <a:pt x="208" y="867"/>
                    <a:pt x="200" y="859"/>
                    <a:pt x="192" y="850"/>
                  </a:cubicBezTo>
                  <a:lnTo>
                    <a:pt x="186" y="844"/>
                  </a:lnTo>
                  <a:lnTo>
                    <a:pt x="179" y="833"/>
                  </a:lnTo>
                  <a:lnTo>
                    <a:pt x="172" y="827"/>
                  </a:lnTo>
                  <a:cubicBezTo>
                    <a:pt x="166" y="818"/>
                    <a:pt x="160" y="813"/>
                    <a:pt x="155" y="804"/>
                  </a:cubicBezTo>
                  <a:cubicBezTo>
                    <a:pt x="152" y="801"/>
                    <a:pt x="151" y="798"/>
                    <a:pt x="149" y="794"/>
                  </a:cubicBezTo>
                  <a:lnTo>
                    <a:pt x="143" y="784"/>
                  </a:lnTo>
                  <a:lnTo>
                    <a:pt x="137" y="774"/>
                  </a:lnTo>
                  <a:cubicBezTo>
                    <a:pt x="134" y="770"/>
                    <a:pt x="129" y="762"/>
                    <a:pt x="126" y="756"/>
                  </a:cubicBezTo>
                  <a:cubicBezTo>
                    <a:pt x="125" y="754"/>
                    <a:pt x="123" y="751"/>
                    <a:pt x="123" y="747"/>
                  </a:cubicBezTo>
                  <a:lnTo>
                    <a:pt x="117" y="736"/>
                  </a:lnTo>
                  <a:lnTo>
                    <a:pt x="112" y="725"/>
                  </a:lnTo>
                  <a:cubicBezTo>
                    <a:pt x="111" y="721"/>
                    <a:pt x="109" y="714"/>
                    <a:pt x="106" y="711"/>
                  </a:cubicBezTo>
                  <a:cubicBezTo>
                    <a:pt x="106" y="707"/>
                    <a:pt x="105" y="704"/>
                    <a:pt x="105" y="701"/>
                  </a:cubicBezTo>
                  <a:lnTo>
                    <a:pt x="102" y="688"/>
                  </a:lnTo>
                  <a:lnTo>
                    <a:pt x="99" y="679"/>
                  </a:lnTo>
                  <a:cubicBezTo>
                    <a:pt x="97" y="673"/>
                    <a:pt x="97" y="668"/>
                    <a:pt x="95" y="664"/>
                  </a:cubicBezTo>
                  <a:lnTo>
                    <a:pt x="95" y="655"/>
                  </a:lnTo>
                  <a:lnTo>
                    <a:pt x="94" y="642"/>
                  </a:lnTo>
                  <a:cubicBezTo>
                    <a:pt x="82" y="499"/>
                    <a:pt x="180" y="356"/>
                    <a:pt x="366" y="248"/>
                  </a:cubicBezTo>
                  <a:cubicBezTo>
                    <a:pt x="555" y="139"/>
                    <a:pt x="808" y="79"/>
                    <a:pt x="1078" y="79"/>
                  </a:cubicBezTo>
                  <a:close/>
                  <a:moveTo>
                    <a:pt x="1078" y="1"/>
                  </a:moveTo>
                  <a:cubicBezTo>
                    <a:pt x="806" y="1"/>
                    <a:pt x="534" y="61"/>
                    <a:pt x="326" y="181"/>
                  </a:cubicBezTo>
                  <a:cubicBezTo>
                    <a:pt x="105" y="308"/>
                    <a:pt x="0" y="481"/>
                    <a:pt x="17" y="648"/>
                  </a:cubicBezTo>
                  <a:cubicBezTo>
                    <a:pt x="17" y="658"/>
                    <a:pt x="17" y="667"/>
                    <a:pt x="19" y="676"/>
                  </a:cubicBezTo>
                  <a:cubicBezTo>
                    <a:pt x="20" y="687"/>
                    <a:pt x="23" y="698"/>
                    <a:pt x="26" y="708"/>
                  </a:cubicBezTo>
                  <a:cubicBezTo>
                    <a:pt x="28" y="718"/>
                    <a:pt x="31" y="727"/>
                    <a:pt x="32" y="734"/>
                  </a:cubicBezTo>
                  <a:cubicBezTo>
                    <a:pt x="37" y="745"/>
                    <a:pt x="42" y="754"/>
                    <a:pt x="46" y="765"/>
                  </a:cubicBezTo>
                  <a:cubicBezTo>
                    <a:pt x="49" y="774"/>
                    <a:pt x="52" y="784"/>
                    <a:pt x="57" y="791"/>
                  </a:cubicBezTo>
                  <a:cubicBezTo>
                    <a:pt x="63" y="802"/>
                    <a:pt x="69" y="813"/>
                    <a:pt x="77" y="825"/>
                  </a:cubicBezTo>
                  <a:cubicBezTo>
                    <a:pt x="82" y="833"/>
                    <a:pt x="86" y="841"/>
                    <a:pt x="91" y="848"/>
                  </a:cubicBezTo>
                  <a:cubicBezTo>
                    <a:pt x="100" y="859"/>
                    <a:pt x="109" y="870"/>
                    <a:pt x="119" y="884"/>
                  </a:cubicBezTo>
                  <a:cubicBezTo>
                    <a:pt x="123" y="890"/>
                    <a:pt x="128" y="896"/>
                    <a:pt x="134" y="902"/>
                  </a:cubicBezTo>
                  <a:cubicBezTo>
                    <a:pt x="145" y="914"/>
                    <a:pt x="157" y="927"/>
                    <a:pt x="169" y="938"/>
                  </a:cubicBezTo>
                  <a:cubicBezTo>
                    <a:pt x="175" y="942"/>
                    <a:pt x="182" y="950"/>
                    <a:pt x="188" y="954"/>
                  </a:cubicBezTo>
                  <a:cubicBezTo>
                    <a:pt x="202" y="968"/>
                    <a:pt x="219" y="979"/>
                    <a:pt x="234" y="991"/>
                  </a:cubicBezTo>
                  <a:cubicBezTo>
                    <a:pt x="240" y="998"/>
                    <a:pt x="245" y="1001"/>
                    <a:pt x="251" y="1004"/>
                  </a:cubicBezTo>
                  <a:cubicBezTo>
                    <a:pt x="272" y="1022"/>
                    <a:pt x="297" y="1038"/>
                    <a:pt x="323" y="1051"/>
                  </a:cubicBezTo>
                  <a:cubicBezTo>
                    <a:pt x="529" y="1173"/>
                    <a:pt x="802" y="1231"/>
                    <a:pt x="1074" y="1231"/>
                  </a:cubicBezTo>
                  <a:cubicBezTo>
                    <a:pt x="1344" y="1231"/>
                    <a:pt x="1615" y="1173"/>
                    <a:pt x="1824" y="1051"/>
                  </a:cubicBezTo>
                  <a:cubicBezTo>
                    <a:pt x="1851" y="1038"/>
                    <a:pt x="1875" y="1022"/>
                    <a:pt x="1898" y="1004"/>
                  </a:cubicBezTo>
                  <a:cubicBezTo>
                    <a:pt x="1906" y="999"/>
                    <a:pt x="1914" y="993"/>
                    <a:pt x="1921" y="985"/>
                  </a:cubicBezTo>
                  <a:cubicBezTo>
                    <a:pt x="1935" y="976"/>
                    <a:pt x="1949" y="965"/>
                    <a:pt x="1961" y="954"/>
                  </a:cubicBezTo>
                  <a:cubicBezTo>
                    <a:pt x="1969" y="948"/>
                    <a:pt x="1975" y="941"/>
                    <a:pt x="1983" y="933"/>
                  </a:cubicBezTo>
                  <a:cubicBezTo>
                    <a:pt x="1994" y="924"/>
                    <a:pt x="2006" y="913"/>
                    <a:pt x="2015" y="902"/>
                  </a:cubicBezTo>
                  <a:cubicBezTo>
                    <a:pt x="2023" y="894"/>
                    <a:pt x="2027" y="885"/>
                    <a:pt x="2034" y="879"/>
                  </a:cubicBezTo>
                  <a:cubicBezTo>
                    <a:pt x="2043" y="868"/>
                    <a:pt x="2052" y="858"/>
                    <a:pt x="2060" y="848"/>
                  </a:cubicBezTo>
                  <a:cubicBezTo>
                    <a:pt x="2064" y="839"/>
                    <a:pt x="2069" y="830"/>
                    <a:pt x="2075" y="821"/>
                  </a:cubicBezTo>
                  <a:cubicBezTo>
                    <a:pt x="2080" y="811"/>
                    <a:pt x="2087" y="801"/>
                    <a:pt x="2094" y="791"/>
                  </a:cubicBezTo>
                  <a:cubicBezTo>
                    <a:pt x="2097" y="782"/>
                    <a:pt x="2100" y="774"/>
                    <a:pt x="2104" y="765"/>
                  </a:cubicBezTo>
                  <a:cubicBezTo>
                    <a:pt x="2109" y="754"/>
                    <a:pt x="2114" y="744"/>
                    <a:pt x="2117" y="733"/>
                  </a:cubicBezTo>
                  <a:cubicBezTo>
                    <a:pt x="2121" y="724"/>
                    <a:pt x="2123" y="714"/>
                    <a:pt x="2124" y="707"/>
                  </a:cubicBezTo>
                  <a:cubicBezTo>
                    <a:pt x="2127" y="696"/>
                    <a:pt x="2131" y="685"/>
                    <a:pt x="2134" y="675"/>
                  </a:cubicBezTo>
                  <a:cubicBezTo>
                    <a:pt x="2134" y="665"/>
                    <a:pt x="2134" y="656"/>
                    <a:pt x="2135" y="647"/>
                  </a:cubicBezTo>
                  <a:cubicBezTo>
                    <a:pt x="2135" y="636"/>
                    <a:pt x="2138" y="625"/>
                    <a:pt x="2138" y="615"/>
                  </a:cubicBezTo>
                  <a:cubicBezTo>
                    <a:pt x="2138" y="458"/>
                    <a:pt x="2035" y="301"/>
                    <a:pt x="1829" y="182"/>
                  </a:cubicBezTo>
                  <a:cubicBezTo>
                    <a:pt x="1621" y="62"/>
                    <a:pt x="1351" y="1"/>
                    <a:pt x="10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2308;p52">
              <a:extLst>
                <a:ext uri="{FF2B5EF4-FFF2-40B4-BE49-F238E27FC236}">
                  <a16:creationId xmlns:a16="http://schemas.microsoft.com/office/drawing/2014/main" id="{C4AD1A25-EB62-F0E0-959E-E6E7133AD96B}"/>
                </a:ext>
              </a:extLst>
            </p:cNvPr>
            <p:cNvSpPr/>
            <p:nvPr/>
          </p:nvSpPr>
          <p:spPr>
            <a:xfrm>
              <a:off x="4335839" y="777991"/>
              <a:ext cx="141493" cy="79136"/>
            </a:xfrm>
            <a:custGeom>
              <a:avLst/>
              <a:gdLst/>
              <a:ahLst/>
              <a:cxnLst/>
              <a:rect l="l" t="t" r="r" b="b"/>
              <a:pathLst>
                <a:path w="3238" h="1811" extrusionOk="0">
                  <a:moveTo>
                    <a:pt x="3237" y="0"/>
                  </a:moveTo>
                  <a:lnTo>
                    <a:pt x="3237" y="0"/>
                  </a:lnTo>
                  <a:cubicBezTo>
                    <a:pt x="2305" y="651"/>
                    <a:pt x="1216" y="1217"/>
                    <a:pt x="1" y="1685"/>
                  </a:cubicBezTo>
                  <a:lnTo>
                    <a:pt x="1" y="1811"/>
                  </a:lnTo>
                  <a:cubicBezTo>
                    <a:pt x="1216" y="1345"/>
                    <a:pt x="2305" y="779"/>
                    <a:pt x="3236" y="128"/>
                  </a:cubicBezTo>
                  <a:lnTo>
                    <a:pt x="32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2309;p52">
              <a:extLst>
                <a:ext uri="{FF2B5EF4-FFF2-40B4-BE49-F238E27FC236}">
                  <a16:creationId xmlns:a16="http://schemas.microsoft.com/office/drawing/2014/main" id="{BCA9A0AB-E87F-0404-4987-01101AB22954}"/>
                </a:ext>
              </a:extLst>
            </p:cNvPr>
            <p:cNvSpPr/>
            <p:nvPr/>
          </p:nvSpPr>
          <p:spPr>
            <a:xfrm>
              <a:off x="4324828" y="717209"/>
              <a:ext cx="234568" cy="136293"/>
            </a:xfrm>
            <a:custGeom>
              <a:avLst/>
              <a:gdLst/>
              <a:ahLst/>
              <a:cxnLst/>
              <a:rect l="l" t="t" r="r" b="b"/>
              <a:pathLst>
                <a:path w="5368" h="3119" extrusionOk="0">
                  <a:moveTo>
                    <a:pt x="5231" y="1"/>
                  </a:moveTo>
                  <a:lnTo>
                    <a:pt x="2972" y="1095"/>
                  </a:lnTo>
                  <a:cubicBezTo>
                    <a:pt x="1854" y="1636"/>
                    <a:pt x="879" y="2270"/>
                    <a:pt x="78" y="2974"/>
                  </a:cubicBezTo>
                  <a:lnTo>
                    <a:pt x="1" y="3040"/>
                  </a:lnTo>
                  <a:lnTo>
                    <a:pt x="138" y="3119"/>
                  </a:lnTo>
                  <a:lnTo>
                    <a:pt x="253" y="3076"/>
                  </a:lnTo>
                  <a:cubicBezTo>
                    <a:pt x="1468" y="2610"/>
                    <a:pt x="2557" y="2042"/>
                    <a:pt x="3489" y="1391"/>
                  </a:cubicBezTo>
                  <a:lnTo>
                    <a:pt x="5367" y="81"/>
                  </a:lnTo>
                  <a:lnTo>
                    <a:pt x="5231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2310;p52">
              <a:extLst>
                <a:ext uri="{FF2B5EF4-FFF2-40B4-BE49-F238E27FC236}">
                  <a16:creationId xmlns:a16="http://schemas.microsoft.com/office/drawing/2014/main" id="{42507CCC-449B-57FA-6159-631AE1604DDF}"/>
                </a:ext>
              </a:extLst>
            </p:cNvPr>
            <p:cNvSpPr/>
            <p:nvPr/>
          </p:nvSpPr>
          <p:spPr>
            <a:xfrm>
              <a:off x="4297343" y="841438"/>
              <a:ext cx="42736" cy="95173"/>
            </a:xfrm>
            <a:custGeom>
              <a:avLst/>
              <a:gdLst/>
              <a:ahLst/>
              <a:cxnLst/>
              <a:rect l="l" t="t" r="r" b="b"/>
              <a:pathLst>
                <a:path w="978" h="2178" extrusionOk="0">
                  <a:moveTo>
                    <a:pt x="977" y="4"/>
                  </a:moveTo>
                  <a:lnTo>
                    <a:pt x="977" y="4"/>
                  </a:lnTo>
                  <a:lnTo>
                    <a:pt x="977" y="4"/>
                  </a:lnTo>
                  <a:cubicBezTo>
                    <a:pt x="977" y="4"/>
                    <a:pt x="977" y="4"/>
                    <a:pt x="977" y="4"/>
                  </a:cubicBezTo>
                  <a:close/>
                  <a:moveTo>
                    <a:pt x="4" y="0"/>
                  </a:moveTo>
                  <a:lnTo>
                    <a:pt x="1" y="1894"/>
                  </a:lnTo>
                  <a:cubicBezTo>
                    <a:pt x="1" y="1966"/>
                    <a:pt x="48" y="2039"/>
                    <a:pt x="144" y="2094"/>
                  </a:cubicBezTo>
                  <a:cubicBezTo>
                    <a:pt x="240" y="2149"/>
                    <a:pt x="365" y="2177"/>
                    <a:pt x="489" y="2177"/>
                  </a:cubicBezTo>
                  <a:cubicBezTo>
                    <a:pt x="614" y="2177"/>
                    <a:pt x="738" y="2149"/>
                    <a:pt x="833" y="2094"/>
                  </a:cubicBezTo>
                  <a:cubicBezTo>
                    <a:pt x="927" y="2040"/>
                    <a:pt x="973" y="1969"/>
                    <a:pt x="973" y="1897"/>
                  </a:cubicBezTo>
                  <a:lnTo>
                    <a:pt x="977" y="4"/>
                  </a:lnTo>
                  <a:lnTo>
                    <a:pt x="977" y="4"/>
                  </a:lnTo>
                  <a:cubicBezTo>
                    <a:pt x="977" y="8"/>
                    <a:pt x="976" y="13"/>
                    <a:pt x="976" y="17"/>
                  </a:cubicBezTo>
                  <a:cubicBezTo>
                    <a:pt x="974" y="22"/>
                    <a:pt x="974" y="25"/>
                    <a:pt x="974" y="30"/>
                  </a:cubicBezTo>
                  <a:cubicBezTo>
                    <a:pt x="974" y="34"/>
                    <a:pt x="973" y="39"/>
                    <a:pt x="971" y="45"/>
                  </a:cubicBezTo>
                  <a:cubicBezTo>
                    <a:pt x="970" y="48"/>
                    <a:pt x="970" y="53"/>
                    <a:pt x="968" y="56"/>
                  </a:cubicBezTo>
                  <a:cubicBezTo>
                    <a:pt x="967" y="60"/>
                    <a:pt x="963" y="65"/>
                    <a:pt x="962" y="70"/>
                  </a:cubicBezTo>
                  <a:cubicBezTo>
                    <a:pt x="960" y="74"/>
                    <a:pt x="960" y="79"/>
                    <a:pt x="957" y="82"/>
                  </a:cubicBezTo>
                  <a:cubicBezTo>
                    <a:pt x="956" y="87"/>
                    <a:pt x="951" y="93"/>
                    <a:pt x="948" y="97"/>
                  </a:cubicBezTo>
                  <a:cubicBezTo>
                    <a:pt x="947" y="100"/>
                    <a:pt x="945" y="104"/>
                    <a:pt x="942" y="108"/>
                  </a:cubicBezTo>
                  <a:cubicBezTo>
                    <a:pt x="939" y="113"/>
                    <a:pt x="933" y="119"/>
                    <a:pt x="928" y="124"/>
                  </a:cubicBezTo>
                  <a:cubicBezTo>
                    <a:pt x="927" y="127"/>
                    <a:pt x="925" y="130"/>
                    <a:pt x="922" y="133"/>
                  </a:cubicBezTo>
                  <a:cubicBezTo>
                    <a:pt x="917" y="137"/>
                    <a:pt x="911" y="144"/>
                    <a:pt x="907" y="150"/>
                  </a:cubicBezTo>
                  <a:cubicBezTo>
                    <a:pt x="902" y="153"/>
                    <a:pt x="900" y="154"/>
                    <a:pt x="897" y="157"/>
                  </a:cubicBezTo>
                  <a:cubicBezTo>
                    <a:pt x="890" y="164"/>
                    <a:pt x="883" y="168"/>
                    <a:pt x="877" y="174"/>
                  </a:cubicBezTo>
                  <a:cubicBezTo>
                    <a:pt x="874" y="176"/>
                    <a:pt x="871" y="179"/>
                    <a:pt x="868" y="180"/>
                  </a:cubicBezTo>
                  <a:cubicBezTo>
                    <a:pt x="859" y="188"/>
                    <a:pt x="847" y="196"/>
                    <a:pt x="834" y="200"/>
                  </a:cubicBezTo>
                  <a:cubicBezTo>
                    <a:pt x="739" y="255"/>
                    <a:pt x="615" y="283"/>
                    <a:pt x="490" y="283"/>
                  </a:cubicBezTo>
                  <a:cubicBezTo>
                    <a:pt x="366" y="283"/>
                    <a:pt x="242" y="256"/>
                    <a:pt x="148" y="200"/>
                  </a:cubicBezTo>
                  <a:cubicBezTo>
                    <a:pt x="136" y="196"/>
                    <a:pt x="125" y="188"/>
                    <a:pt x="114" y="180"/>
                  </a:cubicBezTo>
                  <a:cubicBezTo>
                    <a:pt x="110" y="177"/>
                    <a:pt x="107" y="174"/>
                    <a:pt x="104" y="171"/>
                  </a:cubicBezTo>
                  <a:cubicBezTo>
                    <a:pt x="97" y="167"/>
                    <a:pt x="91" y="162"/>
                    <a:pt x="85" y="157"/>
                  </a:cubicBezTo>
                  <a:cubicBezTo>
                    <a:pt x="81" y="153"/>
                    <a:pt x="79" y="151"/>
                    <a:pt x="76" y="148"/>
                  </a:cubicBezTo>
                  <a:cubicBezTo>
                    <a:pt x="70" y="142"/>
                    <a:pt x="65" y="137"/>
                    <a:pt x="61" y="133"/>
                  </a:cubicBezTo>
                  <a:cubicBezTo>
                    <a:pt x="57" y="130"/>
                    <a:pt x="54" y="125"/>
                    <a:pt x="51" y="124"/>
                  </a:cubicBezTo>
                  <a:cubicBezTo>
                    <a:pt x="48" y="117"/>
                    <a:pt x="44" y="113"/>
                    <a:pt x="41" y="108"/>
                  </a:cubicBezTo>
                  <a:cubicBezTo>
                    <a:pt x="37" y="104"/>
                    <a:pt x="36" y="99"/>
                    <a:pt x="33" y="96"/>
                  </a:cubicBezTo>
                  <a:cubicBezTo>
                    <a:pt x="31" y="91"/>
                    <a:pt x="27" y="87"/>
                    <a:pt x="25" y="82"/>
                  </a:cubicBezTo>
                  <a:cubicBezTo>
                    <a:pt x="22" y="79"/>
                    <a:pt x="22" y="73"/>
                    <a:pt x="19" y="70"/>
                  </a:cubicBezTo>
                  <a:cubicBezTo>
                    <a:pt x="17" y="65"/>
                    <a:pt x="14" y="60"/>
                    <a:pt x="14" y="54"/>
                  </a:cubicBezTo>
                  <a:cubicBezTo>
                    <a:pt x="13" y="51"/>
                    <a:pt x="11" y="48"/>
                    <a:pt x="10" y="42"/>
                  </a:cubicBezTo>
                  <a:cubicBezTo>
                    <a:pt x="10" y="39"/>
                    <a:pt x="8" y="34"/>
                    <a:pt x="7" y="28"/>
                  </a:cubicBezTo>
                  <a:cubicBezTo>
                    <a:pt x="5" y="24"/>
                    <a:pt x="5" y="20"/>
                    <a:pt x="5" y="17"/>
                  </a:cubicBezTo>
                  <a:cubicBezTo>
                    <a:pt x="5" y="11"/>
                    <a:pt x="4" y="7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2311;p52">
              <a:extLst>
                <a:ext uri="{FF2B5EF4-FFF2-40B4-BE49-F238E27FC236}">
                  <a16:creationId xmlns:a16="http://schemas.microsoft.com/office/drawing/2014/main" id="{0330255A-16B9-2155-4810-466E30FE7AB1}"/>
                </a:ext>
              </a:extLst>
            </p:cNvPr>
            <p:cNvSpPr/>
            <p:nvPr/>
          </p:nvSpPr>
          <p:spPr>
            <a:xfrm>
              <a:off x="4297474" y="829203"/>
              <a:ext cx="42867" cy="24602"/>
            </a:xfrm>
            <a:custGeom>
              <a:avLst/>
              <a:gdLst/>
              <a:ahLst/>
              <a:cxnLst/>
              <a:rect l="l" t="t" r="r" b="b"/>
              <a:pathLst>
                <a:path w="981" h="563" extrusionOk="0">
                  <a:moveTo>
                    <a:pt x="487" y="0"/>
                  </a:moveTo>
                  <a:cubicBezTo>
                    <a:pt x="362" y="0"/>
                    <a:pt x="237" y="27"/>
                    <a:pt x="142" y="82"/>
                  </a:cubicBezTo>
                  <a:cubicBezTo>
                    <a:pt x="48" y="137"/>
                    <a:pt x="1" y="210"/>
                    <a:pt x="1" y="282"/>
                  </a:cubicBezTo>
                  <a:cubicBezTo>
                    <a:pt x="1" y="287"/>
                    <a:pt x="2" y="291"/>
                    <a:pt x="2" y="297"/>
                  </a:cubicBezTo>
                  <a:cubicBezTo>
                    <a:pt x="2" y="300"/>
                    <a:pt x="2" y="304"/>
                    <a:pt x="4" y="308"/>
                  </a:cubicBezTo>
                  <a:cubicBezTo>
                    <a:pt x="5" y="314"/>
                    <a:pt x="5" y="319"/>
                    <a:pt x="7" y="322"/>
                  </a:cubicBezTo>
                  <a:cubicBezTo>
                    <a:pt x="8" y="328"/>
                    <a:pt x="10" y="331"/>
                    <a:pt x="11" y="334"/>
                  </a:cubicBezTo>
                  <a:cubicBezTo>
                    <a:pt x="11" y="340"/>
                    <a:pt x="14" y="345"/>
                    <a:pt x="16" y="350"/>
                  </a:cubicBezTo>
                  <a:cubicBezTo>
                    <a:pt x="19" y="354"/>
                    <a:pt x="19" y="359"/>
                    <a:pt x="22" y="362"/>
                  </a:cubicBezTo>
                  <a:cubicBezTo>
                    <a:pt x="24" y="367"/>
                    <a:pt x="28" y="371"/>
                    <a:pt x="30" y="376"/>
                  </a:cubicBezTo>
                  <a:cubicBezTo>
                    <a:pt x="33" y="379"/>
                    <a:pt x="34" y="384"/>
                    <a:pt x="38" y="388"/>
                  </a:cubicBezTo>
                  <a:cubicBezTo>
                    <a:pt x="41" y="393"/>
                    <a:pt x="45" y="397"/>
                    <a:pt x="48" y="402"/>
                  </a:cubicBezTo>
                  <a:cubicBezTo>
                    <a:pt x="51" y="404"/>
                    <a:pt x="54" y="410"/>
                    <a:pt x="58" y="413"/>
                  </a:cubicBezTo>
                  <a:cubicBezTo>
                    <a:pt x="62" y="417"/>
                    <a:pt x="67" y="422"/>
                    <a:pt x="73" y="427"/>
                  </a:cubicBezTo>
                  <a:cubicBezTo>
                    <a:pt x="76" y="431"/>
                    <a:pt x="78" y="433"/>
                    <a:pt x="82" y="437"/>
                  </a:cubicBezTo>
                  <a:cubicBezTo>
                    <a:pt x="88" y="442"/>
                    <a:pt x="94" y="447"/>
                    <a:pt x="101" y="451"/>
                  </a:cubicBezTo>
                  <a:cubicBezTo>
                    <a:pt x="104" y="454"/>
                    <a:pt x="107" y="457"/>
                    <a:pt x="111" y="460"/>
                  </a:cubicBezTo>
                  <a:cubicBezTo>
                    <a:pt x="122" y="468"/>
                    <a:pt x="133" y="474"/>
                    <a:pt x="145" y="480"/>
                  </a:cubicBezTo>
                  <a:cubicBezTo>
                    <a:pt x="239" y="536"/>
                    <a:pt x="363" y="563"/>
                    <a:pt x="487" y="563"/>
                  </a:cubicBezTo>
                  <a:cubicBezTo>
                    <a:pt x="612" y="563"/>
                    <a:pt x="736" y="535"/>
                    <a:pt x="831" y="480"/>
                  </a:cubicBezTo>
                  <a:cubicBezTo>
                    <a:pt x="844" y="474"/>
                    <a:pt x="856" y="468"/>
                    <a:pt x="865" y="460"/>
                  </a:cubicBezTo>
                  <a:cubicBezTo>
                    <a:pt x="868" y="459"/>
                    <a:pt x="871" y="456"/>
                    <a:pt x="874" y="454"/>
                  </a:cubicBezTo>
                  <a:cubicBezTo>
                    <a:pt x="880" y="448"/>
                    <a:pt x="887" y="444"/>
                    <a:pt x="894" y="437"/>
                  </a:cubicBezTo>
                  <a:cubicBezTo>
                    <a:pt x="897" y="434"/>
                    <a:pt x="899" y="433"/>
                    <a:pt x="904" y="430"/>
                  </a:cubicBezTo>
                  <a:cubicBezTo>
                    <a:pt x="908" y="424"/>
                    <a:pt x="914" y="417"/>
                    <a:pt x="919" y="413"/>
                  </a:cubicBezTo>
                  <a:cubicBezTo>
                    <a:pt x="922" y="410"/>
                    <a:pt x="924" y="407"/>
                    <a:pt x="925" y="404"/>
                  </a:cubicBezTo>
                  <a:cubicBezTo>
                    <a:pt x="930" y="399"/>
                    <a:pt x="936" y="393"/>
                    <a:pt x="939" y="388"/>
                  </a:cubicBezTo>
                  <a:cubicBezTo>
                    <a:pt x="940" y="384"/>
                    <a:pt x="944" y="380"/>
                    <a:pt x="945" y="377"/>
                  </a:cubicBezTo>
                  <a:cubicBezTo>
                    <a:pt x="948" y="373"/>
                    <a:pt x="953" y="367"/>
                    <a:pt x="954" y="362"/>
                  </a:cubicBezTo>
                  <a:cubicBezTo>
                    <a:pt x="957" y="359"/>
                    <a:pt x="957" y="354"/>
                    <a:pt x="959" y="350"/>
                  </a:cubicBezTo>
                  <a:cubicBezTo>
                    <a:pt x="960" y="345"/>
                    <a:pt x="964" y="340"/>
                    <a:pt x="965" y="336"/>
                  </a:cubicBezTo>
                  <a:cubicBezTo>
                    <a:pt x="967" y="333"/>
                    <a:pt x="967" y="328"/>
                    <a:pt x="968" y="324"/>
                  </a:cubicBezTo>
                  <a:cubicBezTo>
                    <a:pt x="970" y="319"/>
                    <a:pt x="971" y="314"/>
                    <a:pt x="971" y="310"/>
                  </a:cubicBezTo>
                  <a:cubicBezTo>
                    <a:pt x="973" y="305"/>
                    <a:pt x="973" y="300"/>
                    <a:pt x="973" y="297"/>
                  </a:cubicBezTo>
                  <a:cubicBezTo>
                    <a:pt x="980" y="219"/>
                    <a:pt x="933" y="142"/>
                    <a:pt x="831" y="82"/>
                  </a:cubicBezTo>
                  <a:cubicBezTo>
                    <a:pt x="736" y="27"/>
                    <a:pt x="611" y="0"/>
                    <a:pt x="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2312;p52">
              <a:extLst>
                <a:ext uri="{FF2B5EF4-FFF2-40B4-BE49-F238E27FC236}">
                  <a16:creationId xmlns:a16="http://schemas.microsoft.com/office/drawing/2014/main" id="{E44B05B6-1D88-EE87-29D7-8811C2802847}"/>
                </a:ext>
              </a:extLst>
            </p:cNvPr>
            <p:cNvSpPr/>
            <p:nvPr/>
          </p:nvSpPr>
          <p:spPr>
            <a:xfrm>
              <a:off x="4299833" y="831214"/>
              <a:ext cx="38104" cy="20669"/>
            </a:xfrm>
            <a:custGeom>
              <a:avLst/>
              <a:gdLst/>
              <a:ahLst/>
              <a:cxnLst/>
              <a:rect l="l" t="t" r="r" b="b"/>
              <a:pathLst>
                <a:path w="872" h="473" extrusionOk="0">
                  <a:moveTo>
                    <a:pt x="432" y="1"/>
                  </a:moveTo>
                  <a:cubicBezTo>
                    <a:pt x="321" y="1"/>
                    <a:pt x="210" y="24"/>
                    <a:pt x="125" y="70"/>
                  </a:cubicBezTo>
                  <a:cubicBezTo>
                    <a:pt x="40" y="116"/>
                    <a:pt x="0" y="176"/>
                    <a:pt x="0" y="236"/>
                  </a:cubicBezTo>
                  <a:cubicBezTo>
                    <a:pt x="0" y="241"/>
                    <a:pt x="0" y="244"/>
                    <a:pt x="0" y="248"/>
                  </a:cubicBezTo>
                  <a:cubicBezTo>
                    <a:pt x="2" y="251"/>
                    <a:pt x="2" y="256"/>
                    <a:pt x="2" y="258"/>
                  </a:cubicBezTo>
                  <a:cubicBezTo>
                    <a:pt x="4" y="262"/>
                    <a:pt x="4" y="267"/>
                    <a:pt x="5" y="271"/>
                  </a:cubicBezTo>
                  <a:cubicBezTo>
                    <a:pt x="7" y="273"/>
                    <a:pt x="7" y="279"/>
                    <a:pt x="8" y="281"/>
                  </a:cubicBezTo>
                  <a:cubicBezTo>
                    <a:pt x="10" y="285"/>
                    <a:pt x="11" y="288"/>
                    <a:pt x="14" y="293"/>
                  </a:cubicBezTo>
                  <a:cubicBezTo>
                    <a:pt x="14" y="298"/>
                    <a:pt x="16" y="299"/>
                    <a:pt x="19" y="304"/>
                  </a:cubicBezTo>
                  <a:cubicBezTo>
                    <a:pt x="20" y="307"/>
                    <a:pt x="24" y="311"/>
                    <a:pt x="25" y="314"/>
                  </a:cubicBezTo>
                  <a:cubicBezTo>
                    <a:pt x="28" y="319"/>
                    <a:pt x="30" y="321"/>
                    <a:pt x="31" y="324"/>
                  </a:cubicBezTo>
                  <a:cubicBezTo>
                    <a:pt x="36" y="328"/>
                    <a:pt x="39" y="333"/>
                    <a:pt x="42" y="336"/>
                  </a:cubicBezTo>
                  <a:cubicBezTo>
                    <a:pt x="45" y="339"/>
                    <a:pt x="47" y="342"/>
                    <a:pt x="50" y="345"/>
                  </a:cubicBezTo>
                  <a:cubicBezTo>
                    <a:pt x="54" y="348"/>
                    <a:pt x="59" y="353"/>
                    <a:pt x="64" y="358"/>
                  </a:cubicBezTo>
                  <a:cubicBezTo>
                    <a:pt x="67" y="361"/>
                    <a:pt x="70" y="364"/>
                    <a:pt x="73" y="365"/>
                  </a:cubicBezTo>
                  <a:cubicBezTo>
                    <a:pt x="76" y="371"/>
                    <a:pt x="82" y="373"/>
                    <a:pt x="88" y="378"/>
                  </a:cubicBezTo>
                  <a:cubicBezTo>
                    <a:pt x="91" y="381"/>
                    <a:pt x="94" y="382"/>
                    <a:pt x="97" y="385"/>
                  </a:cubicBezTo>
                  <a:cubicBezTo>
                    <a:pt x="108" y="391"/>
                    <a:pt x="117" y="398"/>
                    <a:pt x="128" y="404"/>
                  </a:cubicBezTo>
                  <a:cubicBezTo>
                    <a:pt x="213" y="450"/>
                    <a:pt x="323" y="473"/>
                    <a:pt x="434" y="473"/>
                  </a:cubicBezTo>
                  <a:cubicBezTo>
                    <a:pt x="545" y="473"/>
                    <a:pt x="656" y="450"/>
                    <a:pt x="740" y="404"/>
                  </a:cubicBezTo>
                  <a:cubicBezTo>
                    <a:pt x="751" y="398"/>
                    <a:pt x="760" y="391"/>
                    <a:pt x="771" y="385"/>
                  </a:cubicBezTo>
                  <a:cubicBezTo>
                    <a:pt x="773" y="384"/>
                    <a:pt x="774" y="382"/>
                    <a:pt x="777" y="381"/>
                  </a:cubicBezTo>
                  <a:cubicBezTo>
                    <a:pt x="783" y="376"/>
                    <a:pt x="790" y="371"/>
                    <a:pt x="796" y="365"/>
                  </a:cubicBezTo>
                  <a:cubicBezTo>
                    <a:pt x="799" y="364"/>
                    <a:pt x="800" y="361"/>
                    <a:pt x="803" y="359"/>
                  </a:cubicBezTo>
                  <a:cubicBezTo>
                    <a:pt x="808" y="356"/>
                    <a:pt x="813" y="350"/>
                    <a:pt x="817" y="345"/>
                  </a:cubicBezTo>
                  <a:cubicBezTo>
                    <a:pt x="820" y="344"/>
                    <a:pt x="822" y="341"/>
                    <a:pt x="823" y="339"/>
                  </a:cubicBezTo>
                  <a:cubicBezTo>
                    <a:pt x="828" y="334"/>
                    <a:pt x="833" y="330"/>
                    <a:pt x="836" y="325"/>
                  </a:cubicBezTo>
                  <a:cubicBezTo>
                    <a:pt x="837" y="322"/>
                    <a:pt x="839" y="319"/>
                    <a:pt x="842" y="316"/>
                  </a:cubicBezTo>
                  <a:cubicBezTo>
                    <a:pt x="843" y="313"/>
                    <a:pt x="846" y="308"/>
                    <a:pt x="848" y="302"/>
                  </a:cubicBezTo>
                  <a:cubicBezTo>
                    <a:pt x="851" y="299"/>
                    <a:pt x="853" y="298"/>
                    <a:pt x="854" y="293"/>
                  </a:cubicBezTo>
                  <a:cubicBezTo>
                    <a:pt x="856" y="288"/>
                    <a:pt x="857" y="285"/>
                    <a:pt x="859" y="282"/>
                  </a:cubicBezTo>
                  <a:cubicBezTo>
                    <a:pt x="860" y="278"/>
                    <a:pt x="860" y="274"/>
                    <a:pt x="862" y="271"/>
                  </a:cubicBezTo>
                  <a:cubicBezTo>
                    <a:pt x="863" y="268"/>
                    <a:pt x="865" y="264"/>
                    <a:pt x="865" y="259"/>
                  </a:cubicBezTo>
                  <a:cubicBezTo>
                    <a:pt x="865" y="256"/>
                    <a:pt x="865" y="253"/>
                    <a:pt x="865" y="248"/>
                  </a:cubicBezTo>
                  <a:cubicBezTo>
                    <a:pt x="871" y="184"/>
                    <a:pt x="830" y="119"/>
                    <a:pt x="739" y="70"/>
                  </a:cubicBezTo>
                  <a:cubicBezTo>
                    <a:pt x="654" y="24"/>
                    <a:pt x="543" y="1"/>
                    <a:pt x="4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2313;p52">
              <a:extLst>
                <a:ext uri="{FF2B5EF4-FFF2-40B4-BE49-F238E27FC236}">
                  <a16:creationId xmlns:a16="http://schemas.microsoft.com/office/drawing/2014/main" id="{3E4FA02A-E570-8378-E5A3-DECFAF4B75BA}"/>
                </a:ext>
              </a:extLst>
            </p:cNvPr>
            <p:cNvSpPr/>
            <p:nvPr/>
          </p:nvSpPr>
          <p:spPr>
            <a:xfrm>
              <a:off x="4292755" y="869535"/>
              <a:ext cx="39852" cy="46232"/>
            </a:xfrm>
            <a:custGeom>
              <a:avLst/>
              <a:gdLst/>
              <a:ahLst/>
              <a:cxnLst/>
              <a:rect l="l" t="t" r="r" b="b"/>
              <a:pathLst>
                <a:path w="912" h="1058" extrusionOk="0">
                  <a:moveTo>
                    <a:pt x="912" y="0"/>
                  </a:moveTo>
                  <a:lnTo>
                    <a:pt x="1" y="931"/>
                  </a:lnTo>
                  <a:lnTo>
                    <a:pt x="1" y="1057"/>
                  </a:lnTo>
                  <a:lnTo>
                    <a:pt x="912" y="127"/>
                  </a:lnTo>
                  <a:lnTo>
                    <a:pt x="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2314;p52">
              <a:extLst>
                <a:ext uri="{FF2B5EF4-FFF2-40B4-BE49-F238E27FC236}">
                  <a16:creationId xmlns:a16="http://schemas.microsoft.com/office/drawing/2014/main" id="{BB659865-DEDE-4A6A-3CA0-942B349EAA99}"/>
                </a:ext>
              </a:extLst>
            </p:cNvPr>
            <p:cNvSpPr/>
            <p:nvPr/>
          </p:nvSpPr>
          <p:spPr>
            <a:xfrm>
              <a:off x="4261992" y="910217"/>
              <a:ext cx="30807" cy="24340"/>
            </a:xfrm>
            <a:custGeom>
              <a:avLst/>
              <a:gdLst/>
              <a:ahLst/>
              <a:cxnLst/>
              <a:rect l="l" t="t" r="r" b="b"/>
              <a:pathLst>
                <a:path w="705" h="557" extrusionOk="0">
                  <a:moveTo>
                    <a:pt x="705" y="0"/>
                  </a:moveTo>
                  <a:cubicBezTo>
                    <a:pt x="516" y="166"/>
                    <a:pt x="279" y="312"/>
                    <a:pt x="2" y="431"/>
                  </a:cubicBezTo>
                  <a:lnTo>
                    <a:pt x="0" y="557"/>
                  </a:lnTo>
                  <a:cubicBezTo>
                    <a:pt x="279" y="438"/>
                    <a:pt x="516" y="291"/>
                    <a:pt x="705" y="126"/>
                  </a:cubicBezTo>
                  <a:lnTo>
                    <a:pt x="7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2315;p52">
              <a:extLst>
                <a:ext uri="{FF2B5EF4-FFF2-40B4-BE49-F238E27FC236}">
                  <a16:creationId xmlns:a16="http://schemas.microsoft.com/office/drawing/2014/main" id="{A5275C0F-4F35-A302-7AE6-23EFBB31DD21}"/>
                </a:ext>
              </a:extLst>
            </p:cNvPr>
            <p:cNvSpPr/>
            <p:nvPr/>
          </p:nvSpPr>
          <p:spPr>
            <a:xfrm>
              <a:off x="4098262" y="929006"/>
              <a:ext cx="163822" cy="75684"/>
            </a:xfrm>
            <a:custGeom>
              <a:avLst/>
              <a:gdLst/>
              <a:ahLst/>
              <a:cxnLst/>
              <a:rect l="l" t="t" r="r" b="b"/>
              <a:pathLst>
                <a:path w="3749" h="1732" extrusionOk="0">
                  <a:moveTo>
                    <a:pt x="3749" y="1"/>
                  </a:moveTo>
                  <a:lnTo>
                    <a:pt x="0" y="1602"/>
                  </a:lnTo>
                  <a:lnTo>
                    <a:pt x="0" y="1731"/>
                  </a:lnTo>
                  <a:lnTo>
                    <a:pt x="3747" y="127"/>
                  </a:lnTo>
                  <a:lnTo>
                    <a:pt x="37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2316;p52">
              <a:extLst>
                <a:ext uri="{FF2B5EF4-FFF2-40B4-BE49-F238E27FC236}">
                  <a16:creationId xmlns:a16="http://schemas.microsoft.com/office/drawing/2014/main" id="{C4121B3F-8E6D-B694-F4CF-496058C5A371}"/>
                </a:ext>
              </a:extLst>
            </p:cNvPr>
            <p:cNvSpPr/>
            <p:nvPr/>
          </p:nvSpPr>
          <p:spPr>
            <a:xfrm>
              <a:off x="4080409" y="986467"/>
              <a:ext cx="21761" cy="18222"/>
            </a:xfrm>
            <a:custGeom>
              <a:avLst/>
              <a:gdLst/>
              <a:ahLst/>
              <a:cxnLst/>
              <a:rect l="l" t="t" r="r" b="b"/>
              <a:pathLst>
                <a:path w="498" h="417" extrusionOk="0">
                  <a:moveTo>
                    <a:pt x="2" y="1"/>
                  </a:moveTo>
                  <a:lnTo>
                    <a:pt x="1" y="129"/>
                  </a:lnTo>
                  <a:lnTo>
                    <a:pt x="497" y="416"/>
                  </a:lnTo>
                  <a:lnTo>
                    <a:pt x="497" y="287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2317;p52">
              <a:extLst>
                <a:ext uri="{FF2B5EF4-FFF2-40B4-BE49-F238E27FC236}">
                  <a16:creationId xmlns:a16="http://schemas.microsoft.com/office/drawing/2014/main" id="{A552FC2F-F46F-A9D0-AE38-AED09A119BA0}"/>
                </a:ext>
              </a:extLst>
            </p:cNvPr>
            <p:cNvSpPr/>
            <p:nvPr/>
          </p:nvSpPr>
          <p:spPr>
            <a:xfrm>
              <a:off x="4076632" y="849348"/>
              <a:ext cx="255980" cy="149708"/>
            </a:xfrm>
            <a:custGeom>
              <a:avLst/>
              <a:gdLst/>
              <a:ahLst/>
              <a:cxnLst/>
              <a:rect l="l" t="t" r="r" b="b"/>
              <a:pathLst>
                <a:path w="5858" h="3426" extrusionOk="0">
                  <a:moveTo>
                    <a:pt x="5056" y="1"/>
                  </a:moveTo>
                  <a:lnTo>
                    <a:pt x="3496" y="555"/>
                  </a:lnTo>
                  <a:cubicBezTo>
                    <a:pt x="3210" y="665"/>
                    <a:pt x="2960" y="802"/>
                    <a:pt x="2755" y="964"/>
                  </a:cubicBezTo>
                  <a:lnTo>
                    <a:pt x="0" y="3139"/>
                  </a:lnTo>
                  <a:lnTo>
                    <a:pt x="495" y="3425"/>
                  </a:lnTo>
                  <a:lnTo>
                    <a:pt x="4244" y="1824"/>
                  </a:lnTo>
                  <a:cubicBezTo>
                    <a:pt x="4521" y="1705"/>
                    <a:pt x="4758" y="1559"/>
                    <a:pt x="4947" y="1393"/>
                  </a:cubicBezTo>
                  <a:lnTo>
                    <a:pt x="5858" y="462"/>
                  </a:lnTo>
                  <a:lnTo>
                    <a:pt x="5853" y="459"/>
                  </a:lnTo>
                  <a:cubicBezTo>
                    <a:pt x="5763" y="502"/>
                    <a:pt x="5651" y="524"/>
                    <a:pt x="5540" y="524"/>
                  </a:cubicBezTo>
                  <a:cubicBezTo>
                    <a:pt x="5417" y="524"/>
                    <a:pt x="5294" y="497"/>
                    <a:pt x="5199" y="444"/>
                  </a:cubicBezTo>
                  <a:lnTo>
                    <a:pt x="5201" y="444"/>
                  </a:lnTo>
                  <a:cubicBezTo>
                    <a:pt x="5104" y="387"/>
                    <a:pt x="5056" y="315"/>
                    <a:pt x="5056" y="242"/>
                  </a:cubicBezTo>
                  <a:lnTo>
                    <a:pt x="5058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2318;p52">
              <a:extLst>
                <a:ext uri="{FF2B5EF4-FFF2-40B4-BE49-F238E27FC236}">
                  <a16:creationId xmlns:a16="http://schemas.microsoft.com/office/drawing/2014/main" id="{93288249-79A7-DD78-73C4-61417ECE2AD4}"/>
                </a:ext>
              </a:extLst>
            </p:cNvPr>
            <p:cNvSpPr/>
            <p:nvPr/>
          </p:nvSpPr>
          <p:spPr>
            <a:xfrm>
              <a:off x="4309447" y="999139"/>
              <a:ext cx="15556" cy="166269"/>
            </a:xfrm>
            <a:custGeom>
              <a:avLst/>
              <a:gdLst/>
              <a:ahLst/>
              <a:cxnLst/>
              <a:rect l="l" t="t" r="r" b="b"/>
              <a:pathLst>
                <a:path w="356" h="3805" extrusionOk="0">
                  <a:moveTo>
                    <a:pt x="0" y="3802"/>
                  </a:moveTo>
                  <a:cubicBezTo>
                    <a:pt x="0" y="3802"/>
                    <a:pt x="0" y="3802"/>
                    <a:pt x="0" y="3803"/>
                  </a:cubicBezTo>
                  <a:lnTo>
                    <a:pt x="0" y="3802"/>
                  </a:lnTo>
                  <a:close/>
                  <a:moveTo>
                    <a:pt x="180" y="0"/>
                  </a:moveTo>
                  <a:cubicBezTo>
                    <a:pt x="86" y="0"/>
                    <a:pt x="10" y="63"/>
                    <a:pt x="10" y="140"/>
                  </a:cubicBezTo>
                  <a:lnTo>
                    <a:pt x="0" y="3802"/>
                  </a:lnTo>
                  <a:lnTo>
                    <a:pt x="0" y="3802"/>
                  </a:lnTo>
                  <a:cubicBezTo>
                    <a:pt x="1" y="3725"/>
                    <a:pt x="78" y="3663"/>
                    <a:pt x="174" y="3663"/>
                  </a:cubicBezTo>
                  <a:cubicBezTo>
                    <a:pt x="270" y="3663"/>
                    <a:pt x="347" y="3726"/>
                    <a:pt x="347" y="3804"/>
                  </a:cubicBezTo>
                  <a:lnTo>
                    <a:pt x="356" y="142"/>
                  </a:lnTo>
                  <a:cubicBezTo>
                    <a:pt x="356" y="63"/>
                    <a:pt x="279" y="0"/>
                    <a:pt x="183" y="0"/>
                  </a:cubicBezTo>
                  <a:cubicBezTo>
                    <a:pt x="182" y="0"/>
                    <a:pt x="181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2319;p52">
              <a:extLst>
                <a:ext uri="{FF2B5EF4-FFF2-40B4-BE49-F238E27FC236}">
                  <a16:creationId xmlns:a16="http://schemas.microsoft.com/office/drawing/2014/main" id="{42724D4B-F89B-8514-00DB-F4BBD98BB264}"/>
                </a:ext>
              </a:extLst>
            </p:cNvPr>
            <p:cNvSpPr/>
            <p:nvPr/>
          </p:nvSpPr>
          <p:spPr>
            <a:xfrm>
              <a:off x="4309447" y="1159155"/>
              <a:ext cx="15163" cy="12410"/>
            </a:xfrm>
            <a:custGeom>
              <a:avLst/>
              <a:gdLst/>
              <a:ahLst/>
              <a:cxnLst/>
              <a:rect l="l" t="t" r="r" b="b"/>
              <a:pathLst>
                <a:path w="347" h="284" extrusionOk="0">
                  <a:moveTo>
                    <a:pt x="174" y="1"/>
                  </a:moveTo>
                  <a:cubicBezTo>
                    <a:pt x="79" y="1"/>
                    <a:pt x="0" y="64"/>
                    <a:pt x="0" y="141"/>
                  </a:cubicBezTo>
                  <a:cubicBezTo>
                    <a:pt x="0" y="219"/>
                    <a:pt x="76" y="284"/>
                    <a:pt x="173" y="284"/>
                  </a:cubicBezTo>
                  <a:cubicBezTo>
                    <a:pt x="270" y="284"/>
                    <a:pt x="345" y="221"/>
                    <a:pt x="345" y="142"/>
                  </a:cubicBezTo>
                  <a:cubicBezTo>
                    <a:pt x="347" y="64"/>
                    <a:pt x="270" y="1"/>
                    <a:pt x="1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2339;p52">
            <a:extLst>
              <a:ext uri="{FF2B5EF4-FFF2-40B4-BE49-F238E27FC236}">
                <a16:creationId xmlns:a16="http://schemas.microsoft.com/office/drawing/2014/main" id="{1967479E-0F17-6588-8761-67C3D10776A0}"/>
              </a:ext>
            </a:extLst>
          </p:cNvPr>
          <p:cNvGrpSpPr/>
          <p:nvPr/>
        </p:nvGrpSpPr>
        <p:grpSpPr>
          <a:xfrm>
            <a:off x="6684543" y="3455882"/>
            <a:ext cx="1746235" cy="1092956"/>
            <a:chOff x="660857" y="991303"/>
            <a:chExt cx="2504639" cy="1567634"/>
          </a:xfrm>
        </p:grpSpPr>
        <p:sp>
          <p:nvSpPr>
            <p:cNvPr id="1356" name="Google Shape;2340;p52">
              <a:extLst>
                <a:ext uri="{FF2B5EF4-FFF2-40B4-BE49-F238E27FC236}">
                  <a16:creationId xmlns:a16="http://schemas.microsoft.com/office/drawing/2014/main" id="{B0252399-F3A2-9E48-6439-449B36E3C7DB}"/>
                </a:ext>
              </a:extLst>
            </p:cNvPr>
            <p:cNvSpPr/>
            <p:nvPr/>
          </p:nvSpPr>
          <p:spPr>
            <a:xfrm>
              <a:off x="1461130" y="1862640"/>
              <a:ext cx="906715" cy="328316"/>
            </a:xfrm>
            <a:custGeom>
              <a:avLst/>
              <a:gdLst/>
              <a:ahLst/>
              <a:cxnLst/>
              <a:rect l="l" t="t" r="r" b="b"/>
              <a:pathLst>
                <a:path w="15681" h="5678" extrusionOk="0">
                  <a:moveTo>
                    <a:pt x="13127" y="1703"/>
                  </a:moveTo>
                  <a:cubicBezTo>
                    <a:pt x="10194" y="9"/>
                    <a:pt x="5433" y="0"/>
                    <a:pt x="2518" y="1684"/>
                  </a:cubicBezTo>
                  <a:cubicBezTo>
                    <a:pt x="672" y="2750"/>
                    <a:pt x="0" y="4242"/>
                    <a:pt x="502" y="5624"/>
                  </a:cubicBezTo>
                  <a:cubicBezTo>
                    <a:pt x="788" y="4835"/>
                    <a:pt x="1460" y="4082"/>
                    <a:pt x="2518" y="3472"/>
                  </a:cubicBezTo>
                  <a:cubicBezTo>
                    <a:pt x="5433" y="1789"/>
                    <a:pt x="10194" y="1797"/>
                    <a:pt x="13127" y="3492"/>
                  </a:cubicBezTo>
                  <a:cubicBezTo>
                    <a:pt x="14204" y="4113"/>
                    <a:pt x="14887" y="4876"/>
                    <a:pt x="15178" y="5678"/>
                  </a:cubicBezTo>
                  <a:cubicBezTo>
                    <a:pt x="15681" y="4290"/>
                    <a:pt x="14996" y="2783"/>
                    <a:pt x="13127" y="17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2341;p52">
              <a:extLst>
                <a:ext uri="{FF2B5EF4-FFF2-40B4-BE49-F238E27FC236}">
                  <a16:creationId xmlns:a16="http://schemas.microsoft.com/office/drawing/2014/main" id="{E1E687C7-EF3A-A61D-407A-F5D5802E5CCC}"/>
                </a:ext>
              </a:extLst>
            </p:cNvPr>
            <p:cNvSpPr/>
            <p:nvPr/>
          </p:nvSpPr>
          <p:spPr>
            <a:xfrm>
              <a:off x="2157552" y="1476150"/>
              <a:ext cx="906830" cy="312704"/>
            </a:xfrm>
            <a:custGeom>
              <a:avLst/>
              <a:gdLst/>
              <a:ahLst/>
              <a:cxnLst/>
              <a:rect l="l" t="t" r="r" b="b"/>
              <a:pathLst>
                <a:path w="15683" h="5408" extrusionOk="0">
                  <a:moveTo>
                    <a:pt x="13128" y="1434"/>
                  </a:moveTo>
                  <a:cubicBezTo>
                    <a:pt x="11354" y="410"/>
                    <a:pt x="8913" y="1"/>
                    <a:pt x="6615" y="211"/>
                  </a:cubicBezTo>
                  <a:cubicBezTo>
                    <a:pt x="6252" y="244"/>
                    <a:pt x="5893" y="293"/>
                    <a:pt x="5541" y="356"/>
                  </a:cubicBezTo>
                  <a:cubicBezTo>
                    <a:pt x="4434" y="557"/>
                    <a:pt x="3394" y="910"/>
                    <a:pt x="2518" y="1414"/>
                  </a:cubicBezTo>
                  <a:cubicBezTo>
                    <a:pt x="673" y="2480"/>
                    <a:pt x="0" y="3972"/>
                    <a:pt x="500" y="5354"/>
                  </a:cubicBezTo>
                  <a:cubicBezTo>
                    <a:pt x="788" y="4564"/>
                    <a:pt x="1460" y="3812"/>
                    <a:pt x="2518" y="3202"/>
                  </a:cubicBezTo>
                  <a:cubicBezTo>
                    <a:pt x="5433" y="1519"/>
                    <a:pt x="10194" y="1528"/>
                    <a:pt x="13128" y="3222"/>
                  </a:cubicBezTo>
                  <a:cubicBezTo>
                    <a:pt x="14204" y="3843"/>
                    <a:pt x="14889" y="4607"/>
                    <a:pt x="15178" y="5407"/>
                  </a:cubicBezTo>
                  <a:cubicBezTo>
                    <a:pt x="15682" y="4021"/>
                    <a:pt x="14998" y="2514"/>
                    <a:pt x="13128" y="1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2342;p52">
              <a:extLst>
                <a:ext uri="{FF2B5EF4-FFF2-40B4-BE49-F238E27FC236}">
                  <a16:creationId xmlns:a16="http://schemas.microsoft.com/office/drawing/2014/main" id="{17EB02E2-7F2A-8B1B-8AEE-7C651C2C2685}"/>
                </a:ext>
              </a:extLst>
            </p:cNvPr>
            <p:cNvSpPr/>
            <p:nvPr/>
          </p:nvSpPr>
          <p:spPr>
            <a:xfrm>
              <a:off x="1456735" y="1056007"/>
              <a:ext cx="906772" cy="328258"/>
            </a:xfrm>
            <a:custGeom>
              <a:avLst/>
              <a:gdLst/>
              <a:ahLst/>
              <a:cxnLst/>
              <a:rect l="l" t="t" r="r" b="b"/>
              <a:pathLst>
                <a:path w="15682" h="5677" extrusionOk="0">
                  <a:moveTo>
                    <a:pt x="2517" y="3470"/>
                  </a:moveTo>
                  <a:cubicBezTo>
                    <a:pt x="5434" y="1787"/>
                    <a:pt x="10193" y="1797"/>
                    <a:pt x="13128" y="3490"/>
                  </a:cubicBezTo>
                  <a:cubicBezTo>
                    <a:pt x="14205" y="4112"/>
                    <a:pt x="14888" y="4876"/>
                    <a:pt x="15178" y="5676"/>
                  </a:cubicBezTo>
                  <a:cubicBezTo>
                    <a:pt x="15681" y="4289"/>
                    <a:pt x="14997" y="2783"/>
                    <a:pt x="13128" y="1703"/>
                  </a:cubicBezTo>
                  <a:cubicBezTo>
                    <a:pt x="10193" y="8"/>
                    <a:pt x="5434" y="0"/>
                    <a:pt x="2517" y="1683"/>
                  </a:cubicBezTo>
                  <a:cubicBezTo>
                    <a:pt x="673" y="2749"/>
                    <a:pt x="1" y="4241"/>
                    <a:pt x="501" y="5622"/>
                  </a:cubicBezTo>
                  <a:cubicBezTo>
                    <a:pt x="788" y="4833"/>
                    <a:pt x="1461" y="4081"/>
                    <a:pt x="2517" y="34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2343;p52">
              <a:extLst>
                <a:ext uri="{FF2B5EF4-FFF2-40B4-BE49-F238E27FC236}">
                  <a16:creationId xmlns:a16="http://schemas.microsoft.com/office/drawing/2014/main" id="{6C8D9C66-9855-0090-C2C5-03FF81A04893}"/>
                </a:ext>
              </a:extLst>
            </p:cNvPr>
            <p:cNvSpPr/>
            <p:nvPr/>
          </p:nvSpPr>
          <p:spPr>
            <a:xfrm>
              <a:off x="760313" y="1473490"/>
              <a:ext cx="906772" cy="312878"/>
            </a:xfrm>
            <a:custGeom>
              <a:avLst/>
              <a:gdLst/>
              <a:ahLst/>
              <a:cxnLst/>
              <a:rect l="l" t="t" r="r" b="b"/>
              <a:pathLst>
                <a:path w="15682" h="5411" extrusionOk="0">
                  <a:moveTo>
                    <a:pt x="13128" y="1436"/>
                  </a:moveTo>
                  <a:cubicBezTo>
                    <a:pt x="12246" y="928"/>
                    <a:pt x="11202" y="571"/>
                    <a:pt x="10091" y="367"/>
                  </a:cubicBezTo>
                  <a:lnTo>
                    <a:pt x="10090" y="367"/>
                  </a:lnTo>
                  <a:cubicBezTo>
                    <a:pt x="9733" y="300"/>
                    <a:pt x="9371" y="251"/>
                    <a:pt x="9005" y="217"/>
                  </a:cubicBezTo>
                  <a:lnTo>
                    <a:pt x="9004" y="217"/>
                  </a:lnTo>
                  <a:cubicBezTo>
                    <a:pt x="6709" y="0"/>
                    <a:pt x="4277" y="400"/>
                    <a:pt x="2517" y="1417"/>
                  </a:cubicBezTo>
                  <a:cubicBezTo>
                    <a:pt x="671" y="2483"/>
                    <a:pt x="1" y="3975"/>
                    <a:pt x="501" y="5356"/>
                  </a:cubicBezTo>
                  <a:cubicBezTo>
                    <a:pt x="788" y="4567"/>
                    <a:pt x="1460" y="3815"/>
                    <a:pt x="2517" y="3205"/>
                  </a:cubicBezTo>
                  <a:cubicBezTo>
                    <a:pt x="5434" y="1520"/>
                    <a:pt x="10193" y="1529"/>
                    <a:pt x="13128" y="3225"/>
                  </a:cubicBezTo>
                  <a:cubicBezTo>
                    <a:pt x="14205" y="3846"/>
                    <a:pt x="14887" y="4609"/>
                    <a:pt x="15178" y="5410"/>
                  </a:cubicBezTo>
                  <a:cubicBezTo>
                    <a:pt x="15681" y="4023"/>
                    <a:pt x="14997" y="2515"/>
                    <a:pt x="13128" y="14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2344;p52">
              <a:extLst>
                <a:ext uri="{FF2B5EF4-FFF2-40B4-BE49-F238E27FC236}">
                  <a16:creationId xmlns:a16="http://schemas.microsoft.com/office/drawing/2014/main" id="{4F138CC8-E26C-FBE3-9C52-0CD84B6F2B3A}"/>
                </a:ext>
              </a:extLst>
            </p:cNvPr>
            <p:cNvSpPr/>
            <p:nvPr/>
          </p:nvSpPr>
          <p:spPr>
            <a:xfrm>
              <a:off x="675833" y="1706691"/>
              <a:ext cx="2472606" cy="852246"/>
            </a:xfrm>
            <a:custGeom>
              <a:avLst/>
              <a:gdLst/>
              <a:ahLst/>
              <a:cxnLst/>
              <a:rect l="l" t="t" r="r" b="b"/>
              <a:pathLst>
                <a:path w="42762" h="14739" extrusionOk="0">
                  <a:moveTo>
                    <a:pt x="42692" y="71"/>
                  </a:moveTo>
                  <a:cubicBezTo>
                    <a:pt x="42690" y="64"/>
                    <a:pt x="42687" y="56"/>
                    <a:pt x="42686" y="47"/>
                  </a:cubicBezTo>
                  <a:cubicBezTo>
                    <a:pt x="42753" y="485"/>
                    <a:pt x="42732" y="928"/>
                    <a:pt x="42615" y="1363"/>
                  </a:cubicBezTo>
                  <a:cubicBezTo>
                    <a:pt x="42324" y="2437"/>
                    <a:pt x="41464" y="3469"/>
                    <a:pt x="40035" y="4294"/>
                  </a:cubicBezTo>
                  <a:cubicBezTo>
                    <a:pt x="39269" y="4737"/>
                    <a:pt x="38400" y="5084"/>
                    <a:pt x="37471" y="5338"/>
                  </a:cubicBezTo>
                  <a:cubicBezTo>
                    <a:pt x="35699" y="5823"/>
                    <a:pt x="34113" y="6483"/>
                    <a:pt x="32775" y="7282"/>
                  </a:cubicBezTo>
                  <a:cubicBezTo>
                    <a:pt x="32383" y="7516"/>
                    <a:pt x="32012" y="7764"/>
                    <a:pt x="31663" y="8021"/>
                  </a:cubicBezTo>
                  <a:cubicBezTo>
                    <a:pt x="30938" y="8558"/>
                    <a:pt x="30314" y="9142"/>
                    <a:pt x="29802" y="9767"/>
                  </a:cubicBezTo>
                  <a:cubicBezTo>
                    <a:pt x="29402" y="10254"/>
                    <a:pt x="28866" y="10713"/>
                    <a:pt x="28196" y="11125"/>
                  </a:cubicBezTo>
                  <a:cubicBezTo>
                    <a:pt x="28130" y="11166"/>
                    <a:pt x="28060" y="11208"/>
                    <a:pt x="27991" y="11248"/>
                  </a:cubicBezTo>
                  <a:cubicBezTo>
                    <a:pt x="24389" y="13328"/>
                    <a:pt x="18516" y="13317"/>
                    <a:pt x="14890" y="11223"/>
                  </a:cubicBezTo>
                  <a:cubicBezTo>
                    <a:pt x="14806" y="11176"/>
                    <a:pt x="14724" y="11126"/>
                    <a:pt x="14644" y="11077"/>
                  </a:cubicBezTo>
                  <a:cubicBezTo>
                    <a:pt x="13987" y="10668"/>
                    <a:pt x="13461" y="10216"/>
                    <a:pt x="13064" y="9736"/>
                  </a:cubicBezTo>
                  <a:cubicBezTo>
                    <a:pt x="12546" y="9110"/>
                    <a:pt x="11914" y="8524"/>
                    <a:pt x="11185" y="7985"/>
                  </a:cubicBezTo>
                  <a:cubicBezTo>
                    <a:pt x="10829" y="7724"/>
                    <a:pt x="10453" y="7473"/>
                    <a:pt x="10053" y="7235"/>
                  </a:cubicBezTo>
                  <a:cubicBezTo>
                    <a:pt x="8708" y="6433"/>
                    <a:pt x="7118" y="5770"/>
                    <a:pt x="5346" y="5281"/>
                  </a:cubicBezTo>
                  <a:cubicBezTo>
                    <a:pt x="4415" y="5023"/>
                    <a:pt x="3541" y="4672"/>
                    <a:pt x="2769" y="4226"/>
                  </a:cubicBezTo>
                  <a:cubicBezTo>
                    <a:pt x="1279" y="3366"/>
                    <a:pt x="399" y="2286"/>
                    <a:pt x="130" y="1168"/>
                  </a:cubicBezTo>
                  <a:cubicBezTo>
                    <a:pt x="36" y="780"/>
                    <a:pt x="17" y="390"/>
                    <a:pt x="70" y="1"/>
                  </a:cubicBezTo>
                  <a:cubicBezTo>
                    <a:pt x="68" y="8"/>
                    <a:pt x="67" y="14"/>
                    <a:pt x="65" y="21"/>
                  </a:cubicBezTo>
                  <a:cubicBezTo>
                    <a:pt x="0" y="396"/>
                    <a:pt x="37" y="1525"/>
                    <a:pt x="39" y="1850"/>
                  </a:cubicBezTo>
                  <a:cubicBezTo>
                    <a:pt x="47" y="3219"/>
                    <a:pt x="957" y="4589"/>
                    <a:pt x="2769" y="5637"/>
                  </a:cubicBezTo>
                  <a:cubicBezTo>
                    <a:pt x="3541" y="6081"/>
                    <a:pt x="4415" y="6433"/>
                    <a:pt x="5346" y="6690"/>
                  </a:cubicBezTo>
                  <a:cubicBezTo>
                    <a:pt x="8730" y="7624"/>
                    <a:pt x="11446" y="9193"/>
                    <a:pt x="13064" y="11146"/>
                  </a:cubicBezTo>
                  <a:cubicBezTo>
                    <a:pt x="13509" y="11683"/>
                    <a:pt x="14118" y="12188"/>
                    <a:pt x="14890" y="12634"/>
                  </a:cubicBezTo>
                  <a:cubicBezTo>
                    <a:pt x="18514" y="14726"/>
                    <a:pt x="24389" y="14738"/>
                    <a:pt x="27991" y="12657"/>
                  </a:cubicBezTo>
                  <a:cubicBezTo>
                    <a:pt x="28759" y="12214"/>
                    <a:pt x="29362" y="11712"/>
                    <a:pt x="29802" y="11176"/>
                  </a:cubicBezTo>
                  <a:cubicBezTo>
                    <a:pt x="31397" y="9228"/>
                    <a:pt x="34098" y="7670"/>
                    <a:pt x="37471" y="6749"/>
                  </a:cubicBezTo>
                  <a:cubicBezTo>
                    <a:pt x="38399" y="6495"/>
                    <a:pt x="39268" y="6146"/>
                    <a:pt x="40035" y="5704"/>
                  </a:cubicBezTo>
                  <a:cubicBezTo>
                    <a:pt x="41854" y="4654"/>
                    <a:pt x="42750" y="3269"/>
                    <a:pt x="42726" y="1888"/>
                  </a:cubicBezTo>
                  <a:cubicBezTo>
                    <a:pt x="42721" y="1603"/>
                    <a:pt x="42761" y="385"/>
                    <a:pt x="42692" y="7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2345;p52">
              <a:extLst>
                <a:ext uri="{FF2B5EF4-FFF2-40B4-BE49-F238E27FC236}">
                  <a16:creationId xmlns:a16="http://schemas.microsoft.com/office/drawing/2014/main" id="{5AE5919C-F0C8-28DA-4E0B-9EBF938D640C}"/>
                </a:ext>
              </a:extLst>
            </p:cNvPr>
            <p:cNvSpPr/>
            <p:nvPr/>
          </p:nvSpPr>
          <p:spPr>
            <a:xfrm>
              <a:off x="2501831" y="1739939"/>
              <a:ext cx="220998" cy="160284"/>
            </a:xfrm>
            <a:custGeom>
              <a:avLst/>
              <a:gdLst/>
              <a:ahLst/>
              <a:cxnLst/>
              <a:rect l="l" t="t" r="r" b="b"/>
              <a:pathLst>
                <a:path w="3822" h="2772" extrusionOk="0">
                  <a:moveTo>
                    <a:pt x="3820" y="1561"/>
                  </a:moveTo>
                  <a:lnTo>
                    <a:pt x="3820" y="1561"/>
                  </a:lnTo>
                  <a:lnTo>
                    <a:pt x="3820" y="453"/>
                  </a:lnTo>
                  <a:lnTo>
                    <a:pt x="3283" y="453"/>
                  </a:lnTo>
                  <a:cubicBezTo>
                    <a:pt x="3274" y="447"/>
                    <a:pt x="3266" y="441"/>
                    <a:pt x="3256" y="435"/>
                  </a:cubicBezTo>
                  <a:cubicBezTo>
                    <a:pt x="2508" y="4"/>
                    <a:pt x="1299" y="1"/>
                    <a:pt x="555" y="430"/>
                  </a:cubicBezTo>
                  <a:cubicBezTo>
                    <a:pt x="542" y="438"/>
                    <a:pt x="533" y="445"/>
                    <a:pt x="521" y="452"/>
                  </a:cubicBezTo>
                  <a:lnTo>
                    <a:pt x="1" y="452"/>
                  </a:lnTo>
                  <a:lnTo>
                    <a:pt x="1" y="1561"/>
                  </a:lnTo>
                  <a:lnTo>
                    <a:pt x="1" y="1561"/>
                  </a:lnTo>
                  <a:cubicBezTo>
                    <a:pt x="2" y="1842"/>
                    <a:pt x="192" y="2122"/>
                    <a:pt x="564" y="2337"/>
                  </a:cubicBezTo>
                  <a:cubicBezTo>
                    <a:pt x="1311" y="2770"/>
                    <a:pt x="2520" y="2771"/>
                    <a:pt x="3263" y="2342"/>
                  </a:cubicBezTo>
                  <a:cubicBezTo>
                    <a:pt x="3637" y="2127"/>
                    <a:pt x="3822" y="1844"/>
                    <a:pt x="3819" y="15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2346;p52">
              <a:extLst>
                <a:ext uri="{FF2B5EF4-FFF2-40B4-BE49-F238E27FC236}">
                  <a16:creationId xmlns:a16="http://schemas.microsoft.com/office/drawing/2014/main" id="{584C661D-4BD5-79F6-DEA9-305C4E783B19}"/>
                </a:ext>
              </a:extLst>
            </p:cNvPr>
            <p:cNvSpPr/>
            <p:nvPr/>
          </p:nvSpPr>
          <p:spPr>
            <a:xfrm>
              <a:off x="2158072" y="1770354"/>
              <a:ext cx="371914" cy="92400"/>
            </a:xfrm>
            <a:custGeom>
              <a:avLst/>
              <a:gdLst/>
              <a:ahLst/>
              <a:cxnLst/>
              <a:rect l="l" t="t" r="r" b="b"/>
              <a:pathLst>
                <a:path w="6432" h="1598" extrusionOk="0">
                  <a:moveTo>
                    <a:pt x="1" y="656"/>
                  </a:moveTo>
                  <a:lnTo>
                    <a:pt x="1" y="1185"/>
                  </a:lnTo>
                  <a:cubicBezTo>
                    <a:pt x="1" y="1413"/>
                    <a:pt x="185" y="1598"/>
                    <a:pt x="413" y="1598"/>
                  </a:cubicBezTo>
                  <a:lnTo>
                    <a:pt x="5860" y="1598"/>
                  </a:lnTo>
                  <a:cubicBezTo>
                    <a:pt x="6083" y="1598"/>
                    <a:pt x="6277" y="1468"/>
                    <a:pt x="6370" y="1281"/>
                  </a:cubicBezTo>
                  <a:cubicBezTo>
                    <a:pt x="6426" y="1168"/>
                    <a:pt x="6432" y="1038"/>
                    <a:pt x="6395" y="919"/>
                  </a:cubicBezTo>
                  <a:lnTo>
                    <a:pt x="6232" y="398"/>
                  </a:lnTo>
                  <a:cubicBezTo>
                    <a:pt x="6160" y="161"/>
                    <a:pt x="5940" y="1"/>
                    <a:pt x="5692" y="1"/>
                  </a:cubicBezTo>
                  <a:lnTo>
                    <a:pt x="656" y="1"/>
                  </a:lnTo>
                  <a:cubicBezTo>
                    <a:pt x="294" y="1"/>
                    <a:pt x="1" y="295"/>
                    <a:pt x="1" y="6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2347;p52">
              <a:extLst>
                <a:ext uri="{FF2B5EF4-FFF2-40B4-BE49-F238E27FC236}">
                  <a16:creationId xmlns:a16="http://schemas.microsoft.com/office/drawing/2014/main" id="{DBF8C0D2-F0BF-018F-2743-C3E944807DDF}"/>
                </a:ext>
              </a:extLst>
            </p:cNvPr>
            <p:cNvSpPr/>
            <p:nvPr/>
          </p:nvSpPr>
          <p:spPr>
            <a:xfrm>
              <a:off x="2490902" y="1696051"/>
              <a:ext cx="242681" cy="140104"/>
            </a:xfrm>
            <a:custGeom>
              <a:avLst/>
              <a:gdLst/>
              <a:ahLst/>
              <a:cxnLst/>
              <a:rect l="l" t="t" r="r" b="b"/>
              <a:pathLst>
                <a:path w="4197" h="2423" extrusionOk="0">
                  <a:moveTo>
                    <a:pt x="3445" y="434"/>
                  </a:moveTo>
                  <a:cubicBezTo>
                    <a:pt x="2697" y="3"/>
                    <a:pt x="1488" y="0"/>
                    <a:pt x="745" y="429"/>
                  </a:cubicBezTo>
                  <a:cubicBezTo>
                    <a:pt x="1" y="858"/>
                    <a:pt x="5" y="1557"/>
                    <a:pt x="753" y="1989"/>
                  </a:cubicBezTo>
                  <a:cubicBezTo>
                    <a:pt x="1502" y="2421"/>
                    <a:pt x="2711" y="2423"/>
                    <a:pt x="3454" y="1994"/>
                  </a:cubicBezTo>
                  <a:cubicBezTo>
                    <a:pt x="4197" y="1564"/>
                    <a:pt x="4194" y="866"/>
                    <a:pt x="3445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2348;p52">
              <a:extLst>
                <a:ext uri="{FF2B5EF4-FFF2-40B4-BE49-F238E27FC236}">
                  <a16:creationId xmlns:a16="http://schemas.microsoft.com/office/drawing/2014/main" id="{BD8CA20B-2F49-7F28-6A8A-8940E0D98227}"/>
                </a:ext>
              </a:extLst>
            </p:cNvPr>
            <p:cNvSpPr/>
            <p:nvPr/>
          </p:nvSpPr>
          <p:spPr>
            <a:xfrm>
              <a:off x="2565957" y="1743813"/>
              <a:ext cx="92574" cy="48687"/>
            </a:xfrm>
            <a:custGeom>
              <a:avLst/>
              <a:gdLst/>
              <a:ahLst/>
              <a:cxnLst/>
              <a:rect l="l" t="t" r="r" b="b"/>
              <a:pathLst>
                <a:path w="1601" h="842" extrusionOk="0">
                  <a:moveTo>
                    <a:pt x="798" y="1"/>
                  </a:moveTo>
                  <a:cubicBezTo>
                    <a:pt x="612" y="1"/>
                    <a:pt x="427" y="42"/>
                    <a:pt x="285" y="123"/>
                  </a:cubicBezTo>
                  <a:cubicBezTo>
                    <a:pt x="1" y="286"/>
                    <a:pt x="2" y="552"/>
                    <a:pt x="289" y="718"/>
                  </a:cubicBezTo>
                  <a:cubicBezTo>
                    <a:pt x="431" y="801"/>
                    <a:pt x="618" y="842"/>
                    <a:pt x="805" y="842"/>
                  </a:cubicBezTo>
                  <a:cubicBezTo>
                    <a:pt x="991" y="842"/>
                    <a:pt x="1176" y="801"/>
                    <a:pt x="1318" y="720"/>
                  </a:cubicBezTo>
                  <a:cubicBezTo>
                    <a:pt x="1601" y="555"/>
                    <a:pt x="1601" y="289"/>
                    <a:pt x="1315" y="125"/>
                  </a:cubicBezTo>
                  <a:cubicBezTo>
                    <a:pt x="1171" y="42"/>
                    <a:pt x="984" y="1"/>
                    <a:pt x="798" y="1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2349;p52">
              <a:extLst>
                <a:ext uri="{FF2B5EF4-FFF2-40B4-BE49-F238E27FC236}">
                  <a16:creationId xmlns:a16="http://schemas.microsoft.com/office/drawing/2014/main" id="{3E17B43A-7894-C70C-595D-8A5ED5DBCD4C}"/>
                </a:ext>
              </a:extLst>
            </p:cNvPr>
            <p:cNvSpPr/>
            <p:nvPr/>
          </p:nvSpPr>
          <p:spPr>
            <a:xfrm>
              <a:off x="2311072" y="1758905"/>
              <a:ext cx="312935" cy="175607"/>
            </a:xfrm>
            <a:custGeom>
              <a:avLst/>
              <a:gdLst/>
              <a:ahLst/>
              <a:cxnLst/>
              <a:rect l="l" t="t" r="r" b="b"/>
              <a:pathLst>
                <a:path w="5412" h="3037" extrusionOk="0">
                  <a:moveTo>
                    <a:pt x="5164" y="1"/>
                  </a:moveTo>
                  <a:lnTo>
                    <a:pt x="3489" y="91"/>
                  </a:lnTo>
                  <a:lnTo>
                    <a:pt x="2805" y="388"/>
                  </a:lnTo>
                  <a:lnTo>
                    <a:pt x="0" y="2897"/>
                  </a:lnTo>
                  <a:lnTo>
                    <a:pt x="91" y="3037"/>
                  </a:lnTo>
                  <a:lnTo>
                    <a:pt x="511" y="3037"/>
                  </a:lnTo>
                  <a:lnTo>
                    <a:pt x="5412" y="282"/>
                  </a:lnTo>
                  <a:lnTo>
                    <a:pt x="51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2350;p52">
              <a:extLst>
                <a:ext uri="{FF2B5EF4-FFF2-40B4-BE49-F238E27FC236}">
                  <a16:creationId xmlns:a16="http://schemas.microsoft.com/office/drawing/2014/main" id="{E9F9C701-A889-15B4-F715-25EA3F0A539B}"/>
                </a:ext>
              </a:extLst>
            </p:cNvPr>
            <p:cNvSpPr/>
            <p:nvPr/>
          </p:nvSpPr>
          <p:spPr>
            <a:xfrm>
              <a:off x="2601981" y="1598272"/>
              <a:ext cx="308714" cy="180811"/>
            </a:xfrm>
            <a:custGeom>
              <a:avLst/>
              <a:gdLst/>
              <a:ahLst/>
              <a:cxnLst/>
              <a:rect l="l" t="t" r="r" b="b"/>
              <a:pathLst>
                <a:path w="5339" h="3127" extrusionOk="0">
                  <a:moveTo>
                    <a:pt x="4902" y="1"/>
                  </a:moveTo>
                  <a:lnTo>
                    <a:pt x="612" y="2400"/>
                  </a:lnTo>
                  <a:lnTo>
                    <a:pt x="1" y="2779"/>
                  </a:lnTo>
                  <a:lnTo>
                    <a:pt x="504" y="3126"/>
                  </a:lnTo>
                  <a:lnTo>
                    <a:pt x="925" y="2994"/>
                  </a:lnTo>
                  <a:lnTo>
                    <a:pt x="2287" y="2779"/>
                  </a:lnTo>
                  <a:lnTo>
                    <a:pt x="2707" y="2506"/>
                  </a:lnTo>
                  <a:lnTo>
                    <a:pt x="5338" y="139"/>
                  </a:lnTo>
                  <a:lnTo>
                    <a:pt x="52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2351;p52">
              <a:extLst>
                <a:ext uri="{FF2B5EF4-FFF2-40B4-BE49-F238E27FC236}">
                  <a16:creationId xmlns:a16="http://schemas.microsoft.com/office/drawing/2014/main" id="{3E545543-C68A-E001-BB1C-174A9318F8C4}"/>
                </a:ext>
              </a:extLst>
            </p:cNvPr>
            <p:cNvSpPr/>
            <p:nvPr/>
          </p:nvSpPr>
          <p:spPr>
            <a:xfrm>
              <a:off x="2347443" y="1560456"/>
              <a:ext cx="280208" cy="223773"/>
            </a:xfrm>
            <a:custGeom>
              <a:avLst/>
              <a:gdLst/>
              <a:ahLst/>
              <a:cxnLst/>
              <a:rect l="l" t="t" r="r" b="b"/>
              <a:pathLst>
                <a:path w="4846" h="3870" extrusionOk="0">
                  <a:moveTo>
                    <a:pt x="91" y="1"/>
                  </a:moveTo>
                  <a:lnTo>
                    <a:pt x="1" y="141"/>
                  </a:lnTo>
                  <a:lnTo>
                    <a:pt x="173" y="525"/>
                  </a:lnTo>
                  <a:lnTo>
                    <a:pt x="4692" y="3869"/>
                  </a:lnTo>
                  <a:lnTo>
                    <a:pt x="4846" y="3529"/>
                  </a:lnTo>
                  <a:lnTo>
                    <a:pt x="4078" y="2037"/>
                  </a:lnTo>
                  <a:lnTo>
                    <a:pt x="3528" y="1534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2352;p52">
              <a:extLst>
                <a:ext uri="{FF2B5EF4-FFF2-40B4-BE49-F238E27FC236}">
                  <a16:creationId xmlns:a16="http://schemas.microsoft.com/office/drawing/2014/main" id="{632CC52F-0B36-68AC-F235-B14D8A6E250A}"/>
                </a:ext>
              </a:extLst>
            </p:cNvPr>
            <p:cNvSpPr/>
            <p:nvPr/>
          </p:nvSpPr>
          <p:spPr>
            <a:xfrm>
              <a:off x="2585790" y="1725657"/>
              <a:ext cx="260433" cy="242161"/>
            </a:xfrm>
            <a:custGeom>
              <a:avLst/>
              <a:gdLst/>
              <a:ahLst/>
              <a:cxnLst/>
              <a:rect l="l" t="t" r="r" b="b"/>
              <a:pathLst>
                <a:path w="4504" h="4188" extrusionOk="0">
                  <a:moveTo>
                    <a:pt x="164" y="0"/>
                  </a:moveTo>
                  <a:lnTo>
                    <a:pt x="1" y="589"/>
                  </a:lnTo>
                  <a:lnTo>
                    <a:pt x="262" y="943"/>
                  </a:lnTo>
                  <a:lnTo>
                    <a:pt x="908" y="2161"/>
                  </a:lnTo>
                  <a:lnTo>
                    <a:pt x="1302" y="2471"/>
                  </a:lnTo>
                  <a:lnTo>
                    <a:pt x="4397" y="4187"/>
                  </a:lnTo>
                  <a:lnTo>
                    <a:pt x="4503" y="4066"/>
                  </a:lnTo>
                  <a:lnTo>
                    <a:pt x="4386" y="3730"/>
                  </a:lnTo>
                  <a:lnTo>
                    <a:pt x="722" y="454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2353;p52">
              <a:extLst>
                <a:ext uri="{FF2B5EF4-FFF2-40B4-BE49-F238E27FC236}">
                  <a16:creationId xmlns:a16="http://schemas.microsoft.com/office/drawing/2014/main" id="{1FC24F44-9D72-98B0-9A85-45DB3F219A5E}"/>
                </a:ext>
              </a:extLst>
            </p:cNvPr>
            <p:cNvSpPr/>
            <p:nvPr/>
          </p:nvSpPr>
          <p:spPr>
            <a:xfrm>
              <a:off x="2578620" y="1747861"/>
              <a:ext cx="67363" cy="38915"/>
            </a:xfrm>
            <a:custGeom>
              <a:avLst/>
              <a:gdLst/>
              <a:ahLst/>
              <a:cxnLst/>
              <a:rect l="l" t="t" r="r" b="b"/>
              <a:pathLst>
                <a:path w="1165" h="673" extrusionOk="0">
                  <a:moveTo>
                    <a:pt x="578" y="0"/>
                  </a:moveTo>
                  <a:cubicBezTo>
                    <a:pt x="430" y="0"/>
                    <a:pt x="282" y="33"/>
                    <a:pt x="170" y="98"/>
                  </a:cubicBezTo>
                  <a:cubicBezTo>
                    <a:pt x="166" y="101"/>
                    <a:pt x="162" y="102"/>
                    <a:pt x="159" y="105"/>
                  </a:cubicBezTo>
                  <a:lnTo>
                    <a:pt x="0" y="105"/>
                  </a:lnTo>
                  <a:lnTo>
                    <a:pt x="0" y="336"/>
                  </a:lnTo>
                  <a:cubicBezTo>
                    <a:pt x="2" y="422"/>
                    <a:pt x="59" y="508"/>
                    <a:pt x="173" y="573"/>
                  </a:cubicBezTo>
                  <a:cubicBezTo>
                    <a:pt x="287" y="639"/>
                    <a:pt x="436" y="672"/>
                    <a:pt x="585" y="672"/>
                  </a:cubicBezTo>
                  <a:cubicBezTo>
                    <a:pt x="733" y="672"/>
                    <a:pt x="881" y="640"/>
                    <a:pt x="994" y="575"/>
                  </a:cubicBezTo>
                  <a:cubicBezTo>
                    <a:pt x="1108" y="510"/>
                    <a:pt x="1165" y="422"/>
                    <a:pt x="1163" y="336"/>
                  </a:cubicBezTo>
                  <a:lnTo>
                    <a:pt x="1163" y="105"/>
                  </a:lnTo>
                  <a:lnTo>
                    <a:pt x="1000" y="105"/>
                  </a:lnTo>
                  <a:cubicBezTo>
                    <a:pt x="997" y="104"/>
                    <a:pt x="996" y="102"/>
                    <a:pt x="992" y="99"/>
                  </a:cubicBezTo>
                  <a:cubicBezTo>
                    <a:pt x="878" y="33"/>
                    <a:pt x="728" y="0"/>
                    <a:pt x="5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2354;p52">
              <a:extLst>
                <a:ext uri="{FF2B5EF4-FFF2-40B4-BE49-F238E27FC236}">
                  <a16:creationId xmlns:a16="http://schemas.microsoft.com/office/drawing/2014/main" id="{E0A115E0-D3FD-0C37-F5BE-9EE9ECBC949E}"/>
                </a:ext>
              </a:extLst>
            </p:cNvPr>
            <p:cNvSpPr/>
            <p:nvPr/>
          </p:nvSpPr>
          <p:spPr>
            <a:xfrm>
              <a:off x="2575324" y="1734504"/>
              <a:ext cx="73955" cy="38915"/>
            </a:xfrm>
            <a:custGeom>
              <a:avLst/>
              <a:gdLst/>
              <a:ahLst/>
              <a:cxnLst/>
              <a:rect l="l" t="t" r="r" b="b"/>
              <a:pathLst>
                <a:path w="1279" h="673" extrusionOk="0">
                  <a:moveTo>
                    <a:pt x="636" y="0"/>
                  </a:moveTo>
                  <a:cubicBezTo>
                    <a:pt x="488" y="0"/>
                    <a:pt x="339" y="33"/>
                    <a:pt x="227" y="98"/>
                  </a:cubicBezTo>
                  <a:cubicBezTo>
                    <a:pt x="0" y="229"/>
                    <a:pt x="2" y="441"/>
                    <a:pt x="230" y="573"/>
                  </a:cubicBezTo>
                  <a:cubicBezTo>
                    <a:pt x="344" y="639"/>
                    <a:pt x="494" y="672"/>
                    <a:pt x="643" y="672"/>
                  </a:cubicBezTo>
                  <a:cubicBezTo>
                    <a:pt x="791" y="672"/>
                    <a:pt x="939" y="640"/>
                    <a:pt x="1051" y="575"/>
                  </a:cubicBezTo>
                  <a:cubicBezTo>
                    <a:pt x="1279" y="444"/>
                    <a:pt x="1277" y="230"/>
                    <a:pt x="1049" y="100"/>
                  </a:cubicBezTo>
                  <a:cubicBezTo>
                    <a:pt x="935" y="33"/>
                    <a:pt x="786" y="0"/>
                    <a:pt x="6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2355;p52">
              <a:extLst>
                <a:ext uri="{FF2B5EF4-FFF2-40B4-BE49-F238E27FC236}">
                  <a16:creationId xmlns:a16="http://schemas.microsoft.com/office/drawing/2014/main" id="{3E6E3616-5CDF-2346-BADD-1C9B104734A6}"/>
                </a:ext>
              </a:extLst>
            </p:cNvPr>
            <p:cNvSpPr/>
            <p:nvPr/>
          </p:nvSpPr>
          <p:spPr>
            <a:xfrm>
              <a:off x="2593365" y="1736123"/>
              <a:ext cx="37758" cy="27986"/>
            </a:xfrm>
            <a:custGeom>
              <a:avLst/>
              <a:gdLst/>
              <a:ahLst/>
              <a:cxnLst/>
              <a:rect l="l" t="t" r="r" b="b"/>
              <a:pathLst>
                <a:path w="653" h="484" extrusionOk="0">
                  <a:moveTo>
                    <a:pt x="327" y="1"/>
                  </a:moveTo>
                  <a:cubicBezTo>
                    <a:pt x="271" y="1"/>
                    <a:pt x="215" y="13"/>
                    <a:pt x="171" y="38"/>
                  </a:cubicBezTo>
                  <a:cubicBezTo>
                    <a:pt x="127" y="62"/>
                    <a:pt x="99" y="90"/>
                    <a:pt x="79" y="121"/>
                  </a:cubicBezTo>
                  <a:lnTo>
                    <a:pt x="1" y="295"/>
                  </a:lnTo>
                  <a:lnTo>
                    <a:pt x="1" y="296"/>
                  </a:lnTo>
                  <a:cubicBezTo>
                    <a:pt x="2" y="344"/>
                    <a:pt x="34" y="391"/>
                    <a:pt x="98" y="428"/>
                  </a:cubicBezTo>
                  <a:cubicBezTo>
                    <a:pt x="162" y="465"/>
                    <a:pt x="246" y="484"/>
                    <a:pt x="329" y="484"/>
                  </a:cubicBezTo>
                  <a:cubicBezTo>
                    <a:pt x="412" y="484"/>
                    <a:pt x="495" y="466"/>
                    <a:pt x="557" y="430"/>
                  </a:cubicBezTo>
                  <a:cubicBezTo>
                    <a:pt x="622" y="393"/>
                    <a:pt x="653" y="344"/>
                    <a:pt x="653" y="296"/>
                  </a:cubicBezTo>
                  <a:lnTo>
                    <a:pt x="596" y="139"/>
                  </a:lnTo>
                  <a:cubicBezTo>
                    <a:pt x="579" y="107"/>
                    <a:pt x="527" y="64"/>
                    <a:pt x="482" y="38"/>
                  </a:cubicBezTo>
                  <a:cubicBezTo>
                    <a:pt x="438" y="13"/>
                    <a:pt x="383" y="1"/>
                    <a:pt x="3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2356;p52">
              <a:extLst>
                <a:ext uri="{FF2B5EF4-FFF2-40B4-BE49-F238E27FC236}">
                  <a16:creationId xmlns:a16="http://schemas.microsoft.com/office/drawing/2014/main" id="{AECF6FFA-C1BA-DD23-4EBC-79E059BFD041}"/>
                </a:ext>
              </a:extLst>
            </p:cNvPr>
            <p:cNvSpPr/>
            <p:nvPr/>
          </p:nvSpPr>
          <p:spPr>
            <a:xfrm>
              <a:off x="1104534" y="1723691"/>
              <a:ext cx="221113" cy="160342"/>
            </a:xfrm>
            <a:custGeom>
              <a:avLst/>
              <a:gdLst/>
              <a:ahLst/>
              <a:cxnLst/>
              <a:rect l="l" t="t" r="r" b="b"/>
              <a:pathLst>
                <a:path w="3824" h="2773" extrusionOk="0">
                  <a:moveTo>
                    <a:pt x="3820" y="1560"/>
                  </a:moveTo>
                  <a:lnTo>
                    <a:pt x="3820" y="1560"/>
                  </a:lnTo>
                  <a:lnTo>
                    <a:pt x="3820" y="453"/>
                  </a:lnTo>
                  <a:lnTo>
                    <a:pt x="3283" y="453"/>
                  </a:lnTo>
                  <a:cubicBezTo>
                    <a:pt x="3274" y="446"/>
                    <a:pt x="3266" y="440"/>
                    <a:pt x="3257" y="434"/>
                  </a:cubicBezTo>
                  <a:cubicBezTo>
                    <a:pt x="2508" y="3"/>
                    <a:pt x="1299" y="0"/>
                    <a:pt x="556" y="430"/>
                  </a:cubicBezTo>
                  <a:cubicBezTo>
                    <a:pt x="544" y="437"/>
                    <a:pt x="533" y="445"/>
                    <a:pt x="522" y="453"/>
                  </a:cubicBezTo>
                  <a:lnTo>
                    <a:pt x="1" y="453"/>
                  </a:lnTo>
                  <a:lnTo>
                    <a:pt x="1" y="1560"/>
                  </a:lnTo>
                  <a:lnTo>
                    <a:pt x="1" y="1560"/>
                  </a:lnTo>
                  <a:cubicBezTo>
                    <a:pt x="4" y="1842"/>
                    <a:pt x="191" y="2122"/>
                    <a:pt x="564" y="2337"/>
                  </a:cubicBezTo>
                  <a:cubicBezTo>
                    <a:pt x="1313" y="2769"/>
                    <a:pt x="2522" y="2772"/>
                    <a:pt x="3265" y="2343"/>
                  </a:cubicBezTo>
                  <a:cubicBezTo>
                    <a:pt x="3638" y="2126"/>
                    <a:pt x="3823" y="1843"/>
                    <a:pt x="3820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2357;p52">
              <a:extLst>
                <a:ext uri="{FF2B5EF4-FFF2-40B4-BE49-F238E27FC236}">
                  <a16:creationId xmlns:a16="http://schemas.microsoft.com/office/drawing/2014/main" id="{B29093FA-6771-A88C-3323-E90E64B4CF19}"/>
                </a:ext>
              </a:extLst>
            </p:cNvPr>
            <p:cNvSpPr/>
            <p:nvPr/>
          </p:nvSpPr>
          <p:spPr>
            <a:xfrm>
              <a:off x="1299051" y="1771337"/>
              <a:ext cx="371914" cy="92400"/>
            </a:xfrm>
            <a:custGeom>
              <a:avLst/>
              <a:gdLst/>
              <a:ahLst/>
              <a:cxnLst/>
              <a:rect l="l" t="t" r="r" b="b"/>
              <a:pathLst>
                <a:path w="6432" h="1598" extrusionOk="0">
                  <a:moveTo>
                    <a:pt x="6432" y="656"/>
                  </a:moveTo>
                  <a:lnTo>
                    <a:pt x="6432" y="1185"/>
                  </a:lnTo>
                  <a:cubicBezTo>
                    <a:pt x="6432" y="1413"/>
                    <a:pt x="6247" y="1598"/>
                    <a:pt x="6020" y="1598"/>
                  </a:cubicBezTo>
                  <a:lnTo>
                    <a:pt x="573" y="1598"/>
                  </a:lnTo>
                  <a:cubicBezTo>
                    <a:pt x="350" y="1598"/>
                    <a:pt x="156" y="1468"/>
                    <a:pt x="62" y="1281"/>
                  </a:cubicBezTo>
                  <a:cubicBezTo>
                    <a:pt x="7" y="1168"/>
                    <a:pt x="1" y="1038"/>
                    <a:pt x="38" y="919"/>
                  </a:cubicBezTo>
                  <a:lnTo>
                    <a:pt x="199" y="398"/>
                  </a:lnTo>
                  <a:cubicBezTo>
                    <a:pt x="273" y="161"/>
                    <a:pt x="491" y="1"/>
                    <a:pt x="739" y="1"/>
                  </a:cubicBezTo>
                  <a:lnTo>
                    <a:pt x="5775" y="1"/>
                  </a:lnTo>
                  <a:cubicBezTo>
                    <a:pt x="6138" y="1"/>
                    <a:pt x="6432" y="295"/>
                    <a:pt x="6432" y="6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2358;p52">
              <a:extLst>
                <a:ext uri="{FF2B5EF4-FFF2-40B4-BE49-F238E27FC236}">
                  <a16:creationId xmlns:a16="http://schemas.microsoft.com/office/drawing/2014/main" id="{71EA66F7-97FC-D15D-BD61-D8013740CB2F}"/>
                </a:ext>
              </a:extLst>
            </p:cNvPr>
            <p:cNvSpPr/>
            <p:nvPr/>
          </p:nvSpPr>
          <p:spPr>
            <a:xfrm>
              <a:off x="1093664" y="1679745"/>
              <a:ext cx="242739" cy="140162"/>
            </a:xfrm>
            <a:custGeom>
              <a:avLst/>
              <a:gdLst/>
              <a:ahLst/>
              <a:cxnLst/>
              <a:rect l="l" t="t" r="r" b="b"/>
              <a:pathLst>
                <a:path w="4198" h="2424" extrusionOk="0">
                  <a:moveTo>
                    <a:pt x="3445" y="434"/>
                  </a:moveTo>
                  <a:cubicBezTo>
                    <a:pt x="2697" y="4"/>
                    <a:pt x="1488" y="1"/>
                    <a:pt x="744" y="430"/>
                  </a:cubicBezTo>
                  <a:cubicBezTo>
                    <a:pt x="1" y="859"/>
                    <a:pt x="4" y="1557"/>
                    <a:pt x="753" y="1989"/>
                  </a:cubicBezTo>
                  <a:cubicBezTo>
                    <a:pt x="1501" y="2422"/>
                    <a:pt x="2710" y="2423"/>
                    <a:pt x="3454" y="1994"/>
                  </a:cubicBezTo>
                  <a:cubicBezTo>
                    <a:pt x="4197" y="1565"/>
                    <a:pt x="4193" y="867"/>
                    <a:pt x="3445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2359;p52">
              <a:extLst>
                <a:ext uri="{FF2B5EF4-FFF2-40B4-BE49-F238E27FC236}">
                  <a16:creationId xmlns:a16="http://schemas.microsoft.com/office/drawing/2014/main" id="{B2DD9AEE-11CE-7634-1244-CDE22A5DB2FA}"/>
                </a:ext>
              </a:extLst>
            </p:cNvPr>
            <p:cNvSpPr/>
            <p:nvPr/>
          </p:nvSpPr>
          <p:spPr>
            <a:xfrm>
              <a:off x="1168776" y="1727565"/>
              <a:ext cx="92516" cy="48687"/>
            </a:xfrm>
            <a:custGeom>
              <a:avLst/>
              <a:gdLst/>
              <a:ahLst/>
              <a:cxnLst/>
              <a:rect l="l" t="t" r="r" b="b"/>
              <a:pathLst>
                <a:path w="1600" h="842" extrusionOk="0">
                  <a:moveTo>
                    <a:pt x="796" y="1"/>
                  </a:moveTo>
                  <a:cubicBezTo>
                    <a:pt x="610" y="1"/>
                    <a:pt x="424" y="41"/>
                    <a:pt x="283" y="123"/>
                  </a:cubicBezTo>
                  <a:cubicBezTo>
                    <a:pt x="0" y="287"/>
                    <a:pt x="2" y="553"/>
                    <a:pt x="286" y="718"/>
                  </a:cubicBezTo>
                  <a:cubicBezTo>
                    <a:pt x="430" y="800"/>
                    <a:pt x="617" y="842"/>
                    <a:pt x="804" y="842"/>
                  </a:cubicBezTo>
                  <a:cubicBezTo>
                    <a:pt x="990" y="842"/>
                    <a:pt x="1176" y="801"/>
                    <a:pt x="1317" y="719"/>
                  </a:cubicBezTo>
                  <a:cubicBezTo>
                    <a:pt x="1600" y="556"/>
                    <a:pt x="1598" y="289"/>
                    <a:pt x="1314" y="124"/>
                  </a:cubicBezTo>
                  <a:cubicBezTo>
                    <a:pt x="1170" y="42"/>
                    <a:pt x="983" y="1"/>
                    <a:pt x="796" y="1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2360;p52">
              <a:extLst>
                <a:ext uri="{FF2B5EF4-FFF2-40B4-BE49-F238E27FC236}">
                  <a16:creationId xmlns:a16="http://schemas.microsoft.com/office/drawing/2014/main" id="{CCC02818-97AA-A395-370F-D42342D991B2}"/>
                </a:ext>
              </a:extLst>
            </p:cNvPr>
            <p:cNvSpPr/>
            <p:nvPr/>
          </p:nvSpPr>
          <p:spPr>
            <a:xfrm>
              <a:off x="913776" y="1742715"/>
              <a:ext cx="312935" cy="175549"/>
            </a:xfrm>
            <a:custGeom>
              <a:avLst/>
              <a:gdLst/>
              <a:ahLst/>
              <a:cxnLst/>
              <a:rect l="l" t="t" r="r" b="b"/>
              <a:pathLst>
                <a:path w="5412" h="3036" extrusionOk="0">
                  <a:moveTo>
                    <a:pt x="5165" y="1"/>
                  </a:moveTo>
                  <a:lnTo>
                    <a:pt x="3490" y="91"/>
                  </a:lnTo>
                  <a:lnTo>
                    <a:pt x="2806" y="388"/>
                  </a:lnTo>
                  <a:lnTo>
                    <a:pt x="0" y="2895"/>
                  </a:lnTo>
                  <a:lnTo>
                    <a:pt x="91" y="3035"/>
                  </a:lnTo>
                  <a:lnTo>
                    <a:pt x="512" y="3035"/>
                  </a:lnTo>
                  <a:lnTo>
                    <a:pt x="5412" y="281"/>
                  </a:lnTo>
                  <a:lnTo>
                    <a:pt x="51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2361;p52">
              <a:extLst>
                <a:ext uri="{FF2B5EF4-FFF2-40B4-BE49-F238E27FC236}">
                  <a16:creationId xmlns:a16="http://schemas.microsoft.com/office/drawing/2014/main" id="{F3AB356A-52EE-E828-3648-18601DDD2785}"/>
                </a:ext>
              </a:extLst>
            </p:cNvPr>
            <p:cNvSpPr/>
            <p:nvPr/>
          </p:nvSpPr>
          <p:spPr>
            <a:xfrm>
              <a:off x="1204800" y="1582024"/>
              <a:ext cx="308657" cy="180753"/>
            </a:xfrm>
            <a:custGeom>
              <a:avLst/>
              <a:gdLst/>
              <a:ahLst/>
              <a:cxnLst/>
              <a:rect l="l" t="t" r="r" b="b"/>
              <a:pathLst>
                <a:path w="5338" h="3126" extrusionOk="0">
                  <a:moveTo>
                    <a:pt x="4901" y="0"/>
                  </a:moveTo>
                  <a:lnTo>
                    <a:pt x="611" y="2400"/>
                  </a:lnTo>
                  <a:lnTo>
                    <a:pt x="0" y="2780"/>
                  </a:lnTo>
                  <a:lnTo>
                    <a:pt x="503" y="3126"/>
                  </a:lnTo>
                  <a:lnTo>
                    <a:pt x="923" y="2993"/>
                  </a:lnTo>
                  <a:lnTo>
                    <a:pt x="2284" y="2780"/>
                  </a:lnTo>
                  <a:lnTo>
                    <a:pt x="2706" y="2507"/>
                  </a:lnTo>
                  <a:lnTo>
                    <a:pt x="5338" y="138"/>
                  </a:lnTo>
                  <a:lnTo>
                    <a:pt x="52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2362;p52">
              <a:extLst>
                <a:ext uri="{FF2B5EF4-FFF2-40B4-BE49-F238E27FC236}">
                  <a16:creationId xmlns:a16="http://schemas.microsoft.com/office/drawing/2014/main" id="{703EBB32-0D8E-A50B-90E0-A4C22D130C39}"/>
                </a:ext>
              </a:extLst>
            </p:cNvPr>
            <p:cNvSpPr/>
            <p:nvPr/>
          </p:nvSpPr>
          <p:spPr>
            <a:xfrm>
              <a:off x="950204" y="1544208"/>
              <a:ext cx="280266" cy="223715"/>
            </a:xfrm>
            <a:custGeom>
              <a:avLst/>
              <a:gdLst/>
              <a:ahLst/>
              <a:cxnLst/>
              <a:rect l="l" t="t" r="r" b="b"/>
              <a:pathLst>
                <a:path w="4847" h="3869" extrusionOk="0">
                  <a:moveTo>
                    <a:pt x="92" y="0"/>
                  </a:moveTo>
                  <a:lnTo>
                    <a:pt x="1" y="142"/>
                  </a:lnTo>
                  <a:lnTo>
                    <a:pt x="173" y="525"/>
                  </a:lnTo>
                  <a:lnTo>
                    <a:pt x="4691" y="3869"/>
                  </a:lnTo>
                  <a:lnTo>
                    <a:pt x="4846" y="3529"/>
                  </a:lnTo>
                  <a:lnTo>
                    <a:pt x="4079" y="2038"/>
                  </a:lnTo>
                  <a:lnTo>
                    <a:pt x="3528" y="1534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2363;p52">
              <a:extLst>
                <a:ext uri="{FF2B5EF4-FFF2-40B4-BE49-F238E27FC236}">
                  <a16:creationId xmlns:a16="http://schemas.microsoft.com/office/drawing/2014/main" id="{32370F80-6A99-02DD-45DA-BF18E825BD93}"/>
                </a:ext>
              </a:extLst>
            </p:cNvPr>
            <p:cNvSpPr/>
            <p:nvPr/>
          </p:nvSpPr>
          <p:spPr>
            <a:xfrm>
              <a:off x="1188609" y="1709351"/>
              <a:ext cx="260259" cy="242276"/>
            </a:xfrm>
            <a:custGeom>
              <a:avLst/>
              <a:gdLst/>
              <a:ahLst/>
              <a:cxnLst/>
              <a:rect l="l" t="t" r="r" b="b"/>
              <a:pathLst>
                <a:path w="4501" h="4190" extrusionOk="0">
                  <a:moveTo>
                    <a:pt x="163" y="1"/>
                  </a:moveTo>
                  <a:lnTo>
                    <a:pt x="0" y="590"/>
                  </a:lnTo>
                  <a:lnTo>
                    <a:pt x="262" y="944"/>
                  </a:lnTo>
                  <a:lnTo>
                    <a:pt x="908" y="2162"/>
                  </a:lnTo>
                  <a:lnTo>
                    <a:pt x="1302" y="2471"/>
                  </a:lnTo>
                  <a:lnTo>
                    <a:pt x="4396" y="4189"/>
                  </a:lnTo>
                  <a:lnTo>
                    <a:pt x="4501" y="4066"/>
                  </a:lnTo>
                  <a:lnTo>
                    <a:pt x="4386" y="3731"/>
                  </a:lnTo>
                  <a:lnTo>
                    <a:pt x="722" y="455"/>
                  </a:lnTo>
                  <a:lnTo>
                    <a:pt x="1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2364;p52">
              <a:extLst>
                <a:ext uri="{FF2B5EF4-FFF2-40B4-BE49-F238E27FC236}">
                  <a16:creationId xmlns:a16="http://schemas.microsoft.com/office/drawing/2014/main" id="{8C75BCFD-EB4D-D9A4-6870-1EF08CD67476}"/>
                </a:ext>
              </a:extLst>
            </p:cNvPr>
            <p:cNvSpPr/>
            <p:nvPr/>
          </p:nvSpPr>
          <p:spPr>
            <a:xfrm>
              <a:off x="1181381" y="1731613"/>
              <a:ext cx="67421" cy="38857"/>
            </a:xfrm>
            <a:custGeom>
              <a:avLst/>
              <a:gdLst/>
              <a:ahLst/>
              <a:cxnLst/>
              <a:rect l="l" t="t" r="r" b="b"/>
              <a:pathLst>
                <a:path w="1166" h="672" extrusionOk="0">
                  <a:moveTo>
                    <a:pt x="579" y="1"/>
                  </a:moveTo>
                  <a:cubicBezTo>
                    <a:pt x="430" y="1"/>
                    <a:pt x="283" y="34"/>
                    <a:pt x="170" y="99"/>
                  </a:cubicBezTo>
                  <a:cubicBezTo>
                    <a:pt x="165" y="100"/>
                    <a:pt x="162" y="102"/>
                    <a:pt x="159" y="105"/>
                  </a:cubicBezTo>
                  <a:lnTo>
                    <a:pt x="1" y="105"/>
                  </a:lnTo>
                  <a:lnTo>
                    <a:pt x="1" y="336"/>
                  </a:lnTo>
                  <a:cubicBezTo>
                    <a:pt x="2" y="422"/>
                    <a:pt x="59" y="508"/>
                    <a:pt x="171" y="573"/>
                  </a:cubicBezTo>
                  <a:cubicBezTo>
                    <a:pt x="286" y="639"/>
                    <a:pt x="436" y="672"/>
                    <a:pt x="585" y="672"/>
                  </a:cubicBezTo>
                  <a:cubicBezTo>
                    <a:pt x="734" y="672"/>
                    <a:pt x="882" y="639"/>
                    <a:pt x="994" y="574"/>
                  </a:cubicBezTo>
                  <a:cubicBezTo>
                    <a:pt x="1108" y="509"/>
                    <a:pt x="1165" y="423"/>
                    <a:pt x="1163" y="337"/>
                  </a:cubicBezTo>
                  <a:lnTo>
                    <a:pt x="1163" y="336"/>
                  </a:lnTo>
                  <a:lnTo>
                    <a:pt x="1163" y="105"/>
                  </a:lnTo>
                  <a:lnTo>
                    <a:pt x="1000" y="105"/>
                  </a:lnTo>
                  <a:cubicBezTo>
                    <a:pt x="997" y="103"/>
                    <a:pt x="994" y="102"/>
                    <a:pt x="991" y="100"/>
                  </a:cubicBezTo>
                  <a:cubicBezTo>
                    <a:pt x="877" y="34"/>
                    <a:pt x="728" y="1"/>
                    <a:pt x="5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2365;p52">
              <a:extLst>
                <a:ext uri="{FF2B5EF4-FFF2-40B4-BE49-F238E27FC236}">
                  <a16:creationId xmlns:a16="http://schemas.microsoft.com/office/drawing/2014/main" id="{038B4877-6C44-986C-27EC-7231568CE0A8}"/>
                </a:ext>
              </a:extLst>
            </p:cNvPr>
            <p:cNvSpPr/>
            <p:nvPr/>
          </p:nvSpPr>
          <p:spPr>
            <a:xfrm>
              <a:off x="1178085" y="1718255"/>
              <a:ext cx="73897" cy="38857"/>
            </a:xfrm>
            <a:custGeom>
              <a:avLst/>
              <a:gdLst/>
              <a:ahLst/>
              <a:cxnLst/>
              <a:rect l="l" t="t" r="r" b="b"/>
              <a:pathLst>
                <a:path w="1278" h="672" extrusionOk="0">
                  <a:moveTo>
                    <a:pt x="634" y="0"/>
                  </a:moveTo>
                  <a:cubicBezTo>
                    <a:pt x="487" y="0"/>
                    <a:pt x="339" y="32"/>
                    <a:pt x="227" y="97"/>
                  </a:cubicBezTo>
                  <a:cubicBezTo>
                    <a:pt x="1" y="228"/>
                    <a:pt x="1" y="440"/>
                    <a:pt x="228" y="573"/>
                  </a:cubicBezTo>
                  <a:cubicBezTo>
                    <a:pt x="344" y="639"/>
                    <a:pt x="494" y="672"/>
                    <a:pt x="644" y="672"/>
                  </a:cubicBezTo>
                  <a:cubicBezTo>
                    <a:pt x="792" y="672"/>
                    <a:pt x="939" y="639"/>
                    <a:pt x="1051" y="574"/>
                  </a:cubicBezTo>
                  <a:cubicBezTo>
                    <a:pt x="1277" y="444"/>
                    <a:pt x="1277" y="231"/>
                    <a:pt x="1048" y="99"/>
                  </a:cubicBezTo>
                  <a:cubicBezTo>
                    <a:pt x="934" y="33"/>
                    <a:pt x="784" y="0"/>
                    <a:pt x="6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2366;p52">
              <a:extLst>
                <a:ext uri="{FF2B5EF4-FFF2-40B4-BE49-F238E27FC236}">
                  <a16:creationId xmlns:a16="http://schemas.microsoft.com/office/drawing/2014/main" id="{316F4E19-F4D4-869C-8CF2-E0082B32EDEF}"/>
                </a:ext>
              </a:extLst>
            </p:cNvPr>
            <p:cNvSpPr/>
            <p:nvPr/>
          </p:nvSpPr>
          <p:spPr>
            <a:xfrm>
              <a:off x="1196126" y="1719874"/>
              <a:ext cx="37816" cy="28044"/>
            </a:xfrm>
            <a:custGeom>
              <a:avLst/>
              <a:gdLst/>
              <a:ahLst/>
              <a:cxnLst/>
              <a:rect l="l" t="t" r="r" b="b"/>
              <a:pathLst>
                <a:path w="654" h="485" extrusionOk="0">
                  <a:moveTo>
                    <a:pt x="326" y="0"/>
                  </a:moveTo>
                  <a:cubicBezTo>
                    <a:pt x="271" y="0"/>
                    <a:pt x="216" y="13"/>
                    <a:pt x="172" y="37"/>
                  </a:cubicBezTo>
                  <a:cubicBezTo>
                    <a:pt x="126" y="62"/>
                    <a:pt x="99" y="89"/>
                    <a:pt x="79" y="120"/>
                  </a:cubicBezTo>
                  <a:lnTo>
                    <a:pt x="1" y="296"/>
                  </a:lnTo>
                  <a:cubicBezTo>
                    <a:pt x="2" y="343"/>
                    <a:pt x="33" y="392"/>
                    <a:pt x="98" y="428"/>
                  </a:cubicBezTo>
                  <a:cubicBezTo>
                    <a:pt x="162" y="465"/>
                    <a:pt x="247" y="484"/>
                    <a:pt x="331" y="484"/>
                  </a:cubicBezTo>
                  <a:cubicBezTo>
                    <a:pt x="413" y="484"/>
                    <a:pt x="495" y="466"/>
                    <a:pt x="558" y="429"/>
                  </a:cubicBezTo>
                  <a:cubicBezTo>
                    <a:pt x="622" y="392"/>
                    <a:pt x="653" y="345"/>
                    <a:pt x="653" y="296"/>
                  </a:cubicBezTo>
                  <a:lnTo>
                    <a:pt x="596" y="140"/>
                  </a:lnTo>
                  <a:lnTo>
                    <a:pt x="596" y="139"/>
                  </a:lnTo>
                  <a:cubicBezTo>
                    <a:pt x="579" y="106"/>
                    <a:pt x="527" y="63"/>
                    <a:pt x="481" y="37"/>
                  </a:cubicBezTo>
                  <a:cubicBezTo>
                    <a:pt x="437" y="13"/>
                    <a:pt x="382" y="0"/>
                    <a:pt x="3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2367;p52">
              <a:extLst>
                <a:ext uri="{FF2B5EF4-FFF2-40B4-BE49-F238E27FC236}">
                  <a16:creationId xmlns:a16="http://schemas.microsoft.com/office/drawing/2014/main" id="{73D79A7A-B115-F0BD-7E2D-42D931AE592E}"/>
                </a:ext>
              </a:extLst>
            </p:cNvPr>
            <p:cNvSpPr/>
            <p:nvPr/>
          </p:nvSpPr>
          <p:spPr>
            <a:xfrm>
              <a:off x="1786385" y="2137647"/>
              <a:ext cx="220998" cy="160226"/>
            </a:xfrm>
            <a:custGeom>
              <a:avLst/>
              <a:gdLst/>
              <a:ahLst/>
              <a:cxnLst/>
              <a:rect l="l" t="t" r="r" b="b"/>
              <a:pathLst>
                <a:path w="3822" h="2771" extrusionOk="0">
                  <a:moveTo>
                    <a:pt x="4" y="1560"/>
                  </a:moveTo>
                  <a:lnTo>
                    <a:pt x="4" y="1560"/>
                  </a:lnTo>
                  <a:lnTo>
                    <a:pt x="4" y="451"/>
                  </a:lnTo>
                  <a:lnTo>
                    <a:pt x="539" y="451"/>
                  </a:lnTo>
                  <a:cubicBezTo>
                    <a:pt x="548" y="446"/>
                    <a:pt x="557" y="440"/>
                    <a:pt x="567" y="434"/>
                  </a:cubicBezTo>
                  <a:cubicBezTo>
                    <a:pt x="1314" y="2"/>
                    <a:pt x="2523" y="0"/>
                    <a:pt x="3268" y="429"/>
                  </a:cubicBezTo>
                  <a:cubicBezTo>
                    <a:pt x="3280" y="437"/>
                    <a:pt x="3289" y="445"/>
                    <a:pt x="3301" y="451"/>
                  </a:cubicBezTo>
                  <a:lnTo>
                    <a:pt x="3821" y="451"/>
                  </a:lnTo>
                  <a:lnTo>
                    <a:pt x="3821" y="1560"/>
                  </a:lnTo>
                  <a:lnTo>
                    <a:pt x="3821" y="1560"/>
                  </a:lnTo>
                  <a:cubicBezTo>
                    <a:pt x="3818" y="1840"/>
                    <a:pt x="3631" y="2121"/>
                    <a:pt x="3258" y="2337"/>
                  </a:cubicBezTo>
                  <a:cubicBezTo>
                    <a:pt x="2511" y="2769"/>
                    <a:pt x="1302" y="2771"/>
                    <a:pt x="557" y="2341"/>
                  </a:cubicBezTo>
                  <a:cubicBezTo>
                    <a:pt x="185" y="2126"/>
                    <a:pt x="0" y="1843"/>
                    <a:pt x="4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2368;p52">
              <a:extLst>
                <a:ext uri="{FF2B5EF4-FFF2-40B4-BE49-F238E27FC236}">
                  <a16:creationId xmlns:a16="http://schemas.microsoft.com/office/drawing/2014/main" id="{868AC79A-75B0-4845-F9FD-660618D2A488}"/>
                </a:ext>
              </a:extLst>
            </p:cNvPr>
            <p:cNvSpPr/>
            <p:nvPr/>
          </p:nvSpPr>
          <p:spPr>
            <a:xfrm>
              <a:off x="1846579" y="1934456"/>
              <a:ext cx="92516" cy="219032"/>
            </a:xfrm>
            <a:custGeom>
              <a:avLst/>
              <a:gdLst/>
              <a:ahLst/>
              <a:cxnLst/>
              <a:rect l="l" t="t" r="r" b="b"/>
              <a:pathLst>
                <a:path w="1600" h="3788" extrusionOk="0">
                  <a:moveTo>
                    <a:pt x="801" y="3788"/>
                  </a:moveTo>
                  <a:lnTo>
                    <a:pt x="801" y="3788"/>
                  </a:lnTo>
                  <a:cubicBezTo>
                    <a:pt x="359" y="3788"/>
                    <a:pt x="1" y="3430"/>
                    <a:pt x="1" y="2988"/>
                  </a:cubicBezTo>
                  <a:lnTo>
                    <a:pt x="1" y="799"/>
                  </a:lnTo>
                  <a:cubicBezTo>
                    <a:pt x="1" y="358"/>
                    <a:pt x="359" y="1"/>
                    <a:pt x="801" y="1"/>
                  </a:cubicBezTo>
                  <a:lnTo>
                    <a:pt x="801" y="1"/>
                  </a:lnTo>
                  <a:cubicBezTo>
                    <a:pt x="1242" y="1"/>
                    <a:pt x="1599" y="358"/>
                    <a:pt x="1599" y="799"/>
                  </a:cubicBezTo>
                  <a:lnTo>
                    <a:pt x="1599" y="2988"/>
                  </a:lnTo>
                  <a:cubicBezTo>
                    <a:pt x="1599" y="3430"/>
                    <a:pt x="1242" y="3788"/>
                    <a:pt x="801" y="37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2369;p52">
              <a:extLst>
                <a:ext uri="{FF2B5EF4-FFF2-40B4-BE49-F238E27FC236}">
                  <a16:creationId xmlns:a16="http://schemas.microsoft.com/office/drawing/2014/main" id="{BCC0A67B-B6AA-95DA-DECE-F323686BE42F}"/>
                </a:ext>
              </a:extLst>
            </p:cNvPr>
            <p:cNvSpPr/>
            <p:nvPr/>
          </p:nvSpPr>
          <p:spPr>
            <a:xfrm>
              <a:off x="1775630" y="2093701"/>
              <a:ext cx="242681" cy="140104"/>
            </a:xfrm>
            <a:custGeom>
              <a:avLst/>
              <a:gdLst/>
              <a:ahLst/>
              <a:cxnLst/>
              <a:rect l="l" t="t" r="r" b="b"/>
              <a:pathLst>
                <a:path w="4197" h="2423" extrusionOk="0">
                  <a:moveTo>
                    <a:pt x="753" y="434"/>
                  </a:moveTo>
                  <a:cubicBezTo>
                    <a:pt x="1500" y="2"/>
                    <a:pt x="2709" y="0"/>
                    <a:pt x="3454" y="429"/>
                  </a:cubicBezTo>
                  <a:cubicBezTo>
                    <a:pt x="4197" y="859"/>
                    <a:pt x="4192" y="1557"/>
                    <a:pt x="3444" y="1989"/>
                  </a:cubicBezTo>
                  <a:cubicBezTo>
                    <a:pt x="2697" y="2420"/>
                    <a:pt x="1488" y="2423"/>
                    <a:pt x="743" y="1994"/>
                  </a:cubicBezTo>
                  <a:cubicBezTo>
                    <a:pt x="0" y="1565"/>
                    <a:pt x="3" y="866"/>
                    <a:pt x="753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2370;p52">
              <a:extLst>
                <a:ext uri="{FF2B5EF4-FFF2-40B4-BE49-F238E27FC236}">
                  <a16:creationId xmlns:a16="http://schemas.microsoft.com/office/drawing/2014/main" id="{CB86CDA4-8FA9-0606-78F8-2F05C9A51D2F}"/>
                </a:ext>
              </a:extLst>
            </p:cNvPr>
            <p:cNvSpPr/>
            <p:nvPr/>
          </p:nvSpPr>
          <p:spPr>
            <a:xfrm>
              <a:off x="1850684" y="2141521"/>
              <a:ext cx="92574" cy="48687"/>
            </a:xfrm>
            <a:custGeom>
              <a:avLst/>
              <a:gdLst/>
              <a:ahLst/>
              <a:cxnLst/>
              <a:rect l="l" t="t" r="r" b="b"/>
              <a:pathLst>
                <a:path w="1601" h="842" extrusionOk="0">
                  <a:moveTo>
                    <a:pt x="804" y="0"/>
                  </a:moveTo>
                  <a:cubicBezTo>
                    <a:pt x="617" y="0"/>
                    <a:pt x="430" y="41"/>
                    <a:pt x="287" y="124"/>
                  </a:cubicBezTo>
                  <a:cubicBezTo>
                    <a:pt x="2" y="289"/>
                    <a:pt x="1" y="555"/>
                    <a:pt x="284" y="719"/>
                  </a:cubicBezTo>
                  <a:cubicBezTo>
                    <a:pt x="424" y="800"/>
                    <a:pt x="610" y="841"/>
                    <a:pt x="795" y="841"/>
                  </a:cubicBezTo>
                  <a:cubicBezTo>
                    <a:pt x="982" y="841"/>
                    <a:pt x="1170" y="800"/>
                    <a:pt x="1313" y="716"/>
                  </a:cubicBezTo>
                  <a:cubicBezTo>
                    <a:pt x="1599" y="552"/>
                    <a:pt x="1600" y="285"/>
                    <a:pt x="1317" y="122"/>
                  </a:cubicBezTo>
                  <a:cubicBezTo>
                    <a:pt x="1175" y="41"/>
                    <a:pt x="990" y="0"/>
                    <a:pt x="804" y="0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2371;p52">
              <a:extLst>
                <a:ext uri="{FF2B5EF4-FFF2-40B4-BE49-F238E27FC236}">
                  <a16:creationId xmlns:a16="http://schemas.microsoft.com/office/drawing/2014/main" id="{ADB35708-81D5-5E29-7D0F-D4F222D78880}"/>
                </a:ext>
              </a:extLst>
            </p:cNvPr>
            <p:cNvSpPr/>
            <p:nvPr/>
          </p:nvSpPr>
          <p:spPr>
            <a:xfrm>
              <a:off x="1885205" y="2156555"/>
              <a:ext cx="313051" cy="175665"/>
            </a:xfrm>
            <a:custGeom>
              <a:avLst/>
              <a:gdLst/>
              <a:ahLst/>
              <a:cxnLst/>
              <a:rect l="l" t="t" r="r" b="b"/>
              <a:pathLst>
                <a:path w="5414" h="3038" extrusionOk="0">
                  <a:moveTo>
                    <a:pt x="248" y="1"/>
                  </a:moveTo>
                  <a:lnTo>
                    <a:pt x="0" y="282"/>
                  </a:lnTo>
                  <a:lnTo>
                    <a:pt x="4901" y="3037"/>
                  </a:lnTo>
                  <a:lnTo>
                    <a:pt x="5323" y="3037"/>
                  </a:lnTo>
                  <a:lnTo>
                    <a:pt x="5413" y="2897"/>
                  </a:lnTo>
                  <a:lnTo>
                    <a:pt x="2608" y="388"/>
                  </a:lnTo>
                  <a:lnTo>
                    <a:pt x="1923" y="92"/>
                  </a:lnTo>
                  <a:lnTo>
                    <a:pt x="2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2372;p52">
              <a:extLst>
                <a:ext uri="{FF2B5EF4-FFF2-40B4-BE49-F238E27FC236}">
                  <a16:creationId xmlns:a16="http://schemas.microsoft.com/office/drawing/2014/main" id="{4928D71E-4875-7F6A-D82F-4D322447B738}"/>
                </a:ext>
              </a:extLst>
            </p:cNvPr>
            <p:cNvSpPr/>
            <p:nvPr/>
          </p:nvSpPr>
          <p:spPr>
            <a:xfrm>
              <a:off x="1598518" y="1995922"/>
              <a:ext cx="308714" cy="180695"/>
            </a:xfrm>
            <a:custGeom>
              <a:avLst/>
              <a:gdLst/>
              <a:ahLst/>
              <a:cxnLst/>
              <a:rect l="l" t="t" r="r" b="b"/>
              <a:pathLst>
                <a:path w="5339" h="3125" extrusionOk="0">
                  <a:moveTo>
                    <a:pt x="82" y="1"/>
                  </a:moveTo>
                  <a:lnTo>
                    <a:pt x="1" y="139"/>
                  </a:lnTo>
                  <a:lnTo>
                    <a:pt x="2633" y="2507"/>
                  </a:lnTo>
                  <a:lnTo>
                    <a:pt x="3054" y="2779"/>
                  </a:lnTo>
                  <a:lnTo>
                    <a:pt x="4415" y="2994"/>
                  </a:lnTo>
                  <a:lnTo>
                    <a:pt x="4835" y="3125"/>
                  </a:lnTo>
                  <a:lnTo>
                    <a:pt x="5338" y="2779"/>
                  </a:lnTo>
                  <a:lnTo>
                    <a:pt x="4728" y="2400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2373;p52">
              <a:extLst>
                <a:ext uri="{FF2B5EF4-FFF2-40B4-BE49-F238E27FC236}">
                  <a16:creationId xmlns:a16="http://schemas.microsoft.com/office/drawing/2014/main" id="{5AB7B692-2FA1-71AE-6FED-F05DBD6A36DC}"/>
                </a:ext>
              </a:extLst>
            </p:cNvPr>
            <p:cNvSpPr/>
            <p:nvPr/>
          </p:nvSpPr>
          <p:spPr>
            <a:xfrm>
              <a:off x="1881562" y="1958164"/>
              <a:ext cx="280208" cy="223715"/>
            </a:xfrm>
            <a:custGeom>
              <a:avLst/>
              <a:gdLst/>
              <a:ahLst/>
              <a:cxnLst/>
              <a:rect l="l" t="t" r="r" b="b"/>
              <a:pathLst>
                <a:path w="4846" h="3869" extrusionOk="0">
                  <a:moveTo>
                    <a:pt x="4755" y="0"/>
                  </a:moveTo>
                  <a:lnTo>
                    <a:pt x="1319" y="1534"/>
                  </a:lnTo>
                  <a:lnTo>
                    <a:pt x="768" y="2037"/>
                  </a:lnTo>
                  <a:lnTo>
                    <a:pt x="0" y="3529"/>
                  </a:lnTo>
                  <a:lnTo>
                    <a:pt x="154" y="3869"/>
                  </a:lnTo>
                  <a:lnTo>
                    <a:pt x="4673" y="525"/>
                  </a:lnTo>
                  <a:lnTo>
                    <a:pt x="4846" y="14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2374;p52">
              <a:extLst>
                <a:ext uri="{FF2B5EF4-FFF2-40B4-BE49-F238E27FC236}">
                  <a16:creationId xmlns:a16="http://schemas.microsoft.com/office/drawing/2014/main" id="{95B46405-44D5-F042-E766-61B7A9E03F21}"/>
                </a:ext>
              </a:extLst>
            </p:cNvPr>
            <p:cNvSpPr/>
            <p:nvPr/>
          </p:nvSpPr>
          <p:spPr>
            <a:xfrm>
              <a:off x="1663106" y="2123307"/>
              <a:ext cx="260317" cy="242161"/>
            </a:xfrm>
            <a:custGeom>
              <a:avLst/>
              <a:gdLst/>
              <a:ahLst/>
              <a:cxnLst/>
              <a:rect l="l" t="t" r="r" b="b"/>
              <a:pathLst>
                <a:path w="4502" h="4188" extrusionOk="0">
                  <a:moveTo>
                    <a:pt x="4338" y="1"/>
                  </a:moveTo>
                  <a:lnTo>
                    <a:pt x="3780" y="454"/>
                  </a:lnTo>
                  <a:lnTo>
                    <a:pt x="116" y="3731"/>
                  </a:lnTo>
                  <a:lnTo>
                    <a:pt x="1" y="4066"/>
                  </a:lnTo>
                  <a:lnTo>
                    <a:pt x="105" y="4188"/>
                  </a:lnTo>
                  <a:lnTo>
                    <a:pt x="3200" y="2469"/>
                  </a:lnTo>
                  <a:lnTo>
                    <a:pt x="3594" y="2160"/>
                  </a:lnTo>
                  <a:lnTo>
                    <a:pt x="4240" y="943"/>
                  </a:lnTo>
                  <a:lnTo>
                    <a:pt x="4501" y="588"/>
                  </a:lnTo>
                  <a:lnTo>
                    <a:pt x="4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2375;p52">
              <a:extLst>
                <a:ext uri="{FF2B5EF4-FFF2-40B4-BE49-F238E27FC236}">
                  <a16:creationId xmlns:a16="http://schemas.microsoft.com/office/drawing/2014/main" id="{9AA13B81-B640-C0A0-F950-13300BE5631D}"/>
                </a:ext>
              </a:extLst>
            </p:cNvPr>
            <p:cNvSpPr/>
            <p:nvPr/>
          </p:nvSpPr>
          <p:spPr>
            <a:xfrm>
              <a:off x="1863232" y="2145511"/>
              <a:ext cx="67363" cy="38915"/>
            </a:xfrm>
            <a:custGeom>
              <a:avLst/>
              <a:gdLst/>
              <a:ahLst/>
              <a:cxnLst/>
              <a:rect l="l" t="t" r="r" b="b"/>
              <a:pathLst>
                <a:path w="1165" h="673" extrusionOk="0">
                  <a:moveTo>
                    <a:pt x="588" y="1"/>
                  </a:moveTo>
                  <a:cubicBezTo>
                    <a:pt x="438" y="1"/>
                    <a:pt x="288" y="34"/>
                    <a:pt x="173" y="100"/>
                  </a:cubicBezTo>
                  <a:cubicBezTo>
                    <a:pt x="170" y="101"/>
                    <a:pt x="168" y="103"/>
                    <a:pt x="165" y="106"/>
                  </a:cubicBezTo>
                  <a:lnTo>
                    <a:pt x="2" y="106"/>
                  </a:lnTo>
                  <a:lnTo>
                    <a:pt x="2" y="336"/>
                  </a:lnTo>
                  <a:cubicBezTo>
                    <a:pt x="0" y="423"/>
                    <a:pt x="57" y="509"/>
                    <a:pt x="171" y="575"/>
                  </a:cubicBezTo>
                  <a:cubicBezTo>
                    <a:pt x="284" y="640"/>
                    <a:pt x="431" y="672"/>
                    <a:pt x="579" y="672"/>
                  </a:cubicBezTo>
                  <a:cubicBezTo>
                    <a:pt x="729" y="672"/>
                    <a:pt x="879" y="639"/>
                    <a:pt x="994" y="573"/>
                  </a:cubicBezTo>
                  <a:cubicBezTo>
                    <a:pt x="1106" y="507"/>
                    <a:pt x="1163" y="423"/>
                    <a:pt x="1165" y="336"/>
                  </a:cubicBezTo>
                  <a:lnTo>
                    <a:pt x="1165" y="106"/>
                  </a:lnTo>
                  <a:lnTo>
                    <a:pt x="1006" y="106"/>
                  </a:lnTo>
                  <a:cubicBezTo>
                    <a:pt x="1003" y="103"/>
                    <a:pt x="1000" y="101"/>
                    <a:pt x="996" y="98"/>
                  </a:cubicBezTo>
                  <a:cubicBezTo>
                    <a:pt x="883" y="33"/>
                    <a:pt x="736" y="1"/>
                    <a:pt x="5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2376;p52">
              <a:extLst>
                <a:ext uri="{FF2B5EF4-FFF2-40B4-BE49-F238E27FC236}">
                  <a16:creationId xmlns:a16="http://schemas.microsoft.com/office/drawing/2014/main" id="{F8CB4F08-E558-EF19-04C2-BD1FAB41833D}"/>
                </a:ext>
              </a:extLst>
            </p:cNvPr>
            <p:cNvSpPr/>
            <p:nvPr/>
          </p:nvSpPr>
          <p:spPr>
            <a:xfrm>
              <a:off x="1859936" y="2132154"/>
              <a:ext cx="73955" cy="38915"/>
            </a:xfrm>
            <a:custGeom>
              <a:avLst/>
              <a:gdLst/>
              <a:ahLst/>
              <a:cxnLst/>
              <a:rect l="l" t="t" r="r" b="b"/>
              <a:pathLst>
                <a:path w="1279" h="673" extrusionOk="0">
                  <a:moveTo>
                    <a:pt x="643" y="0"/>
                  </a:moveTo>
                  <a:cubicBezTo>
                    <a:pt x="494" y="0"/>
                    <a:pt x="344" y="33"/>
                    <a:pt x="230" y="100"/>
                  </a:cubicBezTo>
                  <a:cubicBezTo>
                    <a:pt x="2" y="231"/>
                    <a:pt x="1" y="444"/>
                    <a:pt x="228" y="575"/>
                  </a:cubicBezTo>
                  <a:cubicBezTo>
                    <a:pt x="341" y="640"/>
                    <a:pt x="488" y="672"/>
                    <a:pt x="636" y="672"/>
                  </a:cubicBezTo>
                  <a:cubicBezTo>
                    <a:pt x="785" y="672"/>
                    <a:pt x="935" y="639"/>
                    <a:pt x="1050" y="574"/>
                  </a:cubicBezTo>
                  <a:cubicBezTo>
                    <a:pt x="1279" y="441"/>
                    <a:pt x="1279" y="229"/>
                    <a:pt x="1053" y="98"/>
                  </a:cubicBezTo>
                  <a:cubicBezTo>
                    <a:pt x="940" y="33"/>
                    <a:pt x="792" y="0"/>
                    <a:pt x="6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2377;p52">
              <a:extLst>
                <a:ext uri="{FF2B5EF4-FFF2-40B4-BE49-F238E27FC236}">
                  <a16:creationId xmlns:a16="http://schemas.microsoft.com/office/drawing/2014/main" id="{9C2D9D31-AF01-8CA4-086D-2E9CB6D427CF}"/>
                </a:ext>
              </a:extLst>
            </p:cNvPr>
            <p:cNvSpPr/>
            <p:nvPr/>
          </p:nvSpPr>
          <p:spPr>
            <a:xfrm>
              <a:off x="1878092" y="2133773"/>
              <a:ext cx="37758" cy="28044"/>
            </a:xfrm>
            <a:custGeom>
              <a:avLst/>
              <a:gdLst/>
              <a:ahLst/>
              <a:cxnLst/>
              <a:rect l="l" t="t" r="r" b="b"/>
              <a:pathLst>
                <a:path w="653" h="485" extrusionOk="0">
                  <a:moveTo>
                    <a:pt x="328" y="1"/>
                  </a:moveTo>
                  <a:cubicBezTo>
                    <a:pt x="272" y="1"/>
                    <a:pt x="215" y="13"/>
                    <a:pt x="171" y="38"/>
                  </a:cubicBezTo>
                  <a:cubicBezTo>
                    <a:pt x="127" y="63"/>
                    <a:pt x="74" y="107"/>
                    <a:pt x="57" y="139"/>
                  </a:cubicBezTo>
                  <a:lnTo>
                    <a:pt x="0" y="296"/>
                  </a:lnTo>
                  <a:cubicBezTo>
                    <a:pt x="0" y="344"/>
                    <a:pt x="31" y="393"/>
                    <a:pt x="94" y="429"/>
                  </a:cubicBezTo>
                  <a:cubicBezTo>
                    <a:pt x="158" y="466"/>
                    <a:pt x="241" y="484"/>
                    <a:pt x="325" y="484"/>
                  </a:cubicBezTo>
                  <a:cubicBezTo>
                    <a:pt x="408" y="484"/>
                    <a:pt x="492" y="466"/>
                    <a:pt x="556" y="429"/>
                  </a:cubicBezTo>
                  <a:cubicBezTo>
                    <a:pt x="619" y="392"/>
                    <a:pt x="651" y="344"/>
                    <a:pt x="653" y="296"/>
                  </a:cubicBezTo>
                  <a:lnTo>
                    <a:pt x="653" y="295"/>
                  </a:lnTo>
                  <a:lnTo>
                    <a:pt x="574" y="121"/>
                  </a:lnTo>
                  <a:cubicBezTo>
                    <a:pt x="554" y="90"/>
                    <a:pt x="526" y="63"/>
                    <a:pt x="482" y="36"/>
                  </a:cubicBezTo>
                  <a:cubicBezTo>
                    <a:pt x="438" y="13"/>
                    <a:pt x="383" y="1"/>
                    <a:pt x="3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2378;p52">
              <a:extLst>
                <a:ext uri="{FF2B5EF4-FFF2-40B4-BE49-F238E27FC236}">
                  <a16:creationId xmlns:a16="http://schemas.microsoft.com/office/drawing/2014/main" id="{FB2DC919-1369-A327-4059-215E97E5ECE2}"/>
                </a:ext>
              </a:extLst>
            </p:cNvPr>
            <p:cNvSpPr/>
            <p:nvPr/>
          </p:nvSpPr>
          <p:spPr>
            <a:xfrm>
              <a:off x="1786385" y="1314361"/>
              <a:ext cx="220998" cy="160226"/>
            </a:xfrm>
            <a:custGeom>
              <a:avLst/>
              <a:gdLst/>
              <a:ahLst/>
              <a:cxnLst/>
              <a:rect l="l" t="t" r="r" b="b"/>
              <a:pathLst>
                <a:path w="3822" h="2771" extrusionOk="0">
                  <a:moveTo>
                    <a:pt x="4" y="1560"/>
                  </a:moveTo>
                  <a:lnTo>
                    <a:pt x="4" y="1560"/>
                  </a:lnTo>
                  <a:lnTo>
                    <a:pt x="4" y="451"/>
                  </a:lnTo>
                  <a:lnTo>
                    <a:pt x="539" y="451"/>
                  </a:lnTo>
                  <a:cubicBezTo>
                    <a:pt x="548" y="447"/>
                    <a:pt x="557" y="441"/>
                    <a:pt x="567" y="434"/>
                  </a:cubicBezTo>
                  <a:cubicBezTo>
                    <a:pt x="1314" y="2"/>
                    <a:pt x="2523" y="1"/>
                    <a:pt x="3268" y="430"/>
                  </a:cubicBezTo>
                  <a:cubicBezTo>
                    <a:pt x="3280" y="436"/>
                    <a:pt x="3289" y="444"/>
                    <a:pt x="3301" y="451"/>
                  </a:cubicBezTo>
                  <a:lnTo>
                    <a:pt x="3821" y="451"/>
                  </a:lnTo>
                  <a:lnTo>
                    <a:pt x="3821" y="1560"/>
                  </a:lnTo>
                  <a:lnTo>
                    <a:pt x="3821" y="1560"/>
                  </a:lnTo>
                  <a:cubicBezTo>
                    <a:pt x="3818" y="1840"/>
                    <a:pt x="3631" y="2122"/>
                    <a:pt x="3258" y="2337"/>
                  </a:cubicBezTo>
                  <a:cubicBezTo>
                    <a:pt x="2511" y="2769"/>
                    <a:pt x="1302" y="2771"/>
                    <a:pt x="557" y="2342"/>
                  </a:cubicBezTo>
                  <a:cubicBezTo>
                    <a:pt x="185" y="2126"/>
                    <a:pt x="0" y="1843"/>
                    <a:pt x="4" y="1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2379;p52">
              <a:extLst>
                <a:ext uri="{FF2B5EF4-FFF2-40B4-BE49-F238E27FC236}">
                  <a16:creationId xmlns:a16="http://schemas.microsoft.com/office/drawing/2014/main" id="{53A1F2B2-F094-7A39-DE4E-2A01CF9111E7}"/>
                </a:ext>
              </a:extLst>
            </p:cNvPr>
            <p:cNvSpPr/>
            <p:nvPr/>
          </p:nvSpPr>
          <p:spPr>
            <a:xfrm>
              <a:off x="1846579" y="1421102"/>
              <a:ext cx="92516" cy="219032"/>
            </a:xfrm>
            <a:custGeom>
              <a:avLst/>
              <a:gdLst/>
              <a:ahLst/>
              <a:cxnLst/>
              <a:rect l="l" t="t" r="r" b="b"/>
              <a:pathLst>
                <a:path w="1600" h="3788" extrusionOk="0">
                  <a:moveTo>
                    <a:pt x="801" y="3787"/>
                  </a:moveTo>
                  <a:lnTo>
                    <a:pt x="801" y="3787"/>
                  </a:lnTo>
                  <a:cubicBezTo>
                    <a:pt x="359" y="3787"/>
                    <a:pt x="1" y="3429"/>
                    <a:pt x="1" y="2988"/>
                  </a:cubicBezTo>
                  <a:lnTo>
                    <a:pt x="1" y="799"/>
                  </a:lnTo>
                  <a:cubicBezTo>
                    <a:pt x="1" y="357"/>
                    <a:pt x="359" y="0"/>
                    <a:pt x="801" y="0"/>
                  </a:cubicBezTo>
                  <a:lnTo>
                    <a:pt x="801" y="0"/>
                  </a:lnTo>
                  <a:cubicBezTo>
                    <a:pt x="1242" y="0"/>
                    <a:pt x="1599" y="357"/>
                    <a:pt x="1599" y="799"/>
                  </a:cubicBezTo>
                  <a:lnTo>
                    <a:pt x="1599" y="2988"/>
                  </a:lnTo>
                  <a:cubicBezTo>
                    <a:pt x="1599" y="3429"/>
                    <a:pt x="1242" y="3787"/>
                    <a:pt x="801" y="37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2380;p52">
              <a:extLst>
                <a:ext uri="{FF2B5EF4-FFF2-40B4-BE49-F238E27FC236}">
                  <a16:creationId xmlns:a16="http://schemas.microsoft.com/office/drawing/2014/main" id="{90C5C739-3E85-3339-D54A-156A6328A3B5}"/>
                </a:ext>
              </a:extLst>
            </p:cNvPr>
            <p:cNvSpPr/>
            <p:nvPr/>
          </p:nvSpPr>
          <p:spPr>
            <a:xfrm>
              <a:off x="1775630" y="1270415"/>
              <a:ext cx="242681" cy="140162"/>
            </a:xfrm>
            <a:custGeom>
              <a:avLst/>
              <a:gdLst/>
              <a:ahLst/>
              <a:cxnLst/>
              <a:rect l="l" t="t" r="r" b="b"/>
              <a:pathLst>
                <a:path w="4197" h="2424" extrusionOk="0">
                  <a:moveTo>
                    <a:pt x="753" y="434"/>
                  </a:moveTo>
                  <a:cubicBezTo>
                    <a:pt x="1500" y="2"/>
                    <a:pt x="2709" y="1"/>
                    <a:pt x="3454" y="430"/>
                  </a:cubicBezTo>
                  <a:cubicBezTo>
                    <a:pt x="4197" y="859"/>
                    <a:pt x="4192" y="1557"/>
                    <a:pt x="3444" y="1988"/>
                  </a:cubicBezTo>
                  <a:cubicBezTo>
                    <a:pt x="2697" y="2420"/>
                    <a:pt x="1488" y="2423"/>
                    <a:pt x="743" y="1994"/>
                  </a:cubicBezTo>
                  <a:cubicBezTo>
                    <a:pt x="0" y="1565"/>
                    <a:pt x="3" y="867"/>
                    <a:pt x="753" y="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2381;p52">
              <a:extLst>
                <a:ext uri="{FF2B5EF4-FFF2-40B4-BE49-F238E27FC236}">
                  <a16:creationId xmlns:a16="http://schemas.microsoft.com/office/drawing/2014/main" id="{64B5F6C8-F138-1F09-82D7-6AB27F615DE4}"/>
                </a:ext>
              </a:extLst>
            </p:cNvPr>
            <p:cNvSpPr/>
            <p:nvPr/>
          </p:nvSpPr>
          <p:spPr>
            <a:xfrm>
              <a:off x="1850684" y="1318235"/>
              <a:ext cx="92574" cy="48629"/>
            </a:xfrm>
            <a:custGeom>
              <a:avLst/>
              <a:gdLst/>
              <a:ahLst/>
              <a:cxnLst/>
              <a:rect l="l" t="t" r="r" b="b"/>
              <a:pathLst>
                <a:path w="1601" h="841" extrusionOk="0">
                  <a:moveTo>
                    <a:pt x="805" y="0"/>
                  </a:moveTo>
                  <a:cubicBezTo>
                    <a:pt x="618" y="0"/>
                    <a:pt x="430" y="42"/>
                    <a:pt x="287" y="124"/>
                  </a:cubicBezTo>
                  <a:cubicBezTo>
                    <a:pt x="2" y="289"/>
                    <a:pt x="1" y="555"/>
                    <a:pt x="284" y="718"/>
                  </a:cubicBezTo>
                  <a:cubicBezTo>
                    <a:pt x="424" y="800"/>
                    <a:pt x="610" y="841"/>
                    <a:pt x="795" y="841"/>
                  </a:cubicBezTo>
                  <a:cubicBezTo>
                    <a:pt x="982" y="841"/>
                    <a:pt x="1170" y="799"/>
                    <a:pt x="1313" y="717"/>
                  </a:cubicBezTo>
                  <a:cubicBezTo>
                    <a:pt x="1599" y="552"/>
                    <a:pt x="1600" y="286"/>
                    <a:pt x="1317" y="123"/>
                  </a:cubicBezTo>
                  <a:cubicBezTo>
                    <a:pt x="1176" y="41"/>
                    <a:pt x="991" y="0"/>
                    <a:pt x="805" y="0"/>
                  </a:cubicBezTo>
                  <a:close/>
                </a:path>
              </a:pathLst>
            </a:custGeom>
            <a:solidFill>
              <a:srgbClr val="505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2382;p52">
              <a:extLst>
                <a:ext uri="{FF2B5EF4-FFF2-40B4-BE49-F238E27FC236}">
                  <a16:creationId xmlns:a16="http://schemas.microsoft.com/office/drawing/2014/main" id="{2BDF9F6F-78E1-F138-ABF0-F0DAE8D3B14C}"/>
                </a:ext>
              </a:extLst>
            </p:cNvPr>
            <p:cNvSpPr/>
            <p:nvPr/>
          </p:nvSpPr>
          <p:spPr>
            <a:xfrm>
              <a:off x="1885205" y="1333327"/>
              <a:ext cx="313051" cy="175607"/>
            </a:xfrm>
            <a:custGeom>
              <a:avLst/>
              <a:gdLst/>
              <a:ahLst/>
              <a:cxnLst/>
              <a:rect l="l" t="t" r="r" b="b"/>
              <a:pathLst>
                <a:path w="5414" h="3037" extrusionOk="0">
                  <a:moveTo>
                    <a:pt x="248" y="0"/>
                  </a:moveTo>
                  <a:lnTo>
                    <a:pt x="0" y="280"/>
                  </a:lnTo>
                  <a:lnTo>
                    <a:pt x="4901" y="3037"/>
                  </a:lnTo>
                  <a:lnTo>
                    <a:pt x="5323" y="3037"/>
                  </a:lnTo>
                  <a:lnTo>
                    <a:pt x="5413" y="2895"/>
                  </a:lnTo>
                  <a:lnTo>
                    <a:pt x="2608" y="388"/>
                  </a:lnTo>
                  <a:lnTo>
                    <a:pt x="1923" y="91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2383;p52">
              <a:extLst>
                <a:ext uri="{FF2B5EF4-FFF2-40B4-BE49-F238E27FC236}">
                  <a16:creationId xmlns:a16="http://schemas.microsoft.com/office/drawing/2014/main" id="{88C11EA4-917A-CFBF-A026-A8942FE0833A}"/>
                </a:ext>
              </a:extLst>
            </p:cNvPr>
            <p:cNvSpPr/>
            <p:nvPr/>
          </p:nvSpPr>
          <p:spPr>
            <a:xfrm>
              <a:off x="1598518" y="1172694"/>
              <a:ext cx="308714" cy="180695"/>
            </a:xfrm>
            <a:custGeom>
              <a:avLst/>
              <a:gdLst/>
              <a:ahLst/>
              <a:cxnLst/>
              <a:rect l="l" t="t" r="r" b="b"/>
              <a:pathLst>
                <a:path w="5339" h="3125" extrusionOk="0">
                  <a:moveTo>
                    <a:pt x="82" y="0"/>
                  </a:moveTo>
                  <a:lnTo>
                    <a:pt x="1" y="139"/>
                  </a:lnTo>
                  <a:lnTo>
                    <a:pt x="2633" y="2506"/>
                  </a:lnTo>
                  <a:lnTo>
                    <a:pt x="3054" y="2778"/>
                  </a:lnTo>
                  <a:lnTo>
                    <a:pt x="4415" y="2992"/>
                  </a:lnTo>
                  <a:lnTo>
                    <a:pt x="4835" y="3124"/>
                  </a:lnTo>
                  <a:lnTo>
                    <a:pt x="5338" y="2778"/>
                  </a:lnTo>
                  <a:lnTo>
                    <a:pt x="4728" y="2398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2384;p52">
              <a:extLst>
                <a:ext uri="{FF2B5EF4-FFF2-40B4-BE49-F238E27FC236}">
                  <a16:creationId xmlns:a16="http://schemas.microsoft.com/office/drawing/2014/main" id="{EA606806-F1E5-1BC8-825C-DC3F54588F6B}"/>
                </a:ext>
              </a:extLst>
            </p:cNvPr>
            <p:cNvSpPr/>
            <p:nvPr/>
          </p:nvSpPr>
          <p:spPr>
            <a:xfrm>
              <a:off x="1881562" y="1134878"/>
              <a:ext cx="280208" cy="223773"/>
            </a:xfrm>
            <a:custGeom>
              <a:avLst/>
              <a:gdLst/>
              <a:ahLst/>
              <a:cxnLst/>
              <a:rect l="l" t="t" r="r" b="b"/>
              <a:pathLst>
                <a:path w="4846" h="3870" extrusionOk="0">
                  <a:moveTo>
                    <a:pt x="4755" y="0"/>
                  </a:moveTo>
                  <a:lnTo>
                    <a:pt x="1319" y="1534"/>
                  </a:lnTo>
                  <a:lnTo>
                    <a:pt x="768" y="2037"/>
                  </a:lnTo>
                  <a:lnTo>
                    <a:pt x="0" y="3528"/>
                  </a:lnTo>
                  <a:lnTo>
                    <a:pt x="154" y="3869"/>
                  </a:lnTo>
                  <a:lnTo>
                    <a:pt x="4673" y="525"/>
                  </a:lnTo>
                  <a:lnTo>
                    <a:pt x="4846" y="14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2385;p52">
              <a:extLst>
                <a:ext uri="{FF2B5EF4-FFF2-40B4-BE49-F238E27FC236}">
                  <a16:creationId xmlns:a16="http://schemas.microsoft.com/office/drawing/2014/main" id="{781C792A-A738-3A1D-5297-C24F741CBA0A}"/>
                </a:ext>
              </a:extLst>
            </p:cNvPr>
            <p:cNvSpPr/>
            <p:nvPr/>
          </p:nvSpPr>
          <p:spPr>
            <a:xfrm>
              <a:off x="1663106" y="1300021"/>
              <a:ext cx="260317" cy="242161"/>
            </a:xfrm>
            <a:custGeom>
              <a:avLst/>
              <a:gdLst/>
              <a:ahLst/>
              <a:cxnLst/>
              <a:rect l="l" t="t" r="r" b="b"/>
              <a:pathLst>
                <a:path w="4502" h="4188" extrusionOk="0">
                  <a:moveTo>
                    <a:pt x="4338" y="1"/>
                  </a:moveTo>
                  <a:lnTo>
                    <a:pt x="3780" y="455"/>
                  </a:lnTo>
                  <a:lnTo>
                    <a:pt x="116" y="3731"/>
                  </a:lnTo>
                  <a:lnTo>
                    <a:pt x="1" y="4066"/>
                  </a:lnTo>
                  <a:lnTo>
                    <a:pt x="105" y="4188"/>
                  </a:lnTo>
                  <a:lnTo>
                    <a:pt x="3200" y="2470"/>
                  </a:lnTo>
                  <a:lnTo>
                    <a:pt x="3594" y="2161"/>
                  </a:lnTo>
                  <a:lnTo>
                    <a:pt x="4240" y="944"/>
                  </a:lnTo>
                  <a:lnTo>
                    <a:pt x="4501" y="589"/>
                  </a:lnTo>
                  <a:lnTo>
                    <a:pt x="43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2386;p52">
              <a:extLst>
                <a:ext uri="{FF2B5EF4-FFF2-40B4-BE49-F238E27FC236}">
                  <a16:creationId xmlns:a16="http://schemas.microsoft.com/office/drawing/2014/main" id="{0DA4E704-0BFC-3F39-500B-AA6D14D3FB35}"/>
                </a:ext>
              </a:extLst>
            </p:cNvPr>
            <p:cNvSpPr/>
            <p:nvPr/>
          </p:nvSpPr>
          <p:spPr>
            <a:xfrm>
              <a:off x="1863232" y="1322282"/>
              <a:ext cx="67363" cy="38857"/>
            </a:xfrm>
            <a:custGeom>
              <a:avLst/>
              <a:gdLst/>
              <a:ahLst/>
              <a:cxnLst/>
              <a:rect l="l" t="t" r="r" b="b"/>
              <a:pathLst>
                <a:path w="1165" h="672" extrusionOk="0">
                  <a:moveTo>
                    <a:pt x="588" y="0"/>
                  </a:moveTo>
                  <a:cubicBezTo>
                    <a:pt x="438" y="0"/>
                    <a:pt x="288" y="33"/>
                    <a:pt x="173" y="99"/>
                  </a:cubicBezTo>
                  <a:cubicBezTo>
                    <a:pt x="170" y="100"/>
                    <a:pt x="168" y="102"/>
                    <a:pt x="165" y="104"/>
                  </a:cubicBezTo>
                  <a:lnTo>
                    <a:pt x="2" y="104"/>
                  </a:lnTo>
                  <a:lnTo>
                    <a:pt x="2" y="336"/>
                  </a:lnTo>
                  <a:cubicBezTo>
                    <a:pt x="0" y="422"/>
                    <a:pt x="57" y="508"/>
                    <a:pt x="171" y="574"/>
                  </a:cubicBezTo>
                  <a:cubicBezTo>
                    <a:pt x="284" y="639"/>
                    <a:pt x="431" y="672"/>
                    <a:pt x="579" y="672"/>
                  </a:cubicBezTo>
                  <a:cubicBezTo>
                    <a:pt x="729" y="672"/>
                    <a:pt x="879" y="638"/>
                    <a:pt x="994" y="573"/>
                  </a:cubicBezTo>
                  <a:cubicBezTo>
                    <a:pt x="1106" y="507"/>
                    <a:pt x="1163" y="422"/>
                    <a:pt x="1165" y="336"/>
                  </a:cubicBezTo>
                  <a:lnTo>
                    <a:pt x="1165" y="104"/>
                  </a:lnTo>
                  <a:lnTo>
                    <a:pt x="1006" y="104"/>
                  </a:lnTo>
                  <a:cubicBezTo>
                    <a:pt x="1003" y="102"/>
                    <a:pt x="1000" y="99"/>
                    <a:pt x="996" y="97"/>
                  </a:cubicBezTo>
                  <a:cubicBezTo>
                    <a:pt x="883" y="32"/>
                    <a:pt x="736" y="0"/>
                    <a:pt x="5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2387;p52">
              <a:extLst>
                <a:ext uri="{FF2B5EF4-FFF2-40B4-BE49-F238E27FC236}">
                  <a16:creationId xmlns:a16="http://schemas.microsoft.com/office/drawing/2014/main" id="{43EF78C4-3F12-66EE-BE6B-D9F6249B2743}"/>
                </a:ext>
              </a:extLst>
            </p:cNvPr>
            <p:cNvSpPr/>
            <p:nvPr/>
          </p:nvSpPr>
          <p:spPr>
            <a:xfrm>
              <a:off x="1859936" y="1308867"/>
              <a:ext cx="73955" cy="38857"/>
            </a:xfrm>
            <a:custGeom>
              <a:avLst/>
              <a:gdLst/>
              <a:ahLst/>
              <a:cxnLst/>
              <a:rect l="l" t="t" r="r" b="b"/>
              <a:pathLst>
                <a:path w="1279" h="672" extrusionOk="0">
                  <a:moveTo>
                    <a:pt x="643" y="1"/>
                  </a:moveTo>
                  <a:cubicBezTo>
                    <a:pt x="494" y="1"/>
                    <a:pt x="344" y="34"/>
                    <a:pt x="230" y="100"/>
                  </a:cubicBezTo>
                  <a:cubicBezTo>
                    <a:pt x="2" y="231"/>
                    <a:pt x="1" y="443"/>
                    <a:pt x="228" y="574"/>
                  </a:cubicBezTo>
                  <a:cubicBezTo>
                    <a:pt x="341" y="639"/>
                    <a:pt x="489" y="672"/>
                    <a:pt x="637" y="672"/>
                  </a:cubicBezTo>
                  <a:cubicBezTo>
                    <a:pt x="786" y="672"/>
                    <a:pt x="935" y="639"/>
                    <a:pt x="1050" y="572"/>
                  </a:cubicBezTo>
                  <a:cubicBezTo>
                    <a:pt x="1279" y="442"/>
                    <a:pt x="1279" y="229"/>
                    <a:pt x="1053" y="99"/>
                  </a:cubicBezTo>
                  <a:cubicBezTo>
                    <a:pt x="940" y="33"/>
                    <a:pt x="792" y="1"/>
                    <a:pt x="6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2388;p52">
              <a:extLst>
                <a:ext uri="{FF2B5EF4-FFF2-40B4-BE49-F238E27FC236}">
                  <a16:creationId xmlns:a16="http://schemas.microsoft.com/office/drawing/2014/main" id="{6442FF3A-2630-04E1-D1BD-AE7768B00F26}"/>
                </a:ext>
              </a:extLst>
            </p:cNvPr>
            <p:cNvSpPr/>
            <p:nvPr/>
          </p:nvSpPr>
          <p:spPr>
            <a:xfrm>
              <a:off x="1878092" y="1310486"/>
              <a:ext cx="37758" cy="28044"/>
            </a:xfrm>
            <a:custGeom>
              <a:avLst/>
              <a:gdLst/>
              <a:ahLst/>
              <a:cxnLst/>
              <a:rect l="l" t="t" r="r" b="b"/>
              <a:pathLst>
                <a:path w="653" h="485" extrusionOk="0">
                  <a:moveTo>
                    <a:pt x="329" y="1"/>
                  </a:moveTo>
                  <a:cubicBezTo>
                    <a:pt x="272" y="1"/>
                    <a:pt x="216" y="13"/>
                    <a:pt x="171" y="38"/>
                  </a:cubicBezTo>
                  <a:cubicBezTo>
                    <a:pt x="127" y="63"/>
                    <a:pt x="74" y="108"/>
                    <a:pt x="57" y="140"/>
                  </a:cubicBezTo>
                  <a:lnTo>
                    <a:pt x="0" y="297"/>
                  </a:lnTo>
                  <a:cubicBezTo>
                    <a:pt x="0" y="344"/>
                    <a:pt x="31" y="392"/>
                    <a:pt x="94" y="429"/>
                  </a:cubicBezTo>
                  <a:cubicBezTo>
                    <a:pt x="158" y="466"/>
                    <a:pt x="241" y="484"/>
                    <a:pt x="325" y="484"/>
                  </a:cubicBezTo>
                  <a:cubicBezTo>
                    <a:pt x="408" y="484"/>
                    <a:pt x="492" y="466"/>
                    <a:pt x="556" y="429"/>
                  </a:cubicBezTo>
                  <a:cubicBezTo>
                    <a:pt x="619" y="392"/>
                    <a:pt x="651" y="344"/>
                    <a:pt x="653" y="297"/>
                  </a:cubicBezTo>
                  <a:lnTo>
                    <a:pt x="653" y="295"/>
                  </a:lnTo>
                  <a:lnTo>
                    <a:pt x="574" y="121"/>
                  </a:lnTo>
                  <a:cubicBezTo>
                    <a:pt x="554" y="91"/>
                    <a:pt x="526" y="63"/>
                    <a:pt x="482" y="37"/>
                  </a:cubicBezTo>
                  <a:cubicBezTo>
                    <a:pt x="439" y="13"/>
                    <a:pt x="384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2389;p52">
              <a:extLst>
                <a:ext uri="{FF2B5EF4-FFF2-40B4-BE49-F238E27FC236}">
                  <a16:creationId xmlns:a16="http://schemas.microsoft.com/office/drawing/2014/main" id="{77528803-F034-4E44-9A0E-2C7802D7BC7D}"/>
                </a:ext>
              </a:extLst>
            </p:cNvPr>
            <p:cNvSpPr/>
            <p:nvPr/>
          </p:nvSpPr>
          <p:spPr>
            <a:xfrm>
              <a:off x="660857" y="991303"/>
              <a:ext cx="2504639" cy="1486038"/>
            </a:xfrm>
            <a:custGeom>
              <a:avLst/>
              <a:gdLst/>
              <a:ahLst/>
              <a:cxnLst/>
              <a:rect l="l" t="t" r="r" b="b"/>
              <a:pathLst>
                <a:path w="43316" h="25700" extrusionOk="0">
                  <a:moveTo>
                    <a:pt x="40254" y="9101"/>
                  </a:moveTo>
                  <a:cubicBezTo>
                    <a:pt x="39482" y="8656"/>
                    <a:pt x="38608" y="8304"/>
                    <a:pt x="37678" y="8047"/>
                  </a:cubicBezTo>
                  <a:cubicBezTo>
                    <a:pt x="34294" y="7113"/>
                    <a:pt x="31577" y="5545"/>
                    <a:pt x="29959" y="3591"/>
                  </a:cubicBezTo>
                  <a:cubicBezTo>
                    <a:pt x="29515" y="3054"/>
                    <a:pt x="28905" y="2550"/>
                    <a:pt x="28133" y="2104"/>
                  </a:cubicBezTo>
                  <a:cubicBezTo>
                    <a:pt x="24508" y="10"/>
                    <a:pt x="18635" y="1"/>
                    <a:pt x="15032" y="2080"/>
                  </a:cubicBezTo>
                  <a:cubicBezTo>
                    <a:pt x="14265" y="2523"/>
                    <a:pt x="13662" y="3025"/>
                    <a:pt x="13222" y="3560"/>
                  </a:cubicBezTo>
                  <a:cubicBezTo>
                    <a:pt x="11627" y="5509"/>
                    <a:pt x="8926" y="7067"/>
                    <a:pt x="5552" y="7989"/>
                  </a:cubicBezTo>
                  <a:cubicBezTo>
                    <a:pt x="4625" y="8243"/>
                    <a:pt x="3754" y="8592"/>
                    <a:pt x="2988" y="9035"/>
                  </a:cubicBezTo>
                  <a:cubicBezTo>
                    <a:pt x="867" y="10259"/>
                    <a:pt x="1" y="11939"/>
                    <a:pt x="387" y="13540"/>
                  </a:cubicBezTo>
                  <a:cubicBezTo>
                    <a:pt x="658" y="14658"/>
                    <a:pt x="1538" y="15738"/>
                    <a:pt x="3028" y="16598"/>
                  </a:cubicBezTo>
                  <a:cubicBezTo>
                    <a:pt x="3800" y="17044"/>
                    <a:pt x="4674" y="17395"/>
                    <a:pt x="5605" y="17653"/>
                  </a:cubicBezTo>
                  <a:cubicBezTo>
                    <a:pt x="7377" y="18141"/>
                    <a:pt x="8967" y="18805"/>
                    <a:pt x="10312" y="19607"/>
                  </a:cubicBezTo>
                  <a:cubicBezTo>
                    <a:pt x="10710" y="19845"/>
                    <a:pt x="11088" y="20096"/>
                    <a:pt x="11444" y="20357"/>
                  </a:cubicBezTo>
                  <a:cubicBezTo>
                    <a:pt x="12173" y="20896"/>
                    <a:pt x="12805" y="21482"/>
                    <a:pt x="13323" y="22108"/>
                  </a:cubicBezTo>
                  <a:cubicBezTo>
                    <a:pt x="13720" y="22588"/>
                    <a:pt x="14246" y="23040"/>
                    <a:pt x="14903" y="23449"/>
                  </a:cubicBezTo>
                  <a:cubicBezTo>
                    <a:pt x="14983" y="23498"/>
                    <a:pt x="15065" y="23548"/>
                    <a:pt x="15149" y="23595"/>
                  </a:cubicBezTo>
                  <a:cubicBezTo>
                    <a:pt x="18773" y="25689"/>
                    <a:pt x="24648" y="25700"/>
                    <a:pt x="28250" y="23620"/>
                  </a:cubicBezTo>
                  <a:cubicBezTo>
                    <a:pt x="28319" y="23580"/>
                    <a:pt x="28389" y="23538"/>
                    <a:pt x="28455" y="23497"/>
                  </a:cubicBezTo>
                  <a:cubicBezTo>
                    <a:pt x="29125" y="23085"/>
                    <a:pt x="29661" y="22626"/>
                    <a:pt x="30061" y="22139"/>
                  </a:cubicBezTo>
                  <a:cubicBezTo>
                    <a:pt x="30573" y="21514"/>
                    <a:pt x="31197" y="20930"/>
                    <a:pt x="31922" y="20393"/>
                  </a:cubicBezTo>
                  <a:cubicBezTo>
                    <a:pt x="32271" y="20136"/>
                    <a:pt x="32642" y="19890"/>
                    <a:pt x="33034" y="19654"/>
                  </a:cubicBezTo>
                  <a:cubicBezTo>
                    <a:pt x="34372" y="18855"/>
                    <a:pt x="35958" y="18195"/>
                    <a:pt x="37730" y="17710"/>
                  </a:cubicBezTo>
                  <a:cubicBezTo>
                    <a:pt x="38658" y="17456"/>
                    <a:pt x="39527" y="17109"/>
                    <a:pt x="40294" y="16666"/>
                  </a:cubicBezTo>
                  <a:cubicBezTo>
                    <a:pt x="41723" y="15841"/>
                    <a:pt x="42583" y="14809"/>
                    <a:pt x="42874" y="13735"/>
                  </a:cubicBezTo>
                  <a:cubicBezTo>
                    <a:pt x="43315" y="12100"/>
                    <a:pt x="42442" y="10365"/>
                    <a:pt x="40254" y="9102"/>
                  </a:cubicBezTo>
                  <a:close/>
                  <a:moveTo>
                    <a:pt x="30724" y="7529"/>
                  </a:moveTo>
                  <a:cubicBezTo>
                    <a:pt x="30742" y="7518"/>
                    <a:pt x="30762" y="7506"/>
                    <a:pt x="30782" y="7493"/>
                  </a:cubicBezTo>
                  <a:cubicBezTo>
                    <a:pt x="31279" y="7207"/>
                    <a:pt x="32093" y="7209"/>
                    <a:pt x="32594" y="7498"/>
                  </a:cubicBezTo>
                  <a:cubicBezTo>
                    <a:pt x="32617" y="7510"/>
                    <a:pt x="32637" y="7523"/>
                    <a:pt x="32657" y="7536"/>
                  </a:cubicBezTo>
                  <a:cubicBezTo>
                    <a:pt x="32639" y="7549"/>
                    <a:pt x="32620" y="7561"/>
                    <a:pt x="32600" y="7572"/>
                  </a:cubicBezTo>
                  <a:cubicBezTo>
                    <a:pt x="32102" y="7860"/>
                    <a:pt x="31288" y="7858"/>
                    <a:pt x="30788" y="7569"/>
                  </a:cubicBezTo>
                  <a:cubicBezTo>
                    <a:pt x="30765" y="7556"/>
                    <a:pt x="30745" y="7544"/>
                    <a:pt x="30724" y="7529"/>
                  </a:cubicBezTo>
                  <a:close/>
                  <a:moveTo>
                    <a:pt x="26892" y="2820"/>
                  </a:moveTo>
                  <a:cubicBezTo>
                    <a:pt x="28761" y="3900"/>
                    <a:pt x="29445" y="5408"/>
                    <a:pt x="28942" y="6795"/>
                  </a:cubicBezTo>
                  <a:cubicBezTo>
                    <a:pt x="28655" y="7584"/>
                    <a:pt x="27983" y="8335"/>
                    <a:pt x="26924" y="8945"/>
                  </a:cubicBezTo>
                  <a:cubicBezTo>
                    <a:pt x="24009" y="10630"/>
                    <a:pt x="19249" y="10621"/>
                    <a:pt x="16315" y="8927"/>
                  </a:cubicBezTo>
                  <a:cubicBezTo>
                    <a:pt x="15238" y="8306"/>
                    <a:pt x="14556" y="7541"/>
                    <a:pt x="14265" y="6741"/>
                  </a:cubicBezTo>
                  <a:cubicBezTo>
                    <a:pt x="13765" y="5360"/>
                    <a:pt x="14436" y="3868"/>
                    <a:pt x="16281" y="2802"/>
                  </a:cubicBezTo>
                  <a:cubicBezTo>
                    <a:pt x="19198" y="1118"/>
                    <a:pt x="23957" y="1127"/>
                    <a:pt x="26892" y="2820"/>
                  </a:cubicBezTo>
                  <a:close/>
                  <a:moveTo>
                    <a:pt x="10562" y="7493"/>
                  </a:moveTo>
                  <a:cubicBezTo>
                    <a:pt x="10581" y="7481"/>
                    <a:pt x="10599" y="7469"/>
                    <a:pt x="10619" y="7458"/>
                  </a:cubicBezTo>
                  <a:cubicBezTo>
                    <a:pt x="11118" y="7170"/>
                    <a:pt x="11931" y="7172"/>
                    <a:pt x="12433" y="7461"/>
                  </a:cubicBezTo>
                  <a:cubicBezTo>
                    <a:pt x="12454" y="7473"/>
                    <a:pt x="12476" y="7486"/>
                    <a:pt x="12494" y="7501"/>
                  </a:cubicBezTo>
                  <a:cubicBezTo>
                    <a:pt x="12476" y="7512"/>
                    <a:pt x="12457" y="7524"/>
                    <a:pt x="12437" y="7536"/>
                  </a:cubicBezTo>
                  <a:cubicBezTo>
                    <a:pt x="11939" y="7824"/>
                    <a:pt x="11127" y="7823"/>
                    <a:pt x="10625" y="7533"/>
                  </a:cubicBezTo>
                  <a:cubicBezTo>
                    <a:pt x="10604" y="7520"/>
                    <a:pt x="10582" y="7507"/>
                    <a:pt x="10562" y="7493"/>
                  </a:cubicBezTo>
                  <a:close/>
                  <a:moveTo>
                    <a:pt x="4237" y="9756"/>
                  </a:moveTo>
                  <a:cubicBezTo>
                    <a:pt x="5997" y="8739"/>
                    <a:pt x="8429" y="8339"/>
                    <a:pt x="10724" y="8555"/>
                  </a:cubicBezTo>
                  <a:lnTo>
                    <a:pt x="10725" y="8555"/>
                  </a:lnTo>
                  <a:cubicBezTo>
                    <a:pt x="11091" y="8590"/>
                    <a:pt x="11453" y="8639"/>
                    <a:pt x="11810" y="8706"/>
                  </a:cubicBezTo>
                  <a:lnTo>
                    <a:pt x="11810" y="8706"/>
                  </a:lnTo>
                  <a:cubicBezTo>
                    <a:pt x="12920" y="8910"/>
                    <a:pt x="13966" y="9265"/>
                    <a:pt x="14848" y="9775"/>
                  </a:cubicBezTo>
                  <a:cubicBezTo>
                    <a:pt x="16717" y="10854"/>
                    <a:pt x="17401" y="12362"/>
                    <a:pt x="16898" y="13748"/>
                  </a:cubicBezTo>
                  <a:cubicBezTo>
                    <a:pt x="16611" y="14538"/>
                    <a:pt x="15938" y="15289"/>
                    <a:pt x="14880" y="15900"/>
                  </a:cubicBezTo>
                  <a:cubicBezTo>
                    <a:pt x="11965" y="17584"/>
                    <a:pt x="7206" y="17575"/>
                    <a:pt x="4271" y="15881"/>
                  </a:cubicBezTo>
                  <a:cubicBezTo>
                    <a:pt x="3194" y="15260"/>
                    <a:pt x="2510" y="14495"/>
                    <a:pt x="2221" y="13695"/>
                  </a:cubicBezTo>
                  <a:cubicBezTo>
                    <a:pt x="1721" y="12314"/>
                    <a:pt x="2391" y="10821"/>
                    <a:pt x="4237" y="9756"/>
                  </a:cubicBezTo>
                  <a:close/>
                  <a:moveTo>
                    <a:pt x="10688" y="19173"/>
                  </a:moveTo>
                  <a:cubicBezTo>
                    <a:pt x="10665" y="19161"/>
                    <a:pt x="10645" y="19147"/>
                    <a:pt x="10625" y="19133"/>
                  </a:cubicBezTo>
                  <a:cubicBezTo>
                    <a:pt x="10644" y="19121"/>
                    <a:pt x="10662" y="19110"/>
                    <a:pt x="10682" y="19098"/>
                  </a:cubicBezTo>
                  <a:cubicBezTo>
                    <a:pt x="11181" y="18810"/>
                    <a:pt x="11994" y="18812"/>
                    <a:pt x="12494" y="19101"/>
                  </a:cubicBezTo>
                  <a:cubicBezTo>
                    <a:pt x="12517" y="19113"/>
                    <a:pt x="12537" y="19127"/>
                    <a:pt x="12559" y="19141"/>
                  </a:cubicBezTo>
                  <a:cubicBezTo>
                    <a:pt x="12540" y="19153"/>
                    <a:pt x="12520" y="19165"/>
                    <a:pt x="12500" y="19176"/>
                  </a:cubicBezTo>
                  <a:cubicBezTo>
                    <a:pt x="12002" y="19464"/>
                    <a:pt x="11190" y="19462"/>
                    <a:pt x="10688" y="19173"/>
                  </a:cubicBezTo>
                  <a:close/>
                  <a:moveTo>
                    <a:pt x="27001" y="22897"/>
                  </a:moveTo>
                  <a:cubicBezTo>
                    <a:pt x="24085" y="24581"/>
                    <a:pt x="19326" y="24572"/>
                    <a:pt x="16391" y="22879"/>
                  </a:cubicBezTo>
                  <a:cubicBezTo>
                    <a:pt x="15314" y="22257"/>
                    <a:pt x="14631" y="21493"/>
                    <a:pt x="14340" y="20693"/>
                  </a:cubicBezTo>
                  <a:cubicBezTo>
                    <a:pt x="13840" y="19311"/>
                    <a:pt x="14512" y="17819"/>
                    <a:pt x="16357" y="16753"/>
                  </a:cubicBezTo>
                  <a:cubicBezTo>
                    <a:pt x="19273" y="15069"/>
                    <a:pt x="24032" y="15078"/>
                    <a:pt x="26967" y="16772"/>
                  </a:cubicBezTo>
                  <a:cubicBezTo>
                    <a:pt x="28836" y="17852"/>
                    <a:pt x="29521" y="19359"/>
                    <a:pt x="29018" y="20745"/>
                  </a:cubicBezTo>
                  <a:cubicBezTo>
                    <a:pt x="28730" y="21536"/>
                    <a:pt x="28058" y="22286"/>
                    <a:pt x="27001" y="22897"/>
                  </a:cubicBezTo>
                  <a:close/>
                  <a:moveTo>
                    <a:pt x="32663" y="19213"/>
                  </a:moveTo>
                  <a:cubicBezTo>
                    <a:pt x="32165" y="19501"/>
                    <a:pt x="31351" y="19499"/>
                    <a:pt x="30850" y="19210"/>
                  </a:cubicBezTo>
                  <a:cubicBezTo>
                    <a:pt x="30828" y="19198"/>
                    <a:pt x="30807" y="19184"/>
                    <a:pt x="30787" y="19170"/>
                  </a:cubicBezTo>
                  <a:cubicBezTo>
                    <a:pt x="30805" y="19158"/>
                    <a:pt x="30825" y="19145"/>
                    <a:pt x="30845" y="19135"/>
                  </a:cubicBezTo>
                  <a:cubicBezTo>
                    <a:pt x="31342" y="18847"/>
                    <a:pt x="32156" y="18848"/>
                    <a:pt x="32657" y="19138"/>
                  </a:cubicBezTo>
                  <a:cubicBezTo>
                    <a:pt x="32679" y="19150"/>
                    <a:pt x="32700" y="19164"/>
                    <a:pt x="32720" y="19178"/>
                  </a:cubicBezTo>
                  <a:cubicBezTo>
                    <a:pt x="32702" y="19190"/>
                    <a:pt x="32683" y="19202"/>
                    <a:pt x="32663" y="19213"/>
                  </a:cubicBezTo>
                  <a:close/>
                  <a:moveTo>
                    <a:pt x="41062" y="13792"/>
                  </a:moveTo>
                  <a:cubicBezTo>
                    <a:pt x="40774" y="14583"/>
                    <a:pt x="40102" y="15332"/>
                    <a:pt x="39045" y="15944"/>
                  </a:cubicBezTo>
                  <a:cubicBezTo>
                    <a:pt x="36129" y="17627"/>
                    <a:pt x="31370" y="17619"/>
                    <a:pt x="28435" y="15924"/>
                  </a:cubicBezTo>
                  <a:cubicBezTo>
                    <a:pt x="27358" y="15303"/>
                    <a:pt x="26675" y="14540"/>
                    <a:pt x="26384" y="13739"/>
                  </a:cubicBezTo>
                  <a:cubicBezTo>
                    <a:pt x="25884" y="12357"/>
                    <a:pt x="26557" y="10865"/>
                    <a:pt x="28402" y="9799"/>
                  </a:cubicBezTo>
                  <a:cubicBezTo>
                    <a:pt x="29276" y="9295"/>
                    <a:pt x="30318" y="8942"/>
                    <a:pt x="31425" y="8741"/>
                  </a:cubicBezTo>
                  <a:cubicBezTo>
                    <a:pt x="31777" y="8678"/>
                    <a:pt x="32136" y="8629"/>
                    <a:pt x="32499" y="8596"/>
                  </a:cubicBezTo>
                  <a:cubicBezTo>
                    <a:pt x="34797" y="8386"/>
                    <a:pt x="37238" y="8795"/>
                    <a:pt x="39012" y="9818"/>
                  </a:cubicBezTo>
                  <a:cubicBezTo>
                    <a:pt x="40882" y="10897"/>
                    <a:pt x="41566" y="12406"/>
                    <a:pt x="41062" y="13792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2390;p52">
              <a:extLst>
                <a:ext uri="{FF2B5EF4-FFF2-40B4-BE49-F238E27FC236}">
                  <a16:creationId xmlns:a16="http://schemas.microsoft.com/office/drawing/2014/main" id="{A5CD16CD-4FF9-563E-8706-616FF129F237}"/>
                </a:ext>
              </a:extLst>
            </p:cNvPr>
            <p:cNvSpPr/>
            <p:nvPr/>
          </p:nvSpPr>
          <p:spPr>
            <a:xfrm>
              <a:off x="1430137" y="1001653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4114" y="2304"/>
                  </a:moveTo>
                  <a:cubicBezTo>
                    <a:pt x="10867" y="429"/>
                    <a:pt x="6042" y="0"/>
                    <a:pt x="2814" y="1863"/>
                  </a:cubicBezTo>
                  <a:cubicBezTo>
                    <a:pt x="1262" y="2760"/>
                    <a:pt x="62" y="4132"/>
                    <a:pt x="9" y="5313"/>
                  </a:cubicBezTo>
                  <a:cubicBezTo>
                    <a:pt x="7" y="5359"/>
                    <a:pt x="1" y="5633"/>
                    <a:pt x="1" y="5681"/>
                  </a:cubicBezTo>
                  <a:cubicBezTo>
                    <a:pt x="7" y="6908"/>
                    <a:pt x="824" y="8137"/>
                    <a:pt x="2447" y="9074"/>
                  </a:cubicBezTo>
                  <a:cubicBezTo>
                    <a:pt x="5694" y="10949"/>
                    <a:pt x="10962" y="10958"/>
                    <a:pt x="14189" y="9096"/>
                  </a:cubicBezTo>
                  <a:cubicBezTo>
                    <a:pt x="15754" y="8193"/>
                    <a:pt x="16555" y="7013"/>
                    <a:pt x="16597" y="5822"/>
                  </a:cubicBezTo>
                  <a:cubicBezTo>
                    <a:pt x="16598" y="5781"/>
                    <a:pt x="16600" y="5518"/>
                    <a:pt x="16598" y="5475"/>
                  </a:cubicBezTo>
                  <a:cubicBezTo>
                    <a:pt x="16586" y="4252"/>
                    <a:pt x="15731" y="3238"/>
                    <a:pt x="14114" y="2304"/>
                  </a:cubicBezTo>
                  <a:close/>
                  <a:moveTo>
                    <a:pt x="2913" y="8579"/>
                  </a:moveTo>
                  <a:cubicBezTo>
                    <a:pt x="2001" y="8053"/>
                    <a:pt x="1470" y="7593"/>
                    <a:pt x="1122" y="6927"/>
                  </a:cubicBezTo>
                  <a:cubicBezTo>
                    <a:pt x="352" y="5449"/>
                    <a:pt x="968" y="3783"/>
                    <a:pt x="2979" y="2623"/>
                  </a:cubicBezTo>
                  <a:cubicBezTo>
                    <a:pt x="5894" y="940"/>
                    <a:pt x="10653" y="948"/>
                    <a:pt x="13588" y="2643"/>
                  </a:cubicBezTo>
                  <a:cubicBezTo>
                    <a:pt x="15554" y="3777"/>
                    <a:pt x="16209" y="5384"/>
                    <a:pt x="15551" y="6828"/>
                  </a:cubicBezTo>
                  <a:cubicBezTo>
                    <a:pt x="15228" y="7541"/>
                    <a:pt x="14626" y="7985"/>
                    <a:pt x="13663" y="8542"/>
                  </a:cubicBezTo>
                  <a:cubicBezTo>
                    <a:pt x="10747" y="10225"/>
                    <a:pt x="5848" y="10274"/>
                    <a:pt x="2913" y="85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2391;p52">
              <a:extLst>
                <a:ext uri="{FF2B5EF4-FFF2-40B4-BE49-F238E27FC236}">
                  <a16:creationId xmlns:a16="http://schemas.microsoft.com/office/drawing/2014/main" id="{7A03A9AD-E675-F65A-A56E-C3BC055EFF45}"/>
                </a:ext>
              </a:extLst>
            </p:cNvPr>
            <p:cNvSpPr/>
            <p:nvPr/>
          </p:nvSpPr>
          <p:spPr>
            <a:xfrm>
              <a:off x="1382837" y="1005816"/>
              <a:ext cx="1054393" cy="608813"/>
            </a:xfrm>
            <a:custGeom>
              <a:avLst/>
              <a:gdLst/>
              <a:ahLst/>
              <a:cxnLst/>
              <a:rect l="l" t="t" r="r" b="b"/>
              <a:pathLst>
                <a:path w="18235" h="10529" extrusionOk="0">
                  <a:moveTo>
                    <a:pt x="14970" y="1885"/>
                  </a:moveTo>
                  <a:cubicBezTo>
                    <a:pt x="11723" y="10"/>
                    <a:pt x="6455" y="1"/>
                    <a:pt x="3228" y="1863"/>
                  </a:cubicBezTo>
                  <a:cubicBezTo>
                    <a:pt x="1" y="3728"/>
                    <a:pt x="18" y="6769"/>
                    <a:pt x="3265" y="8644"/>
                  </a:cubicBezTo>
                  <a:cubicBezTo>
                    <a:pt x="6512" y="10519"/>
                    <a:pt x="11780" y="10528"/>
                    <a:pt x="15007" y="8665"/>
                  </a:cubicBezTo>
                  <a:cubicBezTo>
                    <a:pt x="18235" y="6801"/>
                    <a:pt x="18218" y="3760"/>
                    <a:pt x="14970" y="1885"/>
                  </a:cubicBezTo>
                  <a:close/>
                  <a:moveTo>
                    <a:pt x="3829" y="8318"/>
                  </a:moveTo>
                  <a:cubicBezTo>
                    <a:pt x="896" y="6623"/>
                    <a:pt x="880" y="3875"/>
                    <a:pt x="3797" y="2192"/>
                  </a:cubicBezTo>
                  <a:cubicBezTo>
                    <a:pt x="6712" y="508"/>
                    <a:pt x="11471" y="517"/>
                    <a:pt x="14406" y="2211"/>
                  </a:cubicBezTo>
                  <a:cubicBezTo>
                    <a:pt x="17339" y="3905"/>
                    <a:pt x="17355" y="6653"/>
                    <a:pt x="14440" y="8336"/>
                  </a:cubicBezTo>
                  <a:cubicBezTo>
                    <a:pt x="11523" y="10020"/>
                    <a:pt x="6764" y="10011"/>
                    <a:pt x="3829" y="83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392;p52">
              <a:extLst>
                <a:ext uri="{FF2B5EF4-FFF2-40B4-BE49-F238E27FC236}">
                  <a16:creationId xmlns:a16="http://schemas.microsoft.com/office/drawing/2014/main" id="{1310292D-E167-F189-CCAA-3FFE429D85B6}"/>
                </a:ext>
              </a:extLst>
            </p:cNvPr>
            <p:cNvSpPr/>
            <p:nvPr/>
          </p:nvSpPr>
          <p:spPr>
            <a:xfrm>
              <a:off x="2130953" y="1406242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3966" y="1926"/>
                  </a:moveTo>
                  <a:cubicBezTo>
                    <a:pt x="11494" y="648"/>
                    <a:pt x="6041" y="1"/>
                    <a:pt x="2814" y="1863"/>
                  </a:cubicBezTo>
                  <a:cubicBezTo>
                    <a:pt x="1262" y="2760"/>
                    <a:pt x="62" y="4060"/>
                    <a:pt x="10" y="5241"/>
                  </a:cubicBezTo>
                  <a:cubicBezTo>
                    <a:pt x="7" y="5287"/>
                    <a:pt x="1" y="5635"/>
                    <a:pt x="1" y="5681"/>
                  </a:cubicBezTo>
                  <a:cubicBezTo>
                    <a:pt x="7" y="6909"/>
                    <a:pt x="823" y="8138"/>
                    <a:pt x="2446" y="9074"/>
                  </a:cubicBezTo>
                  <a:cubicBezTo>
                    <a:pt x="5695" y="10949"/>
                    <a:pt x="10962" y="10959"/>
                    <a:pt x="14189" y="9096"/>
                  </a:cubicBezTo>
                  <a:cubicBezTo>
                    <a:pt x="15753" y="8193"/>
                    <a:pt x="16556" y="7013"/>
                    <a:pt x="16598" y="5823"/>
                  </a:cubicBezTo>
                  <a:cubicBezTo>
                    <a:pt x="16599" y="5781"/>
                    <a:pt x="16599" y="5340"/>
                    <a:pt x="16599" y="5297"/>
                  </a:cubicBezTo>
                  <a:cubicBezTo>
                    <a:pt x="16575" y="4384"/>
                    <a:pt x="15624" y="2785"/>
                    <a:pt x="13966" y="1926"/>
                  </a:cubicBezTo>
                  <a:close/>
                  <a:moveTo>
                    <a:pt x="2597" y="8279"/>
                  </a:moveTo>
                  <a:cubicBezTo>
                    <a:pt x="1685" y="7753"/>
                    <a:pt x="1469" y="7593"/>
                    <a:pt x="1122" y="6927"/>
                  </a:cubicBezTo>
                  <a:cubicBezTo>
                    <a:pt x="351" y="5449"/>
                    <a:pt x="970" y="3783"/>
                    <a:pt x="2978" y="2623"/>
                  </a:cubicBezTo>
                  <a:cubicBezTo>
                    <a:pt x="5893" y="940"/>
                    <a:pt x="10654" y="948"/>
                    <a:pt x="13588" y="2643"/>
                  </a:cubicBezTo>
                  <a:cubicBezTo>
                    <a:pt x="15553" y="3777"/>
                    <a:pt x="16209" y="5384"/>
                    <a:pt x="15552" y="6829"/>
                  </a:cubicBezTo>
                  <a:cubicBezTo>
                    <a:pt x="15227" y="7541"/>
                    <a:pt x="14564" y="8081"/>
                    <a:pt x="13601" y="8636"/>
                  </a:cubicBezTo>
                  <a:cubicBezTo>
                    <a:pt x="10685" y="10320"/>
                    <a:pt x="5532" y="9973"/>
                    <a:pt x="2597" y="82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393;p52">
              <a:extLst>
                <a:ext uri="{FF2B5EF4-FFF2-40B4-BE49-F238E27FC236}">
                  <a16:creationId xmlns:a16="http://schemas.microsoft.com/office/drawing/2014/main" id="{2CC03CC7-FAD3-1C97-0B3D-6714E6C5BF68}"/>
                </a:ext>
              </a:extLst>
            </p:cNvPr>
            <p:cNvSpPr/>
            <p:nvPr/>
          </p:nvSpPr>
          <p:spPr>
            <a:xfrm>
              <a:off x="2083654" y="1410405"/>
              <a:ext cx="1054393" cy="608813"/>
            </a:xfrm>
            <a:custGeom>
              <a:avLst/>
              <a:gdLst/>
              <a:ahLst/>
              <a:cxnLst/>
              <a:rect l="l" t="t" r="r" b="b"/>
              <a:pathLst>
                <a:path w="18235" h="10529" extrusionOk="0">
                  <a:moveTo>
                    <a:pt x="14970" y="1885"/>
                  </a:moveTo>
                  <a:cubicBezTo>
                    <a:pt x="11723" y="10"/>
                    <a:pt x="6455" y="1"/>
                    <a:pt x="3227" y="1864"/>
                  </a:cubicBezTo>
                  <a:cubicBezTo>
                    <a:pt x="0" y="3728"/>
                    <a:pt x="17" y="6769"/>
                    <a:pt x="3264" y="8644"/>
                  </a:cubicBezTo>
                  <a:cubicBezTo>
                    <a:pt x="6511" y="10519"/>
                    <a:pt x="11780" y="10528"/>
                    <a:pt x="15007" y="8666"/>
                  </a:cubicBezTo>
                  <a:cubicBezTo>
                    <a:pt x="18234" y="6801"/>
                    <a:pt x="18217" y="3760"/>
                    <a:pt x="14970" y="1885"/>
                  </a:cubicBezTo>
                  <a:close/>
                  <a:moveTo>
                    <a:pt x="3829" y="8318"/>
                  </a:moveTo>
                  <a:cubicBezTo>
                    <a:pt x="895" y="6623"/>
                    <a:pt x="880" y="3876"/>
                    <a:pt x="3796" y="2193"/>
                  </a:cubicBezTo>
                  <a:cubicBezTo>
                    <a:pt x="6711" y="508"/>
                    <a:pt x="11472" y="518"/>
                    <a:pt x="14406" y="2211"/>
                  </a:cubicBezTo>
                  <a:cubicBezTo>
                    <a:pt x="17340" y="3905"/>
                    <a:pt x="17354" y="6654"/>
                    <a:pt x="14439" y="8336"/>
                  </a:cubicBezTo>
                  <a:cubicBezTo>
                    <a:pt x="11523" y="10021"/>
                    <a:pt x="6764" y="10011"/>
                    <a:pt x="3829" y="83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394;p52">
              <a:extLst>
                <a:ext uri="{FF2B5EF4-FFF2-40B4-BE49-F238E27FC236}">
                  <a16:creationId xmlns:a16="http://schemas.microsoft.com/office/drawing/2014/main" id="{4E8E7481-0653-A557-DC81-0E39F2CF3B72}"/>
                </a:ext>
              </a:extLst>
            </p:cNvPr>
            <p:cNvSpPr/>
            <p:nvPr/>
          </p:nvSpPr>
          <p:spPr>
            <a:xfrm>
              <a:off x="733714" y="1406704"/>
              <a:ext cx="959854" cy="630728"/>
            </a:xfrm>
            <a:custGeom>
              <a:avLst/>
              <a:gdLst/>
              <a:ahLst/>
              <a:cxnLst/>
              <a:rect l="l" t="t" r="r" b="b"/>
              <a:pathLst>
                <a:path w="16600" h="10908" extrusionOk="0">
                  <a:moveTo>
                    <a:pt x="13966" y="1875"/>
                  </a:moveTo>
                  <a:cubicBezTo>
                    <a:pt x="10719" y="0"/>
                    <a:pt x="5841" y="249"/>
                    <a:pt x="2614" y="2112"/>
                  </a:cubicBezTo>
                  <a:cubicBezTo>
                    <a:pt x="1061" y="3009"/>
                    <a:pt x="62" y="4053"/>
                    <a:pt x="8" y="5235"/>
                  </a:cubicBezTo>
                  <a:cubicBezTo>
                    <a:pt x="7" y="5281"/>
                    <a:pt x="1" y="5582"/>
                    <a:pt x="1" y="5629"/>
                  </a:cubicBezTo>
                  <a:cubicBezTo>
                    <a:pt x="7" y="6856"/>
                    <a:pt x="824" y="8085"/>
                    <a:pt x="2447" y="9023"/>
                  </a:cubicBezTo>
                  <a:cubicBezTo>
                    <a:pt x="5694" y="10898"/>
                    <a:pt x="10962" y="10908"/>
                    <a:pt x="14189" y="9045"/>
                  </a:cubicBezTo>
                  <a:cubicBezTo>
                    <a:pt x="15754" y="8142"/>
                    <a:pt x="16555" y="6961"/>
                    <a:pt x="16597" y="5772"/>
                  </a:cubicBezTo>
                  <a:cubicBezTo>
                    <a:pt x="16598" y="5729"/>
                    <a:pt x="16600" y="5327"/>
                    <a:pt x="16598" y="5286"/>
                  </a:cubicBezTo>
                  <a:cubicBezTo>
                    <a:pt x="16586" y="4063"/>
                    <a:pt x="15583" y="2809"/>
                    <a:pt x="13966" y="1875"/>
                  </a:cubicBezTo>
                  <a:close/>
                  <a:moveTo>
                    <a:pt x="2865" y="8516"/>
                  </a:moveTo>
                  <a:cubicBezTo>
                    <a:pt x="1953" y="7990"/>
                    <a:pt x="1470" y="7542"/>
                    <a:pt x="1122" y="6876"/>
                  </a:cubicBezTo>
                  <a:cubicBezTo>
                    <a:pt x="351" y="5398"/>
                    <a:pt x="968" y="3732"/>
                    <a:pt x="2979" y="2572"/>
                  </a:cubicBezTo>
                  <a:cubicBezTo>
                    <a:pt x="5894" y="888"/>
                    <a:pt x="10653" y="897"/>
                    <a:pt x="13588" y="2591"/>
                  </a:cubicBezTo>
                  <a:cubicBezTo>
                    <a:pt x="15552" y="3726"/>
                    <a:pt x="16209" y="5333"/>
                    <a:pt x="15551" y="6778"/>
                  </a:cubicBezTo>
                  <a:cubicBezTo>
                    <a:pt x="15226" y="7488"/>
                    <a:pt x="14565" y="7922"/>
                    <a:pt x="13603" y="8479"/>
                  </a:cubicBezTo>
                  <a:cubicBezTo>
                    <a:pt x="10687" y="10162"/>
                    <a:pt x="5798" y="10209"/>
                    <a:pt x="2865" y="85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395;p52">
              <a:extLst>
                <a:ext uri="{FF2B5EF4-FFF2-40B4-BE49-F238E27FC236}">
                  <a16:creationId xmlns:a16="http://schemas.microsoft.com/office/drawing/2014/main" id="{9505BD9A-5C33-E8A6-62FE-1ECDFF01AEAD}"/>
                </a:ext>
              </a:extLst>
            </p:cNvPr>
            <p:cNvSpPr/>
            <p:nvPr/>
          </p:nvSpPr>
          <p:spPr>
            <a:xfrm>
              <a:off x="2415732" y="2029113"/>
              <a:ext cx="162597" cy="71122"/>
            </a:xfrm>
            <a:custGeom>
              <a:avLst/>
              <a:gdLst/>
              <a:ahLst/>
              <a:cxnLst/>
              <a:rect l="l" t="t" r="r" b="b"/>
              <a:pathLst>
                <a:path w="2812" h="1230" extrusionOk="0">
                  <a:moveTo>
                    <a:pt x="1399" y="0"/>
                  </a:moveTo>
                  <a:cubicBezTo>
                    <a:pt x="1072" y="0"/>
                    <a:pt x="745" y="72"/>
                    <a:pt x="496" y="216"/>
                  </a:cubicBezTo>
                  <a:cubicBezTo>
                    <a:pt x="19" y="490"/>
                    <a:pt x="1" y="931"/>
                    <a:pt x="439" y="1222"/>
                  </a:cubicBezTo>
                  <a:cubicBezTo>
                    <a:pt x="458" y="1210"/>
                    <a:pt x="476" y="1199"/>
                    <a:pt x="496" y="1187"/>
                  </a:cubicBezTo>
                  <a:cubicBezTo>
                    <a:pt x="744" y="1043"/>
                    <a:pt x="1070" y="972"/>
                    <a:pt x="1397" y="972"/>
                  </a:cubicBezTo>
                  <a:cubicBezTo>
                    <a:pt x="1726" y="972"/>
                    <a:pt x="2056" y="1044"/>
                    <a:pt x="2308" y="1190"/>
                  </a:cubicBezTo>
                  <a:cubicBezTo>
                    <a:pt x="2330" y="1202"/>
                    <a:pt x="2351" y="1216"/>
                    <a:pt x="2371" y="1230"/>
                  </a:cubicBezTo>
                  <a:cubicBezTo>
                    <a:pt x="2811" y="940"/>
                    <a:pt x="2790" y="496"/>
                    <a:pt x="2308" y="219"/>
                  </a:cubicBezTo>
                  <a:cubicBezTo>
                    <a:pt x="2248" y="184"/>
                    <a:pt x="2184" y="154"/>
                    <a:pt x="2116" y="128"/>
                  </a:cubicBezTo>
                  <a:cubicBezTo>
                    <a:pt x="1971" y="71"/>
                    <a:pt x="1813" y="34"/>
                    <a:pt x="1648" y="16"/>
                  </a:cubicBezTo>
                  <a:cubicBezTo>
                    <a:pt x="1648" y="16"/>
                    <a:pt x="1648" y="16"/>
                    <a:pt x="1648" y="14"/>
                  </a:cubicBezTo>
                  <a:cubicBezTo>
                    <a:pt x="1566" y="5"/>
                    <a:pt x="1483" y="0"/>
                    <a:pt x="13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396;p52">
              <a:extLst>
                <a:ext uri="{FF2B5EF4-FFF2-40B4-BE49-F238E27FC236}">
                  <a16:creationId xmlns:a16="http://schemas.microsoft.com/office/drawing/2014/main" id="{185F02C8-918A-4A6E-A056-1C080EBC2D6E}"/>
                </a:ext>
              </a:extLst>
            </p:cNvPr>
            <p:cNvSpPr/>
            <p:nvPr/>
          </p:nvSpPr>
          <p:spPr>
            <a:xfrm>
              <a:off x="1247820" y="1353912"/>
              <a:ext cx="160978" cy="71179"/>
            </a:xfrm>
            <a:custGeom>
              <a:avLst/>
              <a:gdLst/>
              <a:ahLst/>
              <a:cxnLst/>
              <a:rect l="l" t="t" r="r" b="b"/>
              <a:pathLst>
                <a:path w="2784" h="1231" extrusionOk="0">
                  <a:moveTo>
                    <a:pt x="1370" y="1"/>
                  </a:moveTo>
                  <a:cubicBezTo>
                    <a:pt x="1043" y="1"/>
                    <a:pt x="716" y="72"/>
                    <a:pt x="468" y="215"/>
                  </a:cubicBezTo>
                  <a:cubicBezTo>
                    <a:pt x="90" y="435"/>
                    <a:pt x="1" y="758"/>
                    <a:pt x="201" y="1027"/>
                  </a:cubicBezTo>
                  <a:cubicBezTo>
                    <a:pt x="251" y="1098"/>
                    <a:pt x="322" y="1162"/>
                    <a:pt x="411" y="1222"/>
                  </a:cubicBezTo>
                  <a:cubicBezTo>
                    <a:pt x="430" y="1210"/>
                    <a:pt x="448" y="1198"/>
                    <a:pt x="468" y="1187"/>
                  </a:cubicBezTo>
                  <a:cubicBezTo>
                    <a:pt x="716" y="1044"/>
                    <a:pt x="1043" y="972"/>
                    <a:pt x="1370" y="972"/>
                  </a:cubicBezTo>
                  <a:cubicBezTo>
                    <a:pt x="1700" y="972"/>
                    <a:pt x="2030" y="1045"/>
                    <a:pt x="2282" y="1190"/>
                  </a:cubicBezTo>
                  <a:cubicBezTo>
                    <a:pt x="2303" y="1202"/>
                    <a:pt x="2325" y="1216"/>
                    <a:pt x="2345" y="1230"/>
                  </a:cubicBezTo>
                  <a:cubicBezTo>
                    <a:pt x="2783" y="941"/>
                    <a:pt x="2762" y="496"/>
                    <a:pt x="2282" y="220"/>
                  </a:cubicBezTo>
                  <a:cubicBezTo>
                    <a:pt x="2199" y="172"/>
                    <a:pt x="2108" y="132"/>
                    <a:pt x="2013" y="100"/>
                  </a:cubicBezTo>
                  <a:cubicBezTo>
                    <a:pt x="1814" y="34"/>
                    <a:pt x="1592" y="1"/>
                    <a:pt x="13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397;p52">
              <a:extLst>
                <a:ext uri="{FF2B5EF4-FFF2-40B4-BE49-F238E27FC236}">
                  <a16:creationId xmlns:a16="http://schemas.microsoft.com/office/drawing/2014/main" id="{ADE58A3D-B712-11EB-162E-1FF94ACD7262}"/>
                </a:ext>
              </a:extLst>
            </p:cNvPr>
            <p:cNvSpPr/>
            <p:nvPr/>
          </p:nvSpPr>
          <p:spPr>
            <a:xfrm>
              <a:off x="1251116" y="2027031"/>
              <a:ext cx="161325" cy="71064"/>
            </a:xfrm>
            <a:custGeom>
              <a:avLst/>
              <a:gdLst/>
              <a:ahLst/>
              <a:cxnLst/>
              <a:rect l="l" t="t" r="r" b="b"/>
              <a:pathLst>
                <a:path w="2790" h="1229" extrusionOk="0">
                  <a:moveTo>
                    <a:pt x="1377" y="0"/>
                  </a:moveTo>
                  <a:cubicBezTo>
                    <a:pt x="1050" y="0"/>
                    <a:pt x="723" y="71"/>
                    <a:pt x="474" y="215"/>
                  </a:cubicBezTo>
                  <a:cubicBezTo>
                    <a:pt x="417" y="249"/>
                    <a:pt x="367" y="284"/>
                    <a:pt x="324" y="321"/>
                  </a:cubicBezTo>
                  <a:cubicBezTo>
                    <a:pt x="1" y="595"/>
                    <a:pt x="33" y="966"/>
                    <a:pt x="417" y="1221"/>
                  </a:cubicBezTo>
                  <a:cubicBezTo>
                    <a:pt x="436" y="1210"/>
                    <a:pt x="454" y="1198"/>
                    <a:pt x="474" y="1186"/>
                  </a:cubicBezTo>
                  <a:cubicBezTo>
                    <a:pt x="722" y="1043"/>
                    <a:pt x="1048" y="972"/>
                    <a:pt x="1375" y="972"/>
                  </a:cubicBezTo>
                  <a:cubicBezTo>
                    <a:pt x="1705" y="972"/>
                    <a:pt x="2036" y="1045"/>
                    <a:pt x="2288" y="1190"/>
                  </a:cubicBezTo>
                  <a:cubicBezTo>
                    <a:pt x="2309" y="1203"/>
                    <a:pt x="2331" y="1215"/>
                    <a:pt x="2351" y="1229"/>
                  </a:cubicBezTo>
                  <a:cubicBezTo>
                    <a:pt x="2789" y="940"/>
                    <a:pt x="2768" y="497"/>
                    <a:pt x="2286" y="218"/>
                  </a:cubicBezTo>
                  <a:cubicBezTo>
                    <a:pt x="2099" y="109"/>
                    <a:pt x="1865" y="41"/>
                    <a:pt x="1622" y="14"/>
                  </a:cubicBezTo>
                  <a:cubicBezTo>
                    <a:pt x="1541" y="5"/>
                    <a:pt x="1459" y="0"/>
                    <a:pt x="13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398;p52">
              <a:extLst>
                <a:ext uri="{FF2B5EF4-FFF2-40B4-BE49-F238E27FC236}">
                  <a16:creationId xmlns:a16="http://schemas.microsoft.com/office/drawing/2014/main" id="{E50071CD-8B91-3326-3AD9-D69D36012CC6}"/>
                </a:ext>
              </a:extLst>
            </p:cNvPr>
            <p:cNvSpPr/>
            <p:nvPr/>
          </p:nvSpPr>
          <p:spPr>
            <a:xfrm>
              <a:off x="2412089" y="1356051"/>
              <a:ext cx="161498" cy="71064"/>
            </a:xfrm>
            <a:custGeom>
              <a:avLst/>
              <a:gdLst/>
              <a:ahLst/>
              <a:cxnLst/>
              <a:rect l="l" t="t" r="r" b="b"/>
              <a:pathLst>
                <a:path w="2793" h="1229" extrusionOk="0">
                  <a:moveTo>
                    <a:pt x="1396" y="0"/>
                  </a:moveTo>
                  <a:cubicBezTo>
                    <a:pt x="1174" y="0"/>
                    <a:pt x="952" y="33"/>
                    <a:pt x="755" y="99"/>
                  </a:cubicBezTo>
                  <a:cubicBezTo>
                    <a:pt x="662" y="130"/>
                    <a:pt x="575" y="170"/>
                    <a:pt x="496" y="215"/>
                  </a:cubicBezTo>
                  <a:cubicBezTo>
                    <a:pt x="19" y="490"/>
                    <a:pt x="1" y="932"/>
                    <a:pt x="438" y="1221"/>
                  </a:cubicBezTo>
                  <a:cubicBezTo>
                    <a:pt x="458" y="1210"/>
                    <a:pt x="476" y="1198"/>
                    <a:pt x="496" y="1185"/>
                  </a:cubicBezTo>
                  <a:cubicBezTo>
                    <a:pt x="744" y="1043"/>
                    <a:pt x="1069" y="972"/>
                    <a:pt x="1396" y="972"/>
                  </a:cubicBezTo>
                  <a:cubicBezTo>
                    <a:pt x="1725" y="972"/>
                    <a:pt x="2056" y="1045"/>
                    <a:pt x="2308" y="1190"/>
                  </a:cubicBezTo>
                  <a:cubicBezTo>
                    <a:pt x="2331" y="1202"/>
                    <a:pt x="2351" y="1215"/>
                    <a:pt x="2371" y="1228"/>
                  </a:cubicBezTo>
                  <a:cubicBezTo>
                    <a:pt x="2442" y="1184"/>
                    <a:pt x="2499" y="1135"/>
                    <a:pt x="2545" y="1081"/>
                  </a:cubicBezTo>
                  <a:cubicBezTo>
                    <a:pt x="2793" y="804"/>
                    <a:pt x="2713" y="452"/>
                    <a:pt x="2308" y="218"/>
                  </a:cubicBezTo>
                  <a:cubicBezTo>
                    <a:pt x="2056" y="73"/>
                    <a:pt x="1726" y="0"/>
                    <a:pt x="13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399;p52">
              <a:extLst>
                <a:ext uri="{FF2B5EF4-FFF2-40B4-BE49-F238E27FC236}">
                  <a16:creationId xmlns:a16="http://schemas.microsoft.com/office/drawing/2014/main" id="{9A0B168B-3BB7-8754-14E8-CD3D965A5088}"/>
                </a:ext>
              </a:extLst>
            </p:cNvPr>
            <p:cNvSpPr/>
            <p:nvPr/>
          </p:nvSpPr>
          <p:spPr>
            <a:xfrm>
              <a:off x="686415" y="1407919"/>
              <a:ext cx="1054393" cy="608697"/>
            </a:xfrm>
            <a:custGeom>
              <a:avLst/>
              <a:gdLst/>
              <a:ahLst/>
              <a:cxnLst/>
              <a:rect l="l" t="t" r="r" b="b"/>
              <a:pathLst>
                <a:path w="18235" h="10527" extrusionOk="0">
                  <a:moveTo>
                    <a:pt x="14970" y="1885"/>
                  </a:moveTo>
                  <a:cubicBezTo>
                    <a:pt x="11723" y="10"/>
                    <a:pt x="6455" y="1"/>
                    <a:pt x="3228" y="1864"/>
                  </a:cubicBezTo>
                  <a:cubicBezTo>
                    <a:pt x="0" y="3726"/>
                    <a:pt x="17" y="6767"/>
                    <a:pt x="3265" y="8642"/>
                  </a:cubicBezTo>
                  <a:cubicBezTo>
                    <a:pt x="6512" y="10517"/>
                    <a:pt x="11780" y="10527"/>
                    <a:pt x="15007" y="8664"/>
                  </a:cubicBezTo>
                  <a:cubicBezTo>
                    <a:pt x="18234" y="6801"/>
                    <a:pt x="18217" y="3760"/>
                    <a:pt x="14970" y="1885"/>
                  </a:cubicBezTo>
                  <a:close/>
                  <a:moveTo>
                    <a:pt x="3829" y="8316"/>
                  </a:moveTo>
                  <a:cubicBezTo>
                    <a:pt x="896" y="6623"/>
                    <a:pt x="880" y="3876"/>
                    <a:pt x="3795" y="2191"/>
                  </a:cubicBezTo>
                  <a:cubicBezTo>
                    <a:pt x="6712" y="508"/>
                    <a:pt x="11471" y="516"/>
                    <a:pt x="14406" y="2211"/>
                  </a:cubicBezTo>
                  <a:cubicBezTo>
                    <a:pt x="17339" y="3905"/>
                    <a:pt x="17355" y="6652"/>
                    <a:pt x="14438" y="8336"/>
                  </a:cubicBezTo>
                  <a:cubicBezTo>
                    <a:pt x="11523" y="10019"/>
                    <a:pt x="6764" y="10011"/>
                    <a:pt x="3829" y="83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400;p52">
              <a:extLst>
                <a:ext uri="{FF2B5EF4-FFF2-40B4-BE49-F238E27FC236}">
                  <a16:creationId xmlns:a16="http://schemas.microsoft.com/office/drawing/2014/main" id="{5FE7BBF1-1B3A-23DA-A46F-273FB1198F9D}"/>
                </a:ext>
              </a:extLst>
            </p:cNvPr>
            <p:cNvSpPr/>
            <p:nvPr/>
          </p:nvSpPr>
          <p:spPr>
            <a:xfrm>
              <a:off x="1434531" y="1808344"/>
              <a:ext cx="959854" cy="633677"/>
            </a:xfrm>
            <a:custGeom>
              <a:avLst/>
              <a:gdLst/>
              <a:ahLst/>
              <a:cxnLst/>
              <a:rect l="l" t="t" r="r" b="b"/>
              <a:pathLst>
                <a:path w="16600" h="10959" extrusionOk="0">
                  <a:moveTo>
                    <a:pt x="14109" y="2182"/>
                  </a:moveTo>
                  <a:cubicBezTo>
                    <a:pt x="10862" y="307"/>
                    <a:pt x="6041" y="1"/>
                    <a:pt x="2814" y="1864"/>
                  </a:cubicBezTo>
                  <a:cubicBezTo>
                    <a:pt x="1262" y="2760"/>
                    <a:pt x="62" y="3974"/>
                    <a:pt x="10" y="5154"/>
                  </a:cubicBezTo>
                  <a:cubicBezTo>
                    <a:pt x="6" y="5201"/>
                    <a:pt x="0" y="5634"/>
                    <a:pt x="0" y="5680"/>
                  </a:cubicBezTo>
                  <a:cubicBezTo>
                    <a:pt x="6" y="6909"/>
                    <a:pt x="823" y="8138"/>
                    <a:pt x="2446" y="9075"/>
                  </a:cubicBezTo>
                  <a:cubicBezTo>
                    <a:pt x="5693" y="10950"/>
                    <a:pt x="10962" y="10959"/>
                    <a:pt x="14189" y="9096"/>
                  </a:cubicBezTo>
                  <a:cubicBezTo>
                    <a:pt x="15753" y="8193"/>
                    <a:pt x="16555" y="7012"/>
                    <a:pt x="16596" y="5823"/>
                  </a:cubicBezTo>
                  <a:cubicBezTo>
                    <a:pt x="16598" y="5780"/>
                    <a:pt x="16599" y="5432"/>
                    <a:pt x="16598" y="5389"/>
                  </a:cubicBezTo>
                  <a:cubicBezTo>
                    <a:pt x="16585" y="4166"/>
                    <a:pt x="15725" y="3116"/>
                    <a:pt x="14109" y="2182"/>
                  </a:cubicBezTo>
                  <a:close/>
                  <a:moveTo>
                    <a:pt x="2908" y="8616"/>
                  </a:moveTo>
                  <a:cubicBezTo>
                    <a:pt x="1995" y="8089"/>
                    <a:pt x="1469" y="7593"/>
                    <a:pt x="1122" y="6927"/>
                  </a:cubicBezTo>
                  <a:cubicBezTo>
                    <a:pt x="351" y="5449"/>
                    <a:pt x="968" y="3783"/>
                    <a:pt x="2978" y="2623"/>
                  </a:cubicBezTo>
                  <a:cubicBezTo>
                    <a:pt x="5893" y="939"/>
                    <a:pt x="10654" y="948"/>
                    <a:pt x="13587" y="2642"/>
                  </a:cubicBezTo>
                  <a:cubicBezTo>
                    <a:pt x="15553" y="3777"/>
                    <a:pt x="16208" y="5384"/>
                    <a:pt x="15550" y="6829"/>
                  </a:cubicBezTo>
                  <a:cubicBezTo>
                    <a:pt x="15227" y="7540"/>
                    <a:pt x="14712" y="7993"/>
                    <a:pt x="13750" y="8549"/>
                  </a:cubicBezTo>
                  <a:cubicBezTo>
                    <a:pt x="10834" y="10233"/>
                    <a:pt x="5841" y="10310"/>
                    <a:pt x="2908" y="86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401;p52">
              <a:extLst>
                <a:ext uri="{FF2B5EF4-FFF2-40B4-BE49-F238E27FC236}">
                  <a16:creationId xmlns:a16="http://schemas.microsoft.com/office/drawing/2014/main" id="{1A1DDA62-2406-DB16-6AD5-0F55FE530AB5}"/>
                </a:ext>
              </a:extLst>
            </p:cNvPr>
            <p:cNvSpPr/>
            <p:nvPr/>
          </p:nvSpPr>
          <p:spPr>
            <a:xfrm>
              <a:off x="1387232" y="1812565"/>
              <a:ext cx="1054335" cy="608755"/>
            </a:xfrm>
            <a:custGeom>
              <a:avLst/>
              <a:gdLst/>
              <a:ahLst/>
              <a:cxnLst/>
              <a:rect l="l" t="t" r="r" b="b"/>
              <a:pathLst>
                <a:path w="18234" h="10528" extrusionOk="0">
                  <a:moveTo>
                    <a:pt x="14970" y="1884"/>
                  </a:moveTo>
                  <a:cubicBezTo>
                    <a:pt x="11723" y="9"/>
                    <a:pt x="6454" y="0"/>
                    <a:pt x="3227" y="1863"/>
                  </a:cubicBezTo>
                  <a:cubicBezTo>
                    <a:pt x="0" y="3726"/>
                    <a:pt x="17" y="6768"/>
                    <a:pt x="3264" y="8643"/>
                  </a:cubicBezTo>
                  <a:cubicBezTo>
                    <a:pt x="6511" y="10517"/>
                    <a:pt x="11780" y="10528"/>
                    <a:pt x="15007" y="8663"/>
                  </a:cubicBezTo>
                  <a:cubicBezTo>
                    <a:pt x="18234" y="6800"/>
                    <a:pt x="18217" y="3759"/>
                    <a:pt x="14970" y="1884"/>
                  </a:cubicBezTo>
                  <a:close/>
                  <a:moveTo>
                    <a:pt x="3829" y="8317"/>
                  </a:moveTo>
                  <a:cubicBezTo>
                    <a:pt x="895" y="6622"/>
                    <a:pt x="880" y="3875"/>
                    <a:pt x="3796" y="2190"/>
                  </a:cubicBezTo>
                  <a:cubicBezTo>
                    <a:pt x="6711" y="508"/>
                    <a:pt x="11472" y="515"/>
                    <a:pt x="14405" y="2210"/>
                  </a:cubicBezTo>
                  <a:cubicBezTo>
                    <a:pt x="17340" y="3904"/>
                    <a:pt x="17354" y="6653"/>
                    <a:pt x="14439" y="8336"/>
                  </a:cubicBezTo>
                  <a:cubicBezTo>
                    <a:pt x="11523" y="10018"/>
                    <a:pt x="6764" y="10011"/>
                    <a:pt x="3829" y="831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8" name="Google Shape;2402;p52">
              <a:extLst>
                <a:ext uri="{FF2B5EF4-FFF2-40B4-BE49-F238E27FC236}">
                  <a16:creationId xmlns:a16="http://schemas.microsoft.com/office/drawing/2014/main" id="{45456960-2709-63B1-34B0-8D0441B369EC}"/>
                </a:ext>
              </a:extLst>
            </p:cNvPr>
            <p:cNvGrpSpPr/>
            <p:nvPr/>
          </p:nvGrpSpPr>
          <p:grpSpPr>
            <a:xfrm>
              <a:off x="758116" y="1057260"/>
              <a:ext cx="2260119" cy="1352706"/>
              <a:chOff x="770076" y="1073509"/>
              <a:chExt cx="2537750" cy="1518871"/>
            </a:xfrm>
          </p:grpSpPr>
          <p:sp>
            <p:nvSpPr>
              <p:cNvPr id="1419" name="Google Shape;2403;p52">
                <a:extLst>
                  <a:ext uri="{FF2B5EF4-FFF2-40B4-BE49-F238E27FC236}">
                    <a16:creationId xmlns:a16="http://schemas.microsoft.com/office/drawing/2014/main" id="{18470DCF-2906-2E80-3CF0-6B0410226E98}"/>
                  </a:ext>
                </a:extLst>
              </p:cNvPr>
              <p:cNvSpPr/>
              <p:nvPr/>
            </p:nvSpPr>
            <p:spPr>
              <a:xfrm>
                <a:off x="2372646" y="1572271"/>
                <a:ext cx="935180" cy="541280"/>
              </a:xfrm>
              <a:custGeom>
                <a:avLst/>
                <a:gdLst/>
                <a:ahLst/>
                <a:cxnLst/>
                <a:rect l="l" t="t" r="r" b="b"/>
                <a:pathLst>
                  <a:path w="14404" h="8337" extrusionOk="0">
                    <a:moveTo>
                      <a:pt x="7227" y="22"/>
                    </a:moveTo>
                    <a:cubicBezTo>
                      <a:pt x="9135" y="33"/>
                      <a:pt x="10962" y="479"/>
                      <a:pt x="12307" y="1265"/>
                    </a:cubicBezTo>
                    <a:cubicBezTo>
                      <a:pt x="13651" y="2051"/>
                      <a:pt x="14403" y="3112"/>
                      <a:pt x="14397" y="4212"/>
                    </a:cubicBezTo>
                    <a:cubicBezTo>
                      <a:pt x="14391" y="5314"/>
                      <a:pt x="13628" y="6366"/>
                      <a:pt x="12274" y="7138"/>
                    </a:cubicBezTo>
                    <a:cubicBezTo>
                      <a:pt x="10922" y="7908"/>
                      <a:pt x="9090" y="8336"/>
                      <a:pt x="7183" y="8325"/>
                    </a:cubicBezTo>
                    <a:cubicBezTo>
                      <a:pt x="3211" y="8304"/>
                      <a:pt x="1" y="6429"/>
                      <a:pt x="13" y="4135"/>
                    </a:cubicBezTo>
                    <a:cubicBezTo>
                      <a:pt x="26" y="1842"/>
                      <a:pt x="3256" y="1"/>
                      <a:pt x="7227" y="2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2404;p52">
                <a:extLst>
                  <a:ext uri="{FF2B5EF4-FFF2-40B4-BE49-F238E27FC236}">
                    <a16:creationId xmlns:a16="http://schemas.microsoft.com/office/drawing/2014/main" id="{5A8319CC-CD84-5C9B-F3B9-8DBE39B8D297}"/>
                  </a:ext>
                </a:extLst>
              </p:cNvPr>
              <p:cNvSpPr/>
              <p:nvPr/>
            </p:nvSpPr>
            <p:spPr>
              <a:xfrm>
                <a:off x="770076" y="1521823"/>
                <a:ext cx="1026075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4" h="9124" extrusionOk="0">
                    <a:moveTo>
                      <a:pt x="12972" y="1636"/>
                    </a:moveTo>
                    <a:cubicBezTo>
                      <a:pt x="10154" y="8"/>
                      <a:pt x="5601" y="1"/>
                      <a:pt x="2800" y="1617"/>
                    </a:cubicBezTo>
                    <a:cubicBezTo>
                      <a:pt x="0" y="3234"/>
                      <a:pt x="14" y="5863"/>
                      <a:pt x="2832" y="7490"/>
                    </a:cubicBezTo>
                    <a:cubicBezTo>
                      <a:pt x="5650" y="9116"/>
                      <a:pt x="10203" y="9124"/>
                      <a:pt x="13004" y="7509"/>
                    </a:cubicBezTo>
                    <a:cubicBezTo>
                      <a:pt x="15804" y="5892"/>
                      <a:pt x="15790" y="3262"/>
                      <a:pt x="12972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2405;p52">
                <a:extLst>
                  <a:ext uri="{FF2B5EF4-FFF2-40B4-BE49-F238E27FC236}">
                    <a16:creationId xmlns:a16="http://schemas.microsoft.com/office/drawing/2014/main" id="{123A580A-6C11-6BFD-A7F6-43736B34F6CC}"/>
                  </a:ext>
                </a:extLst>
              </p:cNvPr>
              <p:cNvSpPr/>
              <p:nvPr/>
            </p:nvSpPr>
            <p:spPr>
              <a:xfrm>
                <a:off x="1552954" y="2000004"/>
                <a:ext cx="1026075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4" h="9124" extrusionOk="0">
                    <a:moveTo>
                      <a:pt x="12972" y="1636"/>
                    </a:moveTo>
                    <a:cubicBezTo>
                      <a:pt x="10154" y="8"/>
                      <a:pt x="5601" y="1"/>
                      <a:pt x="2800" y="1617"/>
                    </a:cubicBezTo>
                    <a:cubicBezTo>
                      <a:pt x="0" y="3234"/>
                      <a:pt x="14" y="5863"/>
                      <a:pt x="2832" y="7489"/>
                    </a:cubicBezTo>
                    <a:cubicBezTo>
                      <a:pt x="5650" y="9116"/>
                      <a:pt x="10203" y="9124"/>
                      <a:pt x="13003" y="7509"/>
                    </a:cubicBezTo>
                    <a:cubicBezTo>
                      <a:pt x="15804" y="5892"/>
                      <a:pt x="15788" y="3262"/>
                      <a:pt x="12972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2406;p52">
                <a:extLst>
                  <a:ext uri="{FF2B5EF4-FFF2-40B4-BE49-F238E27FC236}">
                    <a16:creationId xmlns:a16="http://schemas.microsoft.com/office/drawing/2014/main" id="{672FC15E-9004-71BD-B8A7-ADE25D4B5912}"/>
                  </a:ext>
                </a:extLst>
              </p:cNvPr>
              <p:cNvSpPr/>
              <p:nvPr/>
            </p:nvSpPr>
            <p:spPr>
              <a:xfrm>
                <a:off x="1556915" y="1073509"/>
                <a:ext cx="1026010" cy="592376"/>
              </a:xfrm>
              <a:custGeom>
                <a:avLst/>
                <a:gdLst/>
                <a:ahLst/>
                <a:cxnLst/>
                <a:rect l="l" t="t" r="r" b="b"/>
                <a:pathLst>
                  <a:path w="15803" h="9124" extrusionOk="0">
                    <a:moveTo>
                      <a:pt x="12973" y="1636"/>
                    </a:moveTo>
                    <a:cubicBezTo>
                      <a:pt x="10155" y="8"/>
                      <a:pt x="5600" y="1"/>
                      <a:pt x="2800" y="1617"/>
                    </a:cubicBezTo>
                    <a:cubicBezTo>
                      <a:pt x="1" y="3233"/>
                      <a:pt x="15" y="5863"/>
                      <a:pt x="2833" y="7489"/>
                    </a:cubicBezTo>
                    <a:cubicBezTo>
                      <a:pt x="5651" y="9116"/>
                      <a:pt x="10204" y="9124"/>
                      <a:pt x="13003" y="7507"/>
                    </a:cubicBezTo>
                    <a:cubicBezTo>
                      <a:pt x="15803" y="5891"/>
                      <a:pt x="15789" y="3262"/>
                      <a:pt x="12973" y="163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23" name="Google Shape;2407;p52">
            <a:extLst>
              <a:ext uri="{FF2B5EF4-FFF2-40B4-BE49-F238E27FC236}">
                <a16:creationId xmlns:a16="http://schemas.microsoft.com/office/drawing/2014/main" id="{B9F40EAB-BCA0-610B-064B-3BC981476A05}"/>
              </a:ext>
            </a:extLst>
          </p:cNvPr>
          <p:cNvGrpSpPr/>
          <p:nvPr/>
        </p:nvGrpSpPr>
        <p:grpSpPr>
          <a:xfrm>
            <a:off x="2204148" y="4293653"/>
            <a:ext cx="736590" cy="812000"/>
            <a:chOff x="310284" y="3367548"/>
            <a:chExt cx="872634" cy="961971"/>
          </a:xfrm>
        </p:grpSpPr>
        <p:sp>
          <p:nvSpPr>
            <p:cNvPr id="1424" name="Google Shape;2408;p52">
              <a:extLst>
                <a:ext uri="{FF2B5EF4-FFF2-40B4-BE49-F238E27FC236}">
                  <a16:creationId xmlns:a16="http://schemas.microsoft.com/office/drawing/2014/main" id="{F5B67E3B-642E-3751-C32D-D74FCE7B4EC9}"/>
                </a:ext>
              </a:extLst>
            </p:cNvPr>
            <p:cNvSpPr/>
            <p:nvPr/>
          </p:nvSpPr>
          <p:spPr>
            <a:xfrm rot="5400000">
              <a:off x="265615" y="3412217"/>
              <a:ext cx="961971" cy="872634"/>
            </a:xfrm>
            <a:custGeom>
              <a:avLst/>
              <a:gdLst/>
              <a:ahLst/>
              <a:cxnLst/>
              <a:rect l="l" t="t" r="r" b="b"/>
              <a:pathLst>
                <a:path w="34170" h="17973" extrusionOk="0">
                  <a:moveTo>
                    <a:pt x="17084" y="1"/>
                  </a:moveTo>
                  <a:cubicBezTo>
                    <a:pt x="13103" y="1"/>
                    <a:pt x="9123" y="878"/>
                    <a:pt x="6081" y="2633"/>
                  </a:cubicBezTo>
                  <a:cubicBezTo>
                    <a:pt x="1" y="6145"/>
                    <a:pt x="1" y="11827"/>
                    <a:pt x="6081" y="15339"/>
                  </a:cubicBezTo>
                  <a:cubicBezTo>
                    <a:pt x="9123" y="17095"/>
                    <a:pt x="13103" y="17973"/>
                    <a:pt x="17084" y="17973"/>
                  </a:cubicBezTo>
                  <a:cubicBezTo>
                    <a:pt x="21065" y="17973"/>
                    <a:pt x="25046" y="17095"/>
                    <a:pt x="28087" y="15339"/>
                  </a:cubicBezTo>
                  <a:cubicBezTo>
                    <a:pt x="34169" y="11827"/>
                    <a:pt x="34169" y="6145"/>
                    <a:pt x="28087" y="2633"/>
                  </a:cubicBezTo>
                  <a:cubicBezTo>
                    <a:pt x="25046" y="878"/>
                    <a:pt x="21065" y="1"/>
                    <a:pt x="17084" y="1"/>
                  </a:cubicBezTo>
                  <a:close/>
                </a:path>
              </a:pathLst>
            </a:custGeom>
            <a:gradFill>
              <a:gsLst>
                <a:gs pos="0">
                  <a:srgbClr val="68BAAC">
                    <a:alpha val="59216"/>
                  </a:srgbClr>
                </a:gs>
                <a:gs pos="83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409;p52">
              <a:extLst>
                <a:ext uri="{FF2B5EF4-FFF2-40B4-BE49-F238E27FC236}">
                  <a16:creationId xmlns:a16="http://schemas.microsoft.com/office/drawing/2014/main" id="{8052606E-1519-83D5-B1FD-C5A204C46BCB}"/>
                </a:ext>
              </a:extLst>
            </p:cNvPr>
            <p:cNvSpPr/>
            <p:nvPr/>
          </p:nvSpPr>
          <p:spPr>
            <a:xfrm rot="5400000">
              <a:off x="308502" y="3412272"/>
              <a:ext cx="876247" cy="872488"/>
            </a:xfrm>
            <a:custGeom>
              <a:avLst/>
              <a:gdLst/>
              <a:ahLst/>
              <a:cxnLst/>
              <a:rect l="l" t="t" r="r" b="b"/>
              <a:pathLst>
                <a:path w="31125" h="17970" extrusionOk="0">
                  <a:moveTo>
                    <a:pt x="15604" y="0"/>
                  </a:moveTo>
                  <a:lnTo>
                    <a:pt x="15604" y="8928"/>
                  </a:lnTo>
                  <a:lnTo>
                    <a:pt x="26534" y="2617"/>
                  </a:lnTo>
                  <a:cubicBezTo>
                    <a:pt x="23509" y="879"/>
                    <a:pt x="19559" y="6"/>
                    <a:pt x="15604" y="0"/>
                  </a:cubicBezTo>
                  <a:close/>
                  <a:moveTo>
                    <a:pt x="4532" y="2651"/>
                  </a:moveTo>
                  <a:cubicBezTo>
                    <a:pt x="1522" y="4398"/>
                    <a:pt x="11" y="6678"/>
                    <a:pt x="0" y="8962"/>
                  </a:cubicBezTo>
                  <a:lnTo>
                    <a:pt x="15464" y="8962"/>
                  </a:lnTo>
                  <a:lnTo>
                    <a:pt x="4532" y="2651"/>
                  </a:lnTo>
                  <a:close/>
                  <a:moveTo>
                    <a:pt x="15661" y="9008"/>
                  </a:moveTo>
                  <a:lnTo>
                    <a:pt x="26593" y="15319"/>
                  </a:lnTo>
                  <a:cubicBezTo>
                    <a:pt x="29603" y="13572"/>
                    <a:pt x="31114" y="11292"/>
                    <a:pt x="31124" y="9008"/>
                  </a:cubicBezTo>
                  <a:close/>
                  <a:moveTo>
                    <a:pt x="15521" y="9042"/>
                  </a:moveTo>
                  <a:lnTo>
                    <a:pt x="4590" y="15353"/>
                  </a:lnTo>
                  <a:cubicBezTo>
                    <a:pt x="7616" y="17091"/>
                    <a:pt x="11566" y="17963"/>
                    <a:pt x="15521" y="17970"/>
                  </a:cubicBezTo>
                  <a:lnTo>
                    <a:pt x="15521" y="9042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chemeClr val="lt1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6" name="Subtitle 1229">
            <a:extLst>
              <a:ext uri="{FF2B5EF4-FFF2-40B4-BE49-F238E27FC236}">
                <a16:creationId xmlns:a16="http://schemas.microsoft.com/office/drawing/2014/main" id="{FE8B4849-17DC-D553-C8AA-D62D70B10BAC}"/>
              </a:ext>
            </a:extLst>
          </p:cNvPr>
          <p:cNvSpPr txBox="1">
            <a:spLocks/>
          </p:cNvSpPr>
          <p:nvPr/>
        </p:nvSpPr>
        <p:spPr>
          <a:xfrm>
            <a:off x="261379" y="2190437"/>
            <a:ext cx="5889861" cy="2399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6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sv-SE"/>
              <a:t>PPO </a:t>
            </a:r>
            <a:r>
              <a:rPr lang="sv-SE" err="1"/>
              <a:t>updates</a:t>
            </a:r>
            <a:r>
              <a:rPr lang="sv-SE"/>
              <a:t> the </a:t>
            </a:r>
            <a:r>
              <a:rPr lang="sv-SE" err="1"/>
              <a:t>drone's</a:t>
            </a:r>
            <a:r>
              <a:rPr lang="sv-SE"/>
              <a:t> neural </a:t>
            </a:r>
            <a:r>
              <a:rPr lang="sv-SE" err="1"/>
              <a:t>network</a:t>
            </a:r>
            <a:r>
              <a:rPr lang="sv-SE"/>
              <a:t> </a:t>
            </a:r>
            <a:r>
              <a:rPr lang="sv-SE" err="1"/>
              <a:t>during</a:t>
            </a:r>
            <a:r>
              <a:rPr lang="sv-SE"/>
              <a:t> </a:t>
            </a:r>
            <a:r>
              <a:rPr lang="sv-SE" err="1"/>
              <a:t>training</a:t>
            </a:r>
            <a:r>
              <a:rPr lang="sv-SE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sv-SE"/>
          </a:p>
          <a:p>
            <a:pPr>
              <a:buFont typeface="Wingdings" panose="05000000000000000000" pitchFamily="2" charset="2"/>
              <a:buChar char="§"/>
            </a:pPr>
            <a:r>
              <a:rPr lang="sv-SE"/>
              <a:t>Training </a:t>
            </a:r>
            <a:r>
              <a:rPr lang="sv-SE" err="1"/>
              <a:t>consists</a:t>
            </a:r>
            <a:r>
              <a:rPr lang="sv-SE"/>
              <a:t> </a:t>
            </a:r>
            <a:r>
              <a:rPr lang="sv-SE" err="1"/>
              <a:t>of</a:t>
            </a:r>
            <a:r>
              <a:rPr lang="sv-SE"/>
              <a:t> </a:t>
            </a:r>
            <a:r>
              <a:rPr lang="sv-SE" err="1"/>
              <a:t>repeated</a:t>
            </a:r>
            <a:r>
              <a:rPr lang="sv-SE"/>
              <a:t> </a:t>
            </a:r>
            <a:r>
              <a:rPr lang="sv-SE" err="1"/>
              <a:t>interaction</a:t>
            </a:r>
            <a:r>
              <a:rPr lang="sv-SE"/>
              <a:t> and </a:t>
            </a:r>
            <a:r>
              <a:rPr lang="sv-SE" err="1"/>
              <a:t>learning</a:t>
            </a:r>
            <a:r>
              <a:rPr lang="sv-SE"/>
              <a:t> </a:t>
            </a:r>
            <a:r>
              <a:rPr lang="sv-SE" err="1"/>
              <a:t>cycles</a:t>
            </a:r>
            <a:r>
              <a:rPr lang="sv-SE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sv-SE"/>
          </a:p>
          <a:p>
            <a:pPr>
              <a:buFont typeface="Wingdings" panose="05000000000000000000" pitchFamily="2" charset="2"/>
              <a:buChar char="§"/>
            </a:pPr>
            <a:r>
              <a:rPr lang="sv-SE"/>
              <a:t>A curriculum </a:t>
            </a:r>
            <a:r>
              <a:rPr lang="sv-SE" err="1"/>
              <a:t>gradually</a:t>
            </a:r>
            <a:r>
              <a:rPr lang="sv-SE"/>
              <a:t> </a:t>
            </a:r>
            <a:r>
              <a:rPr lang="sv-SE" err="1"/>
              <a:t>increases</a:t>
            </a:r>
            <a:r>
              <a:rPr lang="sv-SE"/>
              <a:t> the </a:t>
            </a:r>
            <a:r>
              <a:rPr lang="sv-SE" err="1"/>
              <a:t>difficulty</a:t>
            </a:r>
            <a:r>
              <a:rPr lang="sv-SE"/>
              <a:t>.</a:t>
            </a:r>
          </a:p>
          <a:p>
            <a:pPr marL="139700" indent="0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48032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>
          <a:extLst>
            <a:ext uri="{FF2B5EF4-FFF2-40B4-BE49-F238E27FC236}">
              <a16:creationId xmlns:a16="http://schemas.microsoft.com/office/drawing/2014/main" id="{EEDBEB1D-D64E-679F-249B-8D85BFF1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4">
            <a:extLst>
              <a:ext uri="{FF2B5EF4-FFF2-40B4-BE49-F238E27FC236}">
                <a16:creationId xmlns:a16="http://schemas.microsoft.com/office/drawing/2014/main" id="{8B1C6410-B3A3-50FB-7390-540E6CA364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9318" y="594188"/>
            <a:ext cx="6625345" cy="430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3200"/>
              <a:t>DEMO</a:t>
            </a:r>
          </a:p>
        </p:txBody>
      </p:sp>
      <p:sp>
        <p:nvSpPr>
          <p:cNvPr id="1019" name="Google Shape;1019;p44">
            <a:extLst>
              <a:ext uri="{FF2B5EF4-FFF2-40B4-BE49-F238E27FC236}">
                <a16:creationId xmlns:a16="http://schemas.microsoft.com/office/drawing/2014/main" id="{CCBF0BE4-E869-B9A9-7849-D3F23FE2C50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032" y="398987"/>
            <a:ext cx="179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20" name="Google Shape;1020;p44">
            <a:extLst>
              <a:ext uri="{FF2B5EF4-FFF2-40B4-BE49-F238E27FC236}">
                <a16:creationId xmlns:a16="http://schemas.microsoft.com/office/drawing/2014/main" id="{2F19B3B7-C856-2D3F-DDFC-4820C423B4DD}"/>
              </a:ext>
            </a:extLst>
          </p:cNvPr>
          <p:cNvSpPr/>
          <p:nvPr/>
        </p:nvSpPr>
        <p:spPr>
          <a:xfrm>
            <a:off x="2289318" y="1025087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8" name="Google Shape;1198;p44">
            <a:extLst>
              <a:ext uri="{FF2B5EF4-FFF2-40B4-BE49-F238E27FC236}">
                <a16:creationId xmlns:a16="http://schemas.microsoft.com/office/drawing/2014/main" id="{0F799C3B-0D55-E3C1-873D-D526BC82298A}"/>
              </a:ext>
            </a:extLst>
          </p:cNvPr>
          <p:cNvGrpSpPr/>
          <p:nvPr/>
        </p:nvGrpSpPr>
        <p:grpSpPr>
          <a:xfrm>
            <a:off x="7520016" y="4134363"/>
            <a:ext cx="538155" cy="568125"/>
            <a:chOff x="-3171395" y="736983"/>
            <a:chExt cx="1712232" cy="1807587"/>
          </a:xfrm>
        </p:grpSpPr>
        <p:grpSp>
          <p:nvGrpSpPr>
            <p:cNvPr id="1199" name="Google Shape;1199;p44">
              <a:extLst>
                <a:ext uri="{FF2B5EF4-FFF2-40B4-BE49-F238E27FC236}">
                  <a16:creationId xmlns:a16="http://schemas.microsoft.com/office/drawing/2014/main" id="{006ACBA4-6F5B-69E5-BB07-32DE6BEABF1E}"/>
                </a:ext>
              </a:extLst>
            </p:cNvPr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200" name="Google Shape;1200;p44">
                <a:extLst>
                  <a:ext uri="{FF2B5EF4-FFF2-40B4-BE49-F238E27FC236}">
                    <a16:creationId xmlns:a16="http://schemas.microsoft.com/office/drawing/2014/main" id="{A5901AC7-50BF-4D81-12B5-C8EE3DEE5DFD}"/>
                  </a:ext>
                </a:extLst>
              </p:cNvPr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4">
                <a:extLst>
                  <a:ext uri="{FF2B5EF4-FFF2-40B4-BE49-F238E27FC236}">
                    <a16:creationId xmlns:a16="http://schemas.microsoft.com/office/drawing/2014/main" id="{905374F5-115B-BEF9-71F0-1320D594A6F2}"/>
                  </a:ext>
                </a:extLst>
              </p:cNvPr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2" name="Google Shape;1202;p44">
              <a:extLst>
                <a:ext uri="{FF2B5EF4-FFF2-40B4-BE49-F238E27FC236}">
                  <a16:creationId xmlns:a16="http://schemas.microsoft.com/office/drawing/2014/main" id="{C5C1863F-BFE6-F4EC-39F7-39D13BC4BCC9}"/>
                </a:ext>
              </a:extLst>
            </p:cNvPr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203" name="Google Shape;1203;p44">
                <a:extLst>
                  <a:ext uri="{FF2B5EF4-FFF2-40B4-BE49-F238E27FC236}">
                    <a16:creationId xmlns:a16="http://schemas.microsoft.com/office/drawing/2014/main" id="{6A5CA4C7-C247-3255-38FB-4E55E41BAAED}"/>
                  </a:ext>
                </a:extLst>
              </p:cNvPr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4">
                <a:extLst>
                  <a:ext uri="{FF2B5EF4-FFF2-40B4-BE49-F238E27FC236}">
                    <a16:creationId xmlns:a16="http://schemas.microsoft.com/office/drawing/2014/main" id="{E9D2FC2B-5E3C-CB43-DF9E-55FA6CEED1C8}"/>
                  </a:ext>
                </a:extLst>
              </p:cNvPr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4">
                <a:extLst>
                  <a:ext uri="{FF2B5EF4-FFF2-40B4-BE49-F238E27FC236}">
                    <a16:creationId xmlns:a16="http://schemas.microsoft.com/office/drawing/2014/main" id="{4D9B8196-291E-21AD-CAD2-110B392E39A5}"/>
                  </a:ext>
                </a:extLst>
              </p:cNvPr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4">
                <a:extLst>
                  <a:ext uri="{FF2B5EF4-FFF2-40B4-BE49-F238E27FC236}">
                    <a16:creationId xmlns:a16="http://schemas.microsoft.com/office/drawing/2014/main" id="{44E58721-5B31-E7A8-4793-586FCB2F724E}"/>
                  </a:ext>
                </a:extLst>
              </p:cNvPr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" name="Recording 2026-10-10 145015">
            <a:hlinkClick r:id="" action="ppaction://media"/>
            <a:extLst>
              <a:ext uri="{FF2B5EF4-FFF2-40B4-BE49-F238E27FC236}">
                <a16:creationId xmlns:a16="http://schemas.microsoft.com/office/drawing/2014/main" id="{3A465F58-5195-BEF2-649F-534E8C6F56A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809484" y="1790687"/>
            <a:ext cx="3987220" cy="2532065"/>
          </a:xfrm>
          <a:prstGeom prst="snip2DiagRect">
            <a:avLst>
              <a:gd name="adj1" fmla="val 0"/>
              <a:gd name="adj2" fmla="val 6620"/>
            </a:avLst>
          </a:prstGeom>
          <a:ln w="31750" cap="flat">
            <a:gradFill>
              <a:gsLst>
                <a:gs pos="0">
                  <a:srgbClr val="7F7F7F"/>
                </a:gs>
                <a:gs pos="100000">
                  <a:srgbClr val="F2F2F2"/>
                </a:gs>
              </a:gsLst>
              <a:lin ang="2700000" scaled="1"/>
            </a:gradFill>
          </a:ln>
          <a:effectLst>
            <a:glow rad="101600">
              <a:srgbClr val="969696">
                <a:alpha val="40000"/>
              </a:srgbClr>
            </a:glow>
          </a:effectLst>
          <a:scene3d>
            <a:camera prst="orthographicFront"/>
            <a:lightRig rig="twoPt" dir="t"/>
          </a:scene3d>
          <a:sp3d contourW="25400">
            <a:contourClr>
              <a:srgbClr val="262626"/>
            </a:contourClr>
          </a:sp3d>
        </p:spPr>
      </p:pic>
      <p:pic>
        <p:nvPicPr>
          <p:cNvPr id="3" name="dåligmodel">
            <a:hlinkClick r:id="" action="ppaction://media"/>
            <a:extLst>
              <a:ext uri="{FF2B5EF4-FFF2-40B4-BE49-F238E27FC236}">
                <a16:creationId xmlns:a16="http://schemas.microsoft.com/office/drawing/2014/main" id="{05346260-D545-373B-7A5E-876D9CA3D4C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44118" y="1730752"/>
            <a:ext cx="4090400" cy="2592000"/>
          </a:xfrm>
          <a:prstGeom prst="snip2DiagRect">
            <a:avLst>
              <a:gd name="adj1" fmla="val 0"/>
              <a:gd name="adj2" fmla="val 6620"/>
            </a:avLst>
          </a:prstGeom>
          <a:ln w="31750" cap="flat">
            <a:gradFill>
              <a:gsLst>
                <a:gs pos="0">
                  <a:srgbClr val="7F7F7F"/>
                </a:gs>
                <a:gs pos="100000">
                  <a:srgbClr val="F2F2F2"/>
                </a:gs>
              </a:gsLst>
              <a:lin ang="2700000" scaled="1"/>
            </a:gradFill>
          </a:ln>
          <a:effectLst>
            <a:glow rad="101600">
              <a:srgbClr val="969696">
                <a:alpha val="40000"/>
              </a:srgbClr>
            </a:glow>
          </a:effectLst>
          <a:scene3d>
            <a:camera prst="orthographicFront"/>
            <a:lightRig rig="twoPt" dir="t"/>
          </a:scene3d>
          <a:sp3d contourW="25400">
            <a:contourClr>
              <a:srgbClr val="262626"/>
            </a:contourClr>
          </a:sp3d>
        </p:spPr>
      </p:pic>
      <p:sp>
        <p:nvSpPr>
          <p:cNvPr id="59" name="Subtitle 1229">
            <a:extLst>
              <a:ext uri="{FF2B5EF4-FFF2-40B4-BE49-F238E27FC236}">
                <a16:creationId xmlns:a16="http://schemas.microsoft.com/office/drawing/2014/main" id="{0247AD32-7226-847E-73B9-096D32B82CB9}"/>
              </a:ext>
            </a:extLst>
          </p:cNvPr>
          <p:cNvSpPr txBox="1">
            <a:spLocks/>
          </p:cNvSpPr>
          <p:nvPr/>
        </p:nvSpPr>
        <p:spPr>
          <a:xfrm>
            <a:off x="1206682" y="4450214"/>
            <a:ext cx="2049668" cy="35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6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marL="139700" indent="0"/>
            <a:r>
              <a:rPr lang="sv-SE"/>
              <a:t>Untrained Model</a:t>
            </a:r>
          </a:p>
        </p:txBody>
      </p:sp>
      <p:sp>
        <p:nvSpPr>
          <p:cNvPr id="61" name="Subtitle 1229">
            <a:extLst>
              <a:ext uri="{FF2B5EF4-FFF2-40B4-BE49-F238E27FC236}">
                <a16:creationId xmlns:a16="http://schemas.microsoft.com/office/drawing/2014/main" id="{E4C2E05A-B4CE-EE8B-268B-0676F6CAD0E6}"/>
              </a:ext>
            </a:extLst>
          </p:cNvPr>
          <p:cNvSpPr txBox="1">
            <a:spLocks/>
          </p:cNvSpPr>
          <p:nvPr/>
        </p:nvSpPr>
        <p:spPr>
          <a:xfrm>
            <a:off x="6064818" y="4401730"/>
            <a:ext cx="2049668" cy="35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6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marL="139700" indent="0"/>
            <a:r>
              <a:rPr lang="sv-SE"/>
              <a:t>Trained Model</a:t>
            </a:r>
          </a:p>
        </p:txBody>
      </p:sp>
    </p:spTree>
    <p:extLst>
      <p:ext uri="{BB962C8B-B14F-4D97-AF65-F5344CB8AC3E}">
        <p14:creationId xmlns:p14="http://schemas.microsoft.com/office/powerpoint/2010/main" val="167554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23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34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>
          <a:extLst>
            <a:ext uri="{FF2B5EF4-FFF2-40B4-BE49-F238E27FC236}">
              <a16:creationId xmlns:a16="http://schemas.microsoft.com/office/drawing/2014/main" id="{EEDBEB1D-D64E-679F-249B-8D85BFF1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4">
            <a:extLst>
              <a:ext uri="{FF2B5EF4-FFF2-40B4-BE49-F238E27FC236}">
                <a16:creationId xmlns:a16="http://schemas.microsoft.com/office/drawing/2014/main" id="{8B1C6410-B3A3-50FB-7390-540E6CA364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9318" y="594188"/>
            <a:ext cx="6625345" cy="430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3200"/>
              <a:t>DEMO</a:t>
            </a:r>
          </a:p>
        </p:txBody>
      </p:sp>
      <p:sp>
        <p:nvSpPr>
          <p:cNvPr id="1019" name="Google Shape;1019;p44">
            <a:extLst>
              <a:ext uri="{FF2B5EF4-FFF2-40B4-BE49-F238E27FC236}">
                <a16:creationId xmlns:a16="http://schemas.microsoft.com/office/drawing/2014/main" id="{CCBF0BE4-E869-B9A9-7849-D3F23FE2C50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032" y="398987"/>
            <a:ext cx="179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20" name="Google Shape;1020;p44">
            <a:extLst>
              <a:ext uri="{FF2B5EF4-FFF2-40B4-BE49-F238E27FC236}">
                <a16:creationId xmlns:a16="http://schemas.microsoft.com/office/drawing/2014/main" id="{2F19B3B7-C856-2D3F-DDFC-4820C423B4DD}"/>
              </a:ext>
            </a:extLst>
          </p:cNvPr>
          <p:cNvSpPr/>
          <p:nvPr/>
        </p:nvSpPr>
        <p:spPr>
          <a:xfrm>
            <a:off x="2289318" y="1025087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8" name="Google Shape;1198;p44">
            <a:extLst>
              <a:ext uri="{FF2B5EF4-FFF2-40B4-BE49-F238E27FC236}">
                <a16:creationId xmlns:a16="http://schemas.microsoft.com/office/drawing/2014/main" id="{0F799C3B-0D55-E3C1-873D-D526BC82298A}"/>
              </a:ext>
            </a:extLst>
          </p:cNvPr>
          <p:cNvGrpSpPr/>
          <p:nvPr/>
        </p:nvGrpSpPr>
        <p:grpSpPr>
          <a:xfrm>
            <a:off x="7520016" y="4134363"/>
            <a:ext cx="538155" cy="568125"/>
            <a:chOff x="-3171395" y="736983"/>
            <a:chExt cx="1712232" cy="1807587"/>
          </a:xfrm>
        </p:grpSpPr>
        <p:grpSp>
          <p:nvGrpSpPr>
            <p:cNvPr id="1199" name="Google Shape;1199;p44">
              <a:extLst>
                <a:ext uri="{FF2B5EF4-FFF2-40B4-BE49-F238E27FC236}">
                  <a16:creationId xmlns:a16="http://schemas.microsoft.com/office/drawing/2014/main" id="{006ACBA4-6F5B-69E5-BB07-32DE6BEABF1E}"/>
                </a:ext>
              </a:extLst>
            </p:cNvPr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200" name="Google Shape;1200;p44">
                <a:extLst>
                  <a:ext uri="{FF2B5EF4-FFF2-40B4-BE49-F238E27FC236}">
                    <a16:creationId xmlns:a16="http://schemas.microsoft.com/office/drawing/2014/main" id="{A5901AC7-50BF-4D81-12B5-C8EE3DEE5DFD}"/>
                  </a:ext>
                </a:extLst>
              </p:cNvPr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4">
                <a:extLst>
                  <a:ext uri="{FF2B5EF4-FFF2-40B4-BE49-F238E27FC236}">
                    <a16:creationId xmlns:a16="http://schemas.microsoft.com/office/drawing/2014/main" id="{905374F5-115B-BEF9-71F0-1320D594A6F2}"/>
                  </a:ext>
                </a:extLst>
              </p:cNvPr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2" name="Google Shape;1202;p44">
              <a:extLst>
                <a:ext uri="{FF2B5EF4-FFF2-40B4-BE49-F238E27FC236}">
                  <a16:creationId xmlns:a16="http://schemas.microsoft.com/office/drawing/2014/main" id="{C5C1863F-BFE6-F4EC-39F7-39D13BC4BCC9}"/>
                </a:ext>
              </a:extLst>
            </p:cNvPr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203" name="Google Shape;1203;p44">
                <a:extLst>
                  <a:ext uri="{FF2B5EF4-FFF2-40B4-BE49-F238E27FC236}">
                    <a16:creationId xmlns:a16="http://schemas.microsoft.com/office/drawing/2014/main" id="{6A5CA4C7-C247-3255-38FB-4E55E41BAAED}"/>
                  </a:ext>
                </a:extLst>
              </p:cNvPr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4">
                <a:extLst>
                  <a:ext uri="{FF2B5EF4-FFF2-40B4-BE49-F238E27FC236}">
                    <a16:creationId xmlns:a16="http://schemas.microsoft.com/office/drawing/2014/main" id="{E9D2FC2B-5E3C-CB43-DF9E-55FA6CEED1C8}"/>
                  </a:ext>
                </a:extLst>
              </p:cNvPr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4">
                <a:extLst>
                  <a:ext uri="{FF2B5EF4-FFF2-40B4-BE49-F238E27FC236}">
                    <a16:creationId xmlns:a16="http://schemas.microsoft.com/office/drawing/2014/main" id="{4D9B8196-291E-21AD-CAD2-110B392E39A5}"/>
                  </a:ext>
                </a:extLst>
              </p:cNvPr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4">
                <a:extLst>
                  <a:ext uri="{FF2B5EF4-FFF2-40B4-BE49-F238E27FC236}">
                    <a16:creationId xmlns:a16="http://schemas.microsoft.com/office/drawing/2014/main" id="{44E58721-5B31-E7A8-4793-586FCB2F724E}"/>
                  </a:ext>
                </a:extLst>
              </p:cNvPr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" name="Subtitle 1229">
            <a:extLst>
              <a:ext uri="{FF2B5EF4-FFF2-40B4-BE49-F238E27FC236}">
                <a16:creationId xmlns:a16="http://schemas.microsoft.com/office/drawing/2014/main" id="{0247AD32-7226-847E-73B9-096D32B82CB9}"/>
              </a:ext>
            </a:extLst>
          </p:cNvPr>
          <p:cNvSpPr txBox="1">
            <a:spLocks/>
          </p:cNvSpPr>
          <p:nvPr/>
        </p:nvSpPr>
        <p:spPr>
          <a:xfrm>
            <a:off x="1206681" y="4450214"/>
            <a:ext cx="2674853" cy="35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6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marL="139700" indent="0"/>
            <a:r>
              <a:rPr lang="sv-SE"/>
              <a:t>Untrained Model</a:t>
            </a:r>
          </a:p>
        </p:txBody>
      </p:sp>
      <p:sp>
        <p:nvSpPr>
          <p:cNvPr id="61" name="Subtitle 1229">
            <a:extLst>
              <a:ext uri="{FF2B5EF4-FFF2-40B4-BE49-F238E27FC236}">
                <a16:creationId xmlns:a16="http://schemas.microsoft.com/office/drawing/2014/main" id="{E4C2E05A-B4CE-EE8B-268B-0676F6CAD0E6}"/>
              </a:ext>
            </a:extLst>
          </p:cNvPr>
          <p:cNvSpPr txBox="1">
            <a:spLocks/>
          </p:cNvSpPr>
          <p:nvPr/>
        </p:nvSpPr>
        <p:spPr>
          <a:xfrm>
            <a:off x="6064818" y="4401730"/>
            <a:ext cx="2049668" cy="35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6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marL="139700" indent="0"/>
            <a:r>
              <a:rPr lang="sv-SE" err="1"/>
              <a:t>Trained</a:t>
            </a:r>
            <a:r>
              <a:rPr lang="sv-SE"/>
              <a:t> Model</a:t>
            </a:r>
          </a:p>
        </p:txBody>
      </p:sp>
      <p:pic>
        <p:nvPicPr>
          <p:cNvPr id="4" name="dålig80">
            <a:hlinkClick r:id="" action="ppaction://media"/>
            <a:extLst>
              <a:ext uri="{FF2B5EF4-FFF2-40B4-BE49-F238E27FC236}">
                <a16:creationId xmlns:a16="http://schemas.microsoft.com/office/drawing/2014/main" id="{BB108A23-BF9E-D039-C01D-D904ECDE6CE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41314" y="1521244"/>
            <a:ext cx="4230686" cy="2699375"/>
          </a:xfrm>
          <a:prstGeom prst="snip2DiagRect">
            <a:avLst>
              <a:gd name="adj1" fmla="val 0"/>
              <a:gd name="adj2" fmla="val 6620"/>
            </a:avLst>
          </a:prstGeom>
          <a:ln w="31750" cap="flat">
            <a:gradFill>
              <a:gsLst>
                <a:gs pos="0">
                  <a:srgbClr val="7F7F7F"/>
                </a:gs>
                <a:gs pos="100000">
                  <a:srgbClr val="F2F2F2"/>
                </a:gs>
              </a:gsLst>
              <a:lin ang="2700000" scaled="1"/>
            </a:gradFill>
          </a:ln>
          <a:effectLst>
            <a:glow rad="101600">
              <a:srgbClr val="969696">
                <a:alpha val="40000"/>
              </a:srgbClr>
            </a:glow>
          </a:effectLst>
          <a:scene3d>
            <a:camera prst="orthographicFront"/>
            <a:lightRig rig="twoPt" dir="t"/>
          </a:scene3d>
          <a:sp3d contourW="25400">
            <a:contourClr>
              <a:srgbClr val="262626"/>
            </a:contourClr>
          </a:sp3d>
        </p:spPr>
      </p:pic>
      <p:pic>
        <p:nvPicPr>
          <p:cNvPr id="5" name="good80">
            <a:hlinkClick r:id="" action="ppaction://media"/>
            <a:extLst>
              <a:ext uri="{FF2B5EF4-FFF2-40B4-BE49-F238E27FC236}">
                <a16:creationId xmlns:a16="http://schemas.microsoft.com/office/drawing/2014/main" id="{BD610C13-F589-4A22-A8E9-BBC583BB5D91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809744" y="1552733"/>
            <a:ext cx="4147591" cy="2651055"/>
          </a:xfrm>
          <a:prstGeom prst="snip2DiagRect">
            <a:avLst>
              <a:gd name="adj1" fmla="val 0"/>
              <a:gd name="adj2" fmla="val 6620"/>
            </a:avLst>
          </a:prstGeom>
          <a:ln w="31750" cap="flat">
            <a:gradFill>
              <a:gsLst>
                <a:gs pos="0">
                  <a:srgbClr val="7F7F7F"/>
                </a:gs>
                <a:gs pos="100000">
                  <a:srgbClr val="F2F2F2"/>
                </a:gs>
              </a:gsLst>
              <a:lin ang="2700000" scaled="1"/>
            </a:gradFill>
          </a:ln>
          <a:effectLst>
            <a:glow rad="101600">
              <a:srgbClr val="969696">
                <a:alpha val="40000"/>
              </a:srgbClr>
            </a:glow>
          </a:effectLst>
          <a:scene3d>
            <a:camera prst="orthographicFront"/>
            <a:lightRig rig="twoPt" dir="t"/>
          </a:scene3d>
          <a:sp3d contourW="25400">
            <a:contourClr>
              <a:srgbClr val="262626"/>
            </a:contourClr>
          </a:sp3d>
        </p:spPr>
      </p:pic>
    </p:spTree>
    <p:extLst>
      <p:ext uri="{BB962C8B-B14F-4D97-AF65-F5344CB8AC3E}">
        <p14:creationId xmlns:p14="http://schemas.microsoft.com/office/powerpoint/2010/main" val="244545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9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88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>
          <a:extLst>
            <a:ext uri="{FF2B5EF4-FFF2-40B4-BE49-F238E27FC236}">
              <a16:creationId xmlns:a16="http://schemas.microsoft.com/office/drawing/2014/main" id="{EEDBEB1D-D64E-679F-249B-8D85BFF1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44">
            <a:extLst>
              <a:ext uri="{FF2B5EF4-FFF2-40B4-BE49-F238E27FC236}">
                <a16:creationId xmlns:a16="http://schemas.microsoft.com/office/drawing/2014/main" id="{8B1C6410-B3A3-50FB-7390-540E6CA364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9318" y="594188"/>
            <a:ext cx="6625345" cy="4308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3200"/>
              <a:t>CONCLUSION</a:t>
            </a:r>
          </a:p>
        </p:txBody>
      </p:sp>
      <p:sp>
        <p:nvSpPr>
          <p:cNvPr id="1019" name="Google Shape;1019;p44">
            <a:extLst>
              <a:ext uri="{FF2B5EF4-FFF2-40B4-BE49-F238E27FC236}">
                <a16:creationId xmlns:a16="http://schemas.microsoft.com/office/drawing/2014/main" id="{CCBF0BE4-E869-B9A9-7849-D3F23FE2C50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08032" y="398987"/>
            <a:ext cx="179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020" name="Google Shape;1020;p44">
            <a:extLst>
              <a:ext uri="{FF2B5EF4-FFF2-40B4-BE49-F238E27FC236}">
                <a16:creationId xmlns:a16="http://schemas.microsoft.com/office/drawing/2014/main" id="{2F19B3B7-C856-2D3F-DDFC-4820C423B4DD}"/>
              </a:ext>
            </a:extLst>
          </p:cNvPr>
          <p:cNvSpPr/>
          <p:nvPr/>
        </p:nvSpPr>
        <p:spPr>
          <a:xfrm>
            <a:off x="2289318" y="1025087"/>
            <a:ext cx="3775500" cy="2157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8" name="Google Shape;1198;p44">
            <a:extLst>
              <a:ext uri="{FF2B5EF4-FFF2-40B4-BE49-F238E27FC236}">
                <a16:creationId xmlns:a16="http://schemas.microsoft.com/office/drawing/2014/main" id="{0F799C3B-0D55-E3C1-873D-D526BC82298A}"/>
              </a:ext>
            </a:extLst>
          </p:cNvPr>
          <p:cNvGrpSpPr/>
          <p:nvPr/>
        </p:nvGrpSpPr>
        <p:grpSpPr>
          <a:xfrm>
            <a:off x="7520016" y="4134363"/>
            <a:ext cx="538155" cy="568125"/>
            <a:chOff x="-3171395" y="736983"/>
            <a:chExt cx="1712232" cy="1807587"/>
          </a:xfrm>
        </p:grpSpPr>
        <p:grpSp>
          <p:nvGrpSpPr>
            <p:cNvPr id="1199" name="Google Shape;1199;p44">
              <a:extLst>
                <a:ext uri="{FF2B5EF4-FFF2-40B4-BE49-F238E27FC236}">
                  <a16:creationId xmlns:a16="http://schemas.microsoft.com/office/drawing/2014/main" id="{006ACBA4-6F5B-69E5-BB07-32DE6BEABF1E}"/>
                </a:ext>
              </a:extLst>
            </p:cNvPr>
            <p:cNvGrpSpPr/>
            <p:nvPr/>
          </p:nvGrpSpPr>
          <p:grpSpPr>
            <a:xfrm>
              <a:off x="-3128356" y="827596"/>
              <a:ext cx="1626149" cy="1626342"/>
              <a:chOff x="-4570025" y="-195475"/>
              <a:chExt cx="1932900" cy="1932900"/>
            </a:xfrm>
          </p:grpSpPr>
          <p:sp>
            <p:nvSpPr>
              <p:cNvPr id="1200" name="Google Shape;1200;p44">
                <a:extLst>
                  <a:ext uri="{FF2B5EF4-FFF2-40B4-BE49-F238E27FC236}">
                    <a16:creationId xmlns:a16="http://schemas.microsoft.com/office/drawing/2014/main" id="{A5901AC7-50BF-4D81-12B5-C8EE3DEE5DFD}"/>
                  </a:ext>
                </a:extLst>
              </p:cNvPr>
              <p:cNvSpPr/>
              <p:nvPr/>
            </p:nvSpPr>
            <p:spPr>
              <a:xfrm>
                <a:off x="-4260385" y="114186"/>
                <a:ext cx="1313700" cy="1313700"/>
              </a:xfrm>
              <a:prstGeom prst="mathPlus">
                <a:avLst>
                  <a:gd name="adj1" fmla="val 5816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44">
                <a:extLst>
                  <a:ext uri="{FF2B5EF4-FFF2-40B4-BE49-F238E27FC236}">
                    <a16:creationId xmlns:a16="http://schemas.microsoft.com/office/drawing/2014/main" id="{905374F5-115B-BEF9-71F0-1320D594A6F2}"/>
                  </a:ext>
                </a:extLst>
              </p:cNvPr>
              <p:cNvSpPr/>
              <p:nvPr/>
            </p:nvSpPr>
            <p:spPr>
              <a:xfrm>
                <a:off x="-4570025" y="-195475"/>
                <a:ext cx="1932900" cy="1932900"/>
              </a:xfrm>
              <a:prstGeom prst="donut">
                <a:avLst>
                  <a:gd name="adj" fmla="val 4017"/>
                </a:avLst>
              </a:pr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02" name="Google Shape;1202;p44">
              <a:extLst>
                <a:ext uri="{FF2B5EF4-FFF2-40B4-BE49-F238E27FC236}">
                  <a16:creationId xmlns:a16="http://schemas.microsoft.com/office/drawing/2014/main" id="{C5C1863F-BFE6-F4EC-39F7-39D13BC4BCC9}"/>
                </a:ext>
              </a:extLst>
            </p:cNvPr>
            <p:cNvGrpSpPr/>
            <p:nvPr/>
          </p:nvGrpSpPr>
          <p:grpSpPr>
            <a:xfrm>
              <a:off x="-3171395" y="736983"/>
              <a:ext cx="1712232" cy="1807587"/>
              <a:chOff x="-1141405" y="2245329"/>
              <a:chExt cx="336848" cy="355600"/>
            </a:xfrm>
          </p:grpSpPr>
          <p:sp>
            <p:nvSpPr>
              <p:cNvPr id="1203" name="Google Shape;1203;p44">
                <a:extLst>
                  <a:ext uri="{FF2B5EF4-FFF2-40B4-BE49-F238E27FC236}">
                    <a16:creationId xmlns:a16="http://schemas.microsoft.com/office/drawing/2014/main" id="{6A5CA4C7-C247-3255-38FB-4E55E41BAAED}"/>
                  </a:ext>
                </a:extLst>
              </p:cNvPr>
              <p:cNvSpPr/>
              <p:nvPr/>
            </p:nvSpPr>
            <p:spPr>
              <a:xfrm>
                <a:off x="-1139686" y="2245329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1" y="1"/>
                    </a:moveTo>
                    <a:lnTo>
                      <a:pt x="172" y="498"/>
                    </a:lnTo>
                    <a:lnTo>
                      <a:pt x="859" y="9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44">
                <a:extLst>
                  <a:ext uri="{FF2B5EF4-FFF2-40B4-BE49-F238E27FC236}">
                    <a16:creationId xmlns:a16="http://schemas.microsoft.com/office/drawing/2014/main" id="{E9D2FC2B-5E3C-CB43-DF9E-55FA6CEED1C8}"/>
                  </a:ext>
                </a:extLst>
              </p:cNvPr>
              <p:cNvSpPr/>
              <p:nvPr/>
            </p:nvSpPr>
            <p:spPr>
              <a:xfrm>
                <a:off x="-849337" y="2553865"/>
                <a:ext cx="44780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498" extrusionOk="0">
                    <a:moveTo>
                      <a:pt x="688" y="0"/>
                    </a:moveTo>
                    <a:lnTo>
                      <a:pt x="1" y="400"/>
                    </a:lnTo>
                    <a:lnTo>
                      <a:pt x="859" y="497"/>
                    </a:lnTo>
                    <a:lnTo>
                      <a:pt x="688" y="0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44">
                <a:extLst>
                  <a:ext uri="{FF2B5EF4-FFF2-40B4-BE49-F238E27FC236}">
                    <a16:creationId xmlns:a16="http://schemas.microsoft.com/office/drawing/2014/main" id="{4D9B8196-291E-21AD-CAD2-110B392E39A5}"/>
                  </a:ext>
                </a:extLst>
              </p:cNvPr>
              <p:cNvSpPr/>
              <p:nvPr/>
            </p:nvSpPr>
            <p:spPr>
              <a:xfrm>
                <a:off x="-861730" y="2245329"/>
                <a:ext cx="44676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98" extrusionOk="0">
                    <a:moveTo>
                      <a:pt x="857" y="1"/>
                    </a:moveTo>
                    <a:lnTo>
                      <a:pt x="0" y="98"/>
                    </a:lnTo>
                    <a:lnTo>
                      <a:pt x="693" y="498"/>
                    </a:lnTo>
                    <a:lnTo>
                      <a:pt x="857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44">
                <a:extLst>
                  <a:ext uri="{FF2B5EF4-FFF2-40B4-BE49-F238E27FC236}">
                    <a16:creationId xmlns:a16="http://schemas.microsoft.com/office/drawing/2014/main" id="{44E58721-5B31-E7A8-4793-586FCB2F724E}"/>
                  </a:ext>
                </a:extLst>
              </p:cNvPr>
              <p:cNvSpPr/>
              <p:nvPr/>
            </p:nvSpPr>
            <p:spPr>
              <a:xfrm>
                <a:off x="-1141405" y="2555241"/>
                <a:ext cx="44728" cy="4568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498" extrusionOk="0">
                    <a:moveTo>
                      <a:pt x="166" y="1"/>
                    </a:moveTo>
                    <a:lnTo>
                      <a:pt x="0" y="498"/>
                    </a:lnTo>
                    <a:lnTo>
                      <a:pt x="0" y="498"/>
                    </a:lnTo>
                    <a:lnTo>
                      <a:pt x="858" y="401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rgbClr val="D6DEEB">
                  <a:alpha val="6063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" name="Subtitle 1229">
            <a:extLst>
              <a:ext uri="{FF2B5EF4-FFF2-40B4-BE49-F238E27FC236}">
                <a16:creationId xmlns:a16="http://schemas.microsoft.com/office/drawing/2014/main" id="{0247AD32-7226-847E-73B9-096D32B82CB9}"/>
              </a:ext>
            </a:extLst>
          </p:cNvPr>
          <p:cNvSpPr txBox="1">
            <a:spLocks/>
          </p:cNvSpPr>
          <p:nvPr/>
        </p:nvSpPr>
        <p:spPr>
          <a:xfrm>
            <a:off x="3820066" y="4309629"/>
            <a:ext cx="1503863" cy="35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6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utfit"/>
              <a:buNone/>
              <a:defRPr sz="1400" b="0" i="0" u="none" strike="noStrike" cap="none" spc="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marL="139700" indent="0"/>
            <a:r>
              <a:rPr lang="sv-SE"/>
              <a:t>Final Version</a:t>
            </a:r>
          </a:p>
        </p:txBody>
      </p:sp>
      <p:pic>
        <p:nvPicPr>
          <p:cNvPr id="2" name="Video Project 1">
            <a:hlinkClick r:id="" action="ppaction://media"/>
            <a:extLst>
              <a:ext uri="{FF2B5EF4-FFF2-40B4-BE49-F238E27FC236}">
                <a16:creationId xmlns:a16="http://schemas.microsoft.com/office/drawing/2014/main" id="{1B2C198F-2BC3-7486-0122-51B2BA207C0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21139" y="1455986"/>
            <a:ext cx="5101719" cy="2869717"/>
          </a:xfrm>
          <a:prstGeom prst="snip2DiagRect">
            <a:avLst>
              <a:gd name="adj1" fmla="val 0"/>
              <a:gd name="adj2" fmla="val 6620"/>
            </a:avLst>
          </a:prstGeom>
          <a:ln w="31750" cap="flat">
            <a:gradFill>
              <a:gsLst>
                <a:gs pos="0">
                  <a:srgbClr val="7F7F7F"/>
                </a:gs>
                <a:gs pos="100000">
                  <a:srgbClr val="F2F2F2"/>
                </a:gs>
              </a:gsLst>
              <a:lin ang="2700000" scaled="1"/>
            </a:gradFill>
          </a:ln>
          <a:effectLst>
            <a:glow rad="101600">
              <a:srgbClr val="969696">
                <a:alpha val="40000"/>
              </a:srgbClr>
            </a:glow>
          </a:effectLst>
          <a:scene3d>
            <a:camera prst="orthographicFront"/>
            <a:lightRig rig="twoPt" dir="t"/>
          </a:scene3d>
          <a:sp3d contourW="25400">
            <a:contourClr>
              <a:srgbClr val="262626"/>
            </a:contourClr>
          </a:sp3d>
        </p:spPr>
      </p:pic>
      <p:grpSp>
        <p:nvGrpSpPr>
          <p:cNvPr id="3" name="Google Shape;1719;p48">
            <a:extLst>
              <a:ext uri="{FF2B5EF4-FFF2-40B4-BE49-F238E27FC236}">
                <a16:creationId xmlns:a16="http://schemas.microsoft.com/office/drawing/2014/main" id="{47A773DF-EBFD-F60E-6990-6A6BC6F57DE2}"/>
              </a:ext>
            </a:extLst>
          </p:cNvPr>
          <p:cNvGrpSpPr/>
          <p:nvPr/>
        </p:nvGrpSpPr>
        <p:grpSpPr>
          <a:xfrm flipH="1">
            <a:off x="7447293" y="575683"/>
            <a:ext cx="1030990" cy="898807"/>
            <a:chOff x="2232600" y="4049963"/>
            <a:chExt cx="2584849" cy="2253446"/>
          </a:xfrm>
        </p:grpSpPr>
        <p:sp>
          <p:nvSpPr>
            <p:cNvPr id="6" name="Google Shape;1720;p48">
              <a:extLst>
                <a:ext uri="{FF2B5EF4-FFF2-40B4-BE49-F238E27FC236}">
                  <a16:creationId xmlns:a16="http://schemas.microsoft.com/office/drawing/2014/main" id="{C2E0FF61-C839-5291-D2AF-C0EDD30FDB91}"/>
                </a:ext>
              </a:extLst>
            </p:cNvPr>
            <p:cNvSpPr/>
            <p:nvPr/>
          </p:nvSpPr>
          <p:spPr>
            <a:xfrm>
              <a:off x="2232600" y="4049963"/>
              <a:ext cx="586500" cy="757388"/>
            </a:xfrm>
            <a:custGeom>
              <a:avLst/>
              <a:gdLst/>
              <a:ahLst/>
              <a:cxnLst/>
              <a:rect l="l" t="t" r="r" b="b"/>
              <a:pathLst>
                <a:path w="11065" h="14289" extrusionOk="0">
                  <a:moveTo>
                    <a:pt x="3059" y="0"/>
                  </a:moveTo>
                  <a:cubicBezTo>
                    <a:pt x="1245" y="0"/>
                    <a:pt x="0" y="1447"/>
                    <a:pt x="0" y="3950"/>
                  </a:cubicBezTo>
                  <a:cubicBezTo>
                    <a:pt x="0" y="7481"/>
                    <a:pt x="2475" y="11766"/>
                    <a:pt x="5531" y="13532"/>
                  </a:cubicBezTo>
                  <a:cubicBezTo>
                    <a:pt x="6421" y="14045"/>
                    <a:pt x="7261" y="14288"/>
                    <a:pt x="8005" y="14288"/>
                  </a:cubicBezTo>
                  <a:cubicBezTo>
                    <a:pt x="9820" y="14288"/>
                    <a:pt x="11064" y="12842"/>
                    <a:pt x="11064" y="10339"/>
                  </a:cubicBezTo>
                  <a:cubicBezTo>
                    <a:pt x="11064" y="6807"/>
                    <a:pt x="8589" y="2521"/>
                    <a:pt x="5531" y="757"/>
                  </a:cubicBezTo>
                  <a:cubicBezTo>
                    <a:pt x="4642" y="244"/>
                    <a:pt x="3803" y="0"/>
                    <a:pt x="3059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1721;p48">
              <a:extLst>
                <a:ext uri="{FF2B5EF4-FFF2-40B4-BE49-F238E27FC236}">
                  <a16:creationId xmlns:a16="http://schemas.microsoft.com/office/drawing/2014/main" id="{E58ACA0E-19F6-2BBE-DE0D-85BB9CEB4F70}"/>
                </a:ext>
              </a:extLst>
            </p:cNvPr>
            <p:cNvGrpSpPr/>
            <p:nvPr/>
          </p:nvGrpSpPr>
          <p:grpSpPr>
            <a:xfrm>
              <a:off x="3280027" y="4685987"/>
              <a:ext cx="1537422" cy="810564"/>
              <a:chOff x="3357500" y="1620888"/>
              <a:chExt cx="867375" cy="457300"/>
            </a:xfrm>
          </p:grpSpPr>
          <p:sp>
            <p:nvSpPr>
              <p:cNvPr id="37" name="Google Shape;1722;p48">
                <a:extLst>
                  <a:ext uri="{FF2B5EF4-FFF2-40B4-BE49-F238E27FC236}">
                    <a16:creationId xmlns:a16="http://schemas.microsoft.com/office/drawing/2014/main" id="{D70C96A7-BC73-68DE-9091-6DF46B238524}"/>
                  </a:ext>
                </a:extLst>
              </p:cNvPr>
              <p:cNvSpPr/>
              <p:nvPr/>
            </p:nvSpPr>
            <p:spPr>
              <a:xfrm>
                <a:off x="3782200" y="1681538"/>
                <a:ext cx="442675" cy="329775"/>
              </a:xfrm>
              <a:custGeom>
                <a:avLst/>
                <a:gdLst/>
                <a:ahLst/>
                <a:cxnLst/>
                <a:rect l="l" t="t" r="r" b="b"/>
                <a:pathLst>
                  <a:path w="17707" h="13191" extrusionOk="0">
                    <a:moveTo>
                      <a:pt x="11091" y="0"/>
                    </a:moveTo>
                    <a:lnTo>
                      <a:pt x="0" y="6481"/>
                    </a:lnTo>
                    <a:lnTo>
                      <a:pt x="11478" y="13191"/>
                    </a:lnTo>
                    <a:cubicBezTo>
                      <a:pt x="11480" y="13189"/>
                      <a:pt x="11486" y="13188"/>
                      <a:pt x="11491" y="13186"/>
                    </a:cubicBezTo>
                    <a:lnTo>
                      <a:pt x="11492" y="13186"/>
                    </a:lnTo>
                    <a:cubicBezTo>
                      <a:pt x="17676" y="9614"/>
                      <a:pt x="17707" y="3820"/>
                      <a:pt x="11561" y="248"/>
                    </a:cubicBezTo>
                    <a:cubicBezTo>
                      <a:pt x="11412" y="159"/>
                      <a:pt x="11246" y="84"/>
                      <a:pt x="1109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723;p48">
                <a:extLst>
                  <a:ext uri="{FF2B5EF4-FFF2-40B4-BE49-F238E27FC236}">
                    <a16:creationId xmlns:a16="http://schemas.microsoft.com/office/drawing/2014/main" id="{87ECC388-6E34-FD34-2C57-2D01BF8701F4}"/>
                  </a:ext>
                </a:extLst>
              </p:cNvPr>
              <p:cNvSpPr/>
              <p:nvPr/>
            </p:nvSpPr>
            <p:spPr>
              <a:xfrm>
                <a:off x="3514225" y="1620888"/>
                <a:ext cx="5453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21812" h="8907" extrusionOk="0">
                    <a:moveTo>
                      <a:pt x="11107" y="0"/>
                    </a:moveTo>
                    <a:cubicBezTo>
                      <a:pt x="7098" y="0"/>
                      <a:pt x="3084" y="880"/>
                      <a:pt x="1" y="2642"/>
                    </a:cubicBezTo>
                    <a:lnTo>
                      <a:pt x="10719" y="8907"/>
                    </a:lnTo>
                    <a:lnTo>
                      <a:pt x="21811" y="2426"/>
                    </a:lnTo>
                    <a:cubicBezTo>
                      <a:pt x="18796" y="810"/>
                      <a:pt x="14953" y="0"/>
                      <a:pt x="1110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724;p48">
                <a:extLst>
                  <a:ext uri="{FF2B5EF4-FFF2-40B4-BE49-F238E27FC236}">
                    <a16:creationId xmlns:a16="http://schemas.microsoft.com/office/drawing/2014/main" id="{10CD00C6-25D7-280F-07C7-D4A9286F7C9E}"/>
                  </a:ext>
                </a:extLst>
              </p:cNvPr>
              <p:cNvSpPr/>
              <p:nvPr/>
            </p:nvSpPr>
            <p:spPr>
              <a:xfrm>
                <a:off x="3503475" y="1843538"/>
                <a:ext cx="565700" cy="234650"/>
              </a:xfrm>
              <a:custGeom>
                <a:avLst/>
                <a:gdLst/>
                <a:ahLst/>
                <a:cxnLst/>
                <a:rect l="l" t="t" r="r" b="b"/>
                <a:pathLst>
                  <a:path w="22628" h="9386" extrusionOk="0">
                    <a:moveTo>
                      <a:pt x="11149" y="1"/>
                    </a:moveTo>
                    <a:lnTo>
                      <a:pt x="0" y="6523"/>
                    </a:lnTo>
                    <a:cubicBezTo>
                      <a:pt x="102" y="6584"/>
                      <a:pt x="199" y="6648"/>
                      <a:pt x="302" y="6706"/>
                    </a:cubicBezTo>
                    <a:cubicBezTo>
                      <a:pt x="3375" y="8492"/>
                      <a:pt x="7412" y="9385"/>
                      <a:pt x="11455" y="9385"/>
                    </a:cubicBezTo>
                    <a:cubicBezTo>
                      <a:pt x="15492" y="9385"/>
                      <a:pt x="19534" y="8494"/>
                      <a:pt x="22627" y="6711"/>
                    </a:cubicBezTo>
                    <a:lnTo>
                      <a:pt x="1114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725;p48">
                <a:extLst>
                  <a:ext uri="{FF2B5EF4-FFF2-40B4-BE49-F238E27FC236}">
                    <a16:creationId xmlns:a16="http://schemas.microsoft.com/office/drawing/2014/main" id="{A98B11C4-3BDA-E496-34E1-D09CEE7AEED0}"/>
                  </a:ext>
                </a:extLst>
              </p:cNvPr>
              <p:cNvSpPr/>
              <p:nvPr/>
            </p:nvSpPr>
            <p:spPr>
              <a:xfrm>
                <a:off x="3357500" y="1686913"/>
                <a:ext cx="424725" cy="319700"/>
              </a:xfrm>
              <a:custGeom>
                <a:avLst/>
                <a:gdLst/>
                <a:ahLst/>
                <a:cxnLst/>
                <a:rect l="l" t="t" r="r" b="b"/>
                <a:pathLst>
                  <a:path w="16989" h="12788" extrusionOk="0">
                    <a:moveTo>
                      <a:pt x="6270" y="1"/>
                    </a:moveTo>
                    <a:cubicBezTo>
                      <a:pt x="6253" y="12"/>
                      <a:pt x="6232" y="21"/>
                      <a:pt x="6215" y="33"/>
                    </a:cubicBezTo>
                    <a:lnTo>
                      <a:pt x="6213" y="33"/>
                    </a:lnTo>
                    <a:cubicBezTo>
                      <a:pt x="128" y="3545"/>
                      <a:pt x="0" y="9202"/>
                      <a:pt x="5839" y="12788"/>
                    </a:cubicBezTo>
                    <a:lnTo>
                      <a:pt x="16988" y="6266"/>
                    </a:lnTo>
                    <a:lnTo>
                      <a:pt x="62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1726;p48">
              <a:extLst>
                <a:ext uri="{FF2B5EF4-FFF2-40B4-BE49-F238E27FC236}">
                  <a16:creationId xmlns:a16="http://schemas.microsoft.com/office/drawing/2014/main" id="{AB052A1F-F148-3205-3D61-D46829CED521}"/>
                </a:ext>
              </a:extLst>
            </p:cNvPr>
            <p:cNvSpPr/>
            <p:nvPr/>
          </p:nvSpPr>
          <p:spPr>
            <a:xfrm>
              <a:off x="4036081" y="5619587"/>
              <a:ext cx="659329" cy="388633"/>
            </a:xfrm>
            <a:custGeom>
              <a:avLst/>
              <a:gdLst/>
              <a:ahLst/>
              <a:cxnLst/>
              <a:rect l="l" t="t" r="r" b="b"/>
              <a:pathLst>
                <a:path w="12439" h="7332" extrusionOk="0">
                  <a:moveTo>
                    <a:pt x="252" y="1"/>
                  </a:moveTo>
                  <a:cubicBezTo>
                    <a:pt x="176" y="1"/>
                    <a:pt x="101" y="40"/>
                    <a:pt x="60" y="112"/>
                  </a:cubicBezTo>
                  <a:cubicBezTo>
                    <a:pt x="0" y="216"/>
                    <a:pt x="36" y="351"/>
                    <a:pt x="140" y="411"/>
                  </a:cubicBezTo>
                  <a:lnTo>
                    <a:pt x="12077" y="7303"/>
                  </a:lnTo>
                  <a:cubicBezTo>
                    <a:pt x="12111" y="7323"/>
                    <a:pt x="12149" y="7332"/>
                    <a:pt x="12186" y="7332"/>
                  </a:cubicBezTo>
                  <a:cubicBezTo>
                    <a:pt x="12263" y="7332"/>
                    <a:pt x="12337" y="7292"/>
                    <a:pt x="12377" y="7221"/>
                  </a:cubicBezTo>
                  <a:cubicBezTo>
                    <a:pt x="12438" y="7117"/>
                    <a:pt x="12403" y="6981"/>
                    <a:pt x="12297" y="6921"/>
                  </a:cubicBezTo>
                  <a:lnTo>
                    <a:pt x="362" y="30"/>
                  </a:lnTo>
                  <a:cubicBezTo>
                    <a:pt x="327" y="10"/>
                    <a:pt x="290" y="1"/>
                    <a:pt x="252" y="1"/>
                  </a:cubicBezTo>
                  <a:close/>
                </a:path>
              </a:pathLst>
            </a:custGeom>
            <a:solidFill>
              <a:srgbClr val="1E1A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727;p48">
              <a:extLst>
                <a:ext uri="{FF2B5EF4-FFF2-40B4-BE49-F238E27FC236}">
                  <a16:creationId xmlns:a16="http://schemas.microsoft.com/office/drawing/2014/main" id="{224A4C9C-3A66-B769-F8E4-BFB81D6A104F}"/>
                </a:ext>
              </a:extLst>
            </p:cNvPr>
            <p:cNvSpPr/>
            <p:nvPr/>
          </p:nvSpPr>
          <p:spPr>
            <a:xfrm>
              <a:off x="2472764" y="4254295"/>
              <a:ext cx="243293" cy="283100"/>
            </a:xfrm>
            <a:custGeom>
              <a:avLst/>
              <a:gdLst/>
              <a:ahLst/>
              <a:cxnLst/>
              <a:rect l="l" t="t" r="r" b="b"/>
              <a:pathLst>
                <a:path w="4590" h="5341" extrusionOk="0">
                  <a:moveTo>
                    <a:pt x="2033" y="0"/>
                  </a:moveTo>
                  <a:cubicBezTo>
                    <a:pt x="1857" y="0"/>
                    <a:pt x="1698" y="43"/>
                    <a:pt x="1562" y="125"/>
                  </a:cubicBezTo>
                  <a:lnTo>
                    <a:pt x="1" y="1026"/>
                  </a:lnTo>
                  <a:lnTo>
                    <a:pt x="2522" y="5341"/>
                  </a:lnTo>
                  <a:lnTo>
                    <a:pt x="4083" y="4439"/>
                  </a:lnTo>
                  <a:cubicBezTo>
                    <a:pt x="4397" y="4253"/>
                    <a:pt x="4589" y="3859"/>
                    <a:pt x="4589" y="3303"/>
                  </a:cubicBezTo>
                  <a:cubicBezTo>
                    <a:pt x="4589" y="2175"/>
                    <a:pt x="3798" y="806"/>
                    <a:pt x="2823" y="242"/>
                  </a:cubicBezTo>
                  <a:cubicBezTo>
                    <a:pt x="2539" y="78"/>
                    <a:pt x="2271" y="0"/>
                    <a:pt x="20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28;p48">
              <a:extLst>
                <a:ext uri="{FF2B5EF4-FFF2-40B4-BE49-F238E27FC236}">
                  <a16:creationId xmlns:a16="http://schemas.microsoft.com/office/drawing/2014/main" id="{92806BDD-9BE3-6735-EB01-66CD38B7E345}"/>
                </a:ext>
              </a:extLst>
            </p:cNvPr>
            <p:cNvSpPr/>
            <p:nvPr/>
          </p:nvSpPr>
          <p:spPr>
            <a:xfrm>
              <a:off x="2445943" y="4302052"/>
              <a:ext cx="187320" cy="241968"/>
            </a:xfrm>
            <a:custGeom>
              <a:avLst/>
              <a:gdLst/>
              <a:ahLst/>
              <a:cxnLst/>
              <a:rect l="l" t="t" r="r" b="b"/>
              <a:pathLst>
                <a:path w="3534" h="4565" extrusionOk="0">
                  <a:moveTo>
                    <a:pt x="979" y="1"/>
                  </a:moveTo>
                  <a:cubicBezTo>
                    <a:pt x="399" y="1"/>
                    <a:pt x="0" y="463"/>
                    <a:pt x="0" y="1263"/>
                  </a:cubicBezTo>
                  <a:cubicBezTo>
                    <a:pt x="0" y="2389"/>
                    <a:pt x="791" y="3760"/>
                    <a:pt x="1768" y="4323"/>
                  </a:cubicBezTo>
                  <a:cubicBezTo>
                    <a:pt x="2052" y="4487"/>
                    <a:pt x="2320" y="4565"/>
                    <a:pt x="2557" y="4565"/>
                  </a:cubicBezTo>
                  <a:cubicBezTo>
                    <a:pt x="3136" y="4565"/>
                    <a:pt x="3534" y="4102"/>
                    <a:pt x="3534" y="3303"/>
                  </a:cubicBezTo>
                  <a:cubicBezTo>
                    <a:pt x="3534" y="2177"/>
                    <a:pt x="2743" y="806"/>
                    <a:pt x="1768" y="242"/>
                  </a:cubicBezTo>
                  <a:cubicBezTo>
                    <a:pt x="1484" y="78"/>
                    <a:pt x="1216" y="1"/>
                    <a:pt x="9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29;p48">
              <a:extLst>
                <a:ext uri="{FF2B5EF4-FFF2-40B4-BE49-F238E27FC236}">
                  <a16:creationId xmlns:a16="http://schemas.microsoft.com/office/drawing/2014/main" id="{0E63DA3A-C800-1847-3E89-6A67FF6D42E1}"/>
                </a:ext>
              </a:extLst>
            </p:cNvPr>
            <p:cNvSpPr/>
            <p:nvPr/>
          </p:nvSpPr>
          <p:spPr>
            <a:xfrm>
              <a:off x="3524851" y="5169313"/>
              <a:ext cx="1015629" cy="1134095"/>
            </a:xfrm>
            <a:custGeom>
              <a:avLst/>
              <a:gdLst/>
              <a:ahLst/>
              <a:cxnLst/>
              <a:rect l="l" t="t" r="r" b="b"/>
              <a:pathLst>
                <a:path w="19161" h="21396" extrusionOk="0">
                  <a:moveTo>
                    <a:pt x="8424" y="11258"/>
                  </a:moveTo>
                  <a:lnTo>
                    <a:pt x="10417" y="12411"/>
                  </a:lnTo>
                  <a:lnTo>
                    <a:pt x="9099" y="14489"/>
                  </a:lnTo>
                  <a:lnTo>
                    <a:pt x="9099" y="14490"/>
                  </a:lnTo>
                  <a:lnTo>
                    <a:pt x="7106" y="13338"/>
                  </a:lnTo>
                  <a:lnTo>
                    <a:pt x="8424" y="11258"/>
                  </a:lnTo>
                  <a:close/>
                  <a:moveTo>
                    <a:pt x="6987" y="13524"/>
                  </a:moveTo>
                  <a:lnTo>
                    <a:pt x="8982" y="14675"/>
                  </a:lnTo>
                  <a:lnTo>
                    <a:pt x="7998" y="16227"/>
                  </a:lnTo>
                  <a:cubicBezTo>
                    <a:pt x="7755" y="16611"/>
                    <a:pt x="7621" y="17016"/>
                    <a:pt x="7621" y="17370"/>
                  </a:cubicBezTo>
                  <a:lnTo>
                    <a:pt x="7621" y="18283"/>
                  </a:lnTo>
                  <a:lnTo>
                    <a:pt x="5686" y="17167"/>
                  </a:lnTo>
                  <a:lnTo>
                    <a:pt x="5686" y="15998"/>
                  </a:lnTo>
                  <a:cubicBezTo>
                    <a:pt x="5686" y="15730"/>
                    <a:pt x="5798" y="15401"/>
                    <a:pt x="5993" y="15092"/>
                  </a:cubicBezTo>
                  <a:lnTo>
                    <a:pt x="6987" y="13524"/>
                  </a:lnTo>
                  <a:close/>
                  <a:moveTo>
                    <a:pt x="1853" y="0"/>
                  </a:moveTo>
                  <a:lnTo>
                    <a:pt x="1853" y="1852"/>
                  </a:lnTo>
                  <a:cubicBezTo>
                    <a:pt x="1853" y="4157"/>
                    <a:pt x="2589" y="6432"/>
                    <a:pt x="4078" y="8190"/>
                  </a:cubicBezTo>
                  <a:cubicBezTo>
                    <a:pt x="4635" y="8848"/>
                    <a:pt x="5315" y="9465"/>
                    <a:pt x="6141" y="9942"/>
                  </a:cubicBezTo>
                  <a:lnTo>
                    <a:pt x="8042" y="11038"/>
                  </a:lnTo>
                  <a:lnTo>
                    <a:pt x="5621" y="14856"/>
                  </a:lnTo>
                  <a:cubicBezTo>
                    <a:pt x="5378" y="15238"/>
                    <a:pt x="5246" y="15644"/>
                    <a:pt x="5246" y="15998"/>
                  </a:cubicBezTo>
                  <a:lnTo>
                    <a:pt x="5246" y="16913"/>
                  </a:lnTo>
                  <a:lnTo>
                    <a:pt x="362" y="14093"/>
                  </a:lnTo>
                  <a:cubicBezTo>
                    <a:pt x="328" y="14074"/>
                    <a:pt x="290" y="14064"/>
                    <a:pt x="252" y="14064"/>
                  </a:cubicBezTo>
                  <a:cubicBezTo>
                    <a:pt x="176" y="14064"/>
                    <a:pt x="102" y="14103"/>
                    <a:pt x="61" y="14173"/>
                  </a:cubicBezTo>
                  <a:cubicBezTo>
                    <a:pt x="1" y="14279"/>
                    <a:pt x="36" y="14415"/>
                    <a:pt x="142" y="14475"/>
                  </a:cubicBezTo>
                  <a:lnTo>
                    <a:pt x="12077" y="21366"/>
                  </a:lnTo>
                  <a:cubicBezTo>
                    <a:pt x="12111" y="21386"/>
                    <a:pt x="12149" y="21395"/>
                    <a:pt x="12186" y="21395"/>
                  </a:cubicBezTo>
                  <a:cubicBezTo>
                    <a:pt x="12263" y="21395"/>
                    <a:pt x="12337" y="21355"/>
                    <a:pt x="12379" y="21284"/>
                  </a:cubicBezTo>
                  <a:cubicBezTo>
                    <a:pt x="12439" y="21180"/>
                    <a:pt x="12403" y="21044"/>
                    <a:pt x="12297" y="20984"/>
                  </a:cubicBezTo>
                  <a:lnTo>
                    <a:pt x="8062" y="18539"/>
                  </a:lnTo>
                  <a:lnTo>
                    <a:pt x="8062" y="17370"/>
                  </a:lnTo>
                  <a:cubicBezTo>
                    <a:pt x="8062" y="17102"/>
                    <a:pt x="8175" y="16773"/>
                    <a:pt x="8370" y="16464"/>
                  </a:cubicBezTo>
                  <a:lnTo>
                    <a:pt x="10799" y="12630"/>
                  </a:lnTo>
                  <a:lnTo>
                    <a:pt x="15432" y="15305"/>
                  </a:lnTo>
                  <a:cubicBezTo>
                    <a:pt x="15563" y="15382"/>
                    <a:pt x="15711" y="15420"/>
                    <a:pt x="15858" y="15420"/>
                  </a:cubicBezTo>
                  <a:cubicBezTo>
                    <a:pt x="16006" y="15420"/>
                    <a:pt x="16153" y="15382"/>
                    <a:pt x="16286" y="15305"/>
                  </a:cubicBezTo>
                  <a:lnTo>
                    <a:pt x="19161" y="13646"/>
                  </a:lnTo>
                  <a:lnTo>
                    <a:pt x="19161" y="7242"/>
                  </a:lnTo>
                  <a:lnTo>
                    <a:pt x="15859" y="9148"/>
                  </a:lnTo>
                  <a:lnTo>
                    <a:pt x="15859" y="9148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30;p48">
              <a:extLst>
                <a:ext uri="{FF2B5EF4-FFF2-40B4-BE49-F238E27FC236}">
                  <a16:creationId xmlns:a16="http://schemas.microsoft.com/office/drawing/2014/main" id="{D04170FF-FCA5-9031-69AF-3E17B829D336}"/>
                </a:ext>
              </a:extLst>
            </p:cNvPr>
            <p:cNvSpPr/>
            <p:nvPr/>
          </p:nvSpPr>
          <p:spPr>
            <a:xfrm>
              <a:off x="2628915" y="4442302"/>
              <a:ext cx="870819" cy="637226"/>
            </a:xfrm>
            <a:custGeom>
              <a:avLst/>
              <a:gdLst/>
              <a:ahLst/>
              <a:cxnLst/>
              <a:rect l="l" t="t" r="r" b="b"/>
              <a:pathLst>
                <a:path w="16429" h="12022" extrusionOk="0">
                  <a:moveTo>
                    <a:pt x="0" y="0"/>
                  </a:moveTo>
                  <a:lnTo>
                    <a:pt x="0" y="1214"/>
                  </a:lnTo>
                  <a:lnTo>
                    <a:pt x="16428" y="12021"/>
                  </a:lnTo>
                  <a:lnTo>
                    <a:pt x="16428" y="9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31;p48">
              <a:extLst>
                <a:ext uri="{FF2B5EF4-FFF2-40B4-BE49-F238E27FC236}">
                  <a16:creationId xmlns:a16="http://schemas.microsoft.com/office/drawing/2014/main" id="{48A4EA4C-646B-11AB-9362-CBF3972117F8}"/>
                </a:ext>
              </a:extLst>
            </p:cNvPr>
            <p:cNvSpPr/>
            <p:nvPr/>
          </p:nvSpPr>
          <p:spPr>
            <a:xfrm>
              <a:off x="2628915" y="4394598"/>
              <a:ext cx="953401" cy="550457"/>
            </a:xfrm>
            <a:custGeom>
              <a:avLst/>
              <a:gdLst/>
              <a:ahLst/>
              <a:cxnLst/>
              <a:rect l="l" t="t" r="r" b="b"/>
              <a:pathLst>
                <a:path w="17987" h="10385" extrusionOk="0">
                  <a:moveTo>
                    <a:pt x="1558" y="0"/>
                  </a:moveTo>
                  <a:lnTo>
                    <a:pt x="0" y="900"/>
                  </a:lnTo>
                  <a:lnTo>
                    <a:pt x="16428" y="10385"/>
                  </a:lnTo>
                  <a:lnTo>
                    <a:pt x="17987" y="9485"/>
                  </a:lnTo>
                  <a:lnTo>
                    <a:pt x="1558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32;p48">
              <a:extLst>
                <a:ext uri="{FF2B5EF4-FFF2-40B4-BE49-F238E27FC236}">
                  <a16:creationId xmlns:a16="http://schemas.microsoft.com/office/drawing/2014/main" id="{AB8EE9C4-6FC0-973B-F899-BF126B99CC99}"/>
                </a:ext>
              </a:extLst>
            </p:cNvPr>
            <p:cNvSpPr/>
            <p:nvPr/>
          </p:nvSpPr>
          <p:spPr>
            <a:xfrm>
              <a:off x="3446087" y="4914096"/>
              <a:ext cx="216313" cy="297305"/>
            </a:xfrm>
            <a:custGeom>
              <a:avLst/>
              <a:gdLst/>
              <a:ahLst/>
              <a:cxnLst/>
              <a:rect l="l" t="t" r="r" b="b"/>
              <a:pathLst>
                <a:path w="4081" h="5609" extrusionOk="0">
                  <a:moveTo>
                    <a:pt x="2" y="1"/>
                  </a:moveTo>
                  <a:lnTo>
                    <a:pt x="1" y="2419"/>
                  </a:lnTo>
                  <a:lnTo>
                    <a:pt x="3236" y="5609"/>
                  </a:lnTo>
                  <a:lnTo>
                    <a:pt x="4080" y="3214"/>
                  </a:lnTo>
                  <a:cubicBezTo>
                    <a:pt x="4080" y="3214"/>
                    <a:pt x="1704" y="701"/>
                    <a:pt x="1704" y="670"/>
                  </a:cubicBezTo>
                  <a:cubicBezTo>
                    <a:pt x="1704" y="639"/>
                    <a:pt x="2" y="1"/>
                    <a:pt x="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33;p48">
              <a:extLst>
                <a:ext uri="{FF2B5EF4-FFF2-40B4-BE49-F238E27FC236}">
                  <a16:creationId xmlns:a16="http://schemas.microsoft.com/office/drawing/2014/main" id="{1725E84E-3C4D-D1AC-4867-5B7157020CEA}"/>
                </a:ext>
              </a:extLst>
            </p:cNvPr>
            <p:cNvSpPr/>
            <p:nvPr/>
          </p:nvSpPr>
          <p:spPr>
            <a:xfrm>
              <a:off x="3446193" y="4865915"/>
              <a:ext cx="1082733" cy="627685"/>
            </a:xfrm>
            <a:custGeom>
              <a:avLst/>
              <a:gdLst/>
              <a:ahLst/>
              <a:cxnLst/>
              <a:rect l="l" t="t" r="r" b="b"/>
              <a:pathLst>
                <a:path w="20427" h="11842" extrusionOk="0">
                  <a:moveTo>
                    <a:pt x="1543" y="1"/>
                  </a:moveTo>
                  <a:lnTo>
                    <a:pt x="0" y="910"/>
                  </a:lnTo>
                  <a:lnTo>
                    <a:pt x="3230" y="4603"/>
                  </a:lnTo>
                  <a:lnTo>
                    <a:pt x="15767" y="11842"/>
                  </a:lnTo>
                  <a:lnTo>
                    <a:pt x="20426" y="9134"/>
                  </a:lnTo>
                  <a:lnTo>
                    <a:pt x="7916" y="1913"/>
                  </a:lnTo>
                  <a:lnTo>
                    <a:pt x="15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34;p48">
              <a:extLst>
                <a:ext uri="{FF2B5EF4-FFF2-40B4-BE49-F238E27FC236}">
                  <a16:creationId xmlns:a16="http://schemas.microsoft.com/office/drawing/2014/main" id="{B32D13B9-3BA0-C3F5-9A23-02AC7FCFDCFA}"/>
                </a:ext>
              </a:extLst>
            </p:cNvPr>
            <p:cNvSpPr/>
            <p:nvPr/>
          </p:nvSpPr>
          <p:spPr>
            <a:xfrm>
              <a:off x="4461230" y="5574109"/>
              <a:ext cx="275997" cy="410153"/>
            </a:xfrm>
            <a:custGeom>
              <a:avLst/>
              <a:gdLst/>
              <a:ahLst/>
              <a:cxnLst/>
              <a:rect l="l" t="t" r="r" b="b"/>
              <a:pathLst>
                <a:path w="5207" h="7738" extrusionOk="0">
                  <a:moveTo>
                    <a:pt x="5206" y="0"/>
                  </a:moveTo>
                  <a:lnTo>
                    <a:pt x="1121" y="2377"/>
                  </a:lnTo>
                  <a:lnTo>
                    <a:pt x="1" y="7738"/>
                  </a:lnTo>
                  <a:lnTo>
                    <a:pt x="1" y="7738"/>
                  </a:lnTo>
                  <a:lnTo>
                    <a:pt x="4086" y="5361"/>
                  </a:lnTo>
                  <a:lnTo>
                    <a:pt x="5206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35;p48">
              <a:extLst>
                <a:ext uri="{FF2B5EF4-FFF2-40B4-BE49-F238E27FC236}">
                  <a16:creationId xmlns:a16="http://schemas.microsoft.com/office/drawing/2014/main" id="{9687F68C-160B-F064-1956-15DE01147B84}"/>
                </a:ext>
              </a:extLst>
            </p:cNvPr>
            <p:cNvSpPr/>
            <p:nvPr/>
          </p:nvSpPr>
          <p:spPr>
            <a:xfrm>
              <a:off x="4494835" y="5653192"/>
              <a:ext cx="202002" cy="284531"/>
            </a:xfrm>
            <a:custGeom>
              <a:avLst/>
              <a:gdLst/>
              <a:ahLst/>
              <a:cxnLst/>
              <a:rect l="l" t="t" r="r" b="b"/>
              <a:pathLst>
                <a:path w="3811" h="5368" extrusionOk="0">
                  <a:moveTo>
                    <a:pt x="3811" y="1"/>
                  </a:moveTo>
                  <a:lnTo>
                    <a:pt x="753" y="1766"/>
                  </a:lnTo>
                  <a:lnTo>
                    <a:pt x="1" y="5367"/>
                  </a:lnTo>
                  <a:lnTo>
                    <a:pt x="3062" y="3586"/>
                  </a:lnTo>
                  <a:lnTo>
                    <a:pt x="38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36;p48">
              <a:extLst>
                <a:ext uri="{FF2B5EF4-FFF2-40B4-BE49-F238E27FC236}">
                  <a16:creationId xmlns:a16="http://schemas.microsoft.com/office/drawing/2014/main" id="{50C459A6-97C2-AF7C-14DF-053563D91C74}"/>
                </a:ext>
              </a:extLst>
            </p:cNvPr>
            <p:cNvSpPr/>
            <p:nvPr/>
          </p:nvSpPr>
          <p:spPr>
            <a:xfrm>
              <a:off x="4500878" y="5528207"/>
              <a:ext cx="236349" cy="171895"/>
            </a:xfrm>
            <a:custGeom>
              <a:avLst/>
              <a:gdLst/>
              <a:ahLst/>
              <a:cxnLst/>
              <a:rect l="l" t="t" r="r" b="b"/>
              <a:pathLst>
                <a:path w="4459" h="3243" extrusionOk="0">
                  <a:moveTo>
                    <a:pt x="4086" y="0"/>
                  </a:moveTo>
                  <a:lnTo>
                    <a:pt x="1" y="2377"/>
                  </a:lnTo>
                  <a:lnTo>
                    <a:pt x="373" y="3243"/>
                  </a:lnTo>
                  <a:lnTo>
                    <a:pt x="4458" y="866"/>
                  </a:lnTo>
                  <a:lnTo>
                    <a:pt x="408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37;p48">
              <a:extLst>
                <a:ext uri="{FF2B5EF4-FFF2-40B4-BE49-F238E27FC236}">
                  <a16:creationId xmlns:a16="http://schemas.microsoft.com/office/drawing/2014/main" id="{E91231A8-CD29-7A47-CB61-20456D56ABFC}"/>
                </a:ext>
              </a:extLst>
            </p:cNvPr>
            <p:cNvSpPr/>
            <p:nvPr/>
          </p:nvSpPr>
          <p:spPr>
            <a:xfrm>
              <a:off x="4281863" y="5350059"/>
              <a:ext cx="435595" cy="304143"/>
            </a:xfrm>
            <a:custGeom>
              <a:avLst/>
              <a:gdLst/>
              <a:ahLst/>
              <a:cxnLst/>
              <a:rect l="l" t="t" r="r" b="b"/>
              <a:pathLst>
                <a:path w="8218" h="5738" extrusionOk="0">
                  <a:moveTo>
                    <a:pt x="4660" y="0"/>
                  </a:moveTo>
                  <a:lnTo>
                    <a:pt x="1" y="2708"/>
                  </a:lnTo>
                  <a:lnTo>
                    <a:pt x="4133" y="5738"/>
                  </a:lnTo>
                  <a:lnTo>
                    <a:pt x="8218" y="3361"/>
                  </a:lnTo>
                  <a:lnTo>
                    <a:pt x="46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38;p48">
              <a:extLst>
                <a:ext uri="{FF2B5EF4-FFF2-40B4-BE49-F238E27FC236}">
                  <a16:creationId xmlns:a16="http://schemas.microsoft.com/office/drawing/2014/main" id="{74304889-9021-5DCC-B1B7-26DAC17F734B}"/>
                </a:ext>
              </a:extLst>
            </p:cNvPr>
            <p:cNvSpPr/>
            <p:nvPr/>
          </p:nvSpPr>
          <p:spPr>
            <a:xfrm>
              <a:off x="3617397" y="5109842"/>
              <a:ext cx="903258" cy="874423"/>
            </a:xfrm>
            <a:custGeom>
              <a:avLst/>
              <a:gdLst/>
              <a:ahLst/>
              <a:cxnLst/>
              <a:rect l="l" t="t" r="r" b="b"/>
              <a:pathLst>
                <a:path w="17041" h="16497" extrusionOk="0">
                  <a:moveTo>
                    <a:pt x="0" y="1"/>
                  </a:moveTo>
                  <a:lnTo>
                    <a:pt x="4" y="1916"/>
                  </a:lnTo>
                  <a:lnTo>
                    <a:pt x="3114" y="5103"/>
                  </a:lnTo>
                  <a:lnTo>
                    <a:pt x="9963" y="9058"/>
                  </a:lnTo>
                  <a:lnTo>
                    <a:pt x="11274" y="12973"/>
                  </a:lnTo>
                  <a:cubicBezTo>
                    <a:pt x="11568" y="13851"/>
                    <a:pt x="12194" y="14580"/>
                    <a:pt x="13018" y="15005"/>
                  </a:cubicBezTo>
                  <a:lnTo>
                    <a:pt x="15921" y="16497"/>
                  </a:lnTo>
                  <a:lnTo>
                    <a:pt x="17041" y="11136"/>
                  </a:lnTo>
                  <a:lnTo>
                    <a:pt x="16669" y="10270"/>
                  </a:lnTo>
                  <a:lnTo>
                    <a:pt x="12537" y="72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739;p48">
              <a:extLst>
                <a:ext uri="{FF2B5EF4-FFF2-40B4-BE49-F238E27FC236}">
                  <a16:creationId xmlns:a16="http://schemas.microsoft.com/office/drawing/2014/main" id="{DF03225B-0D94-4993-E315-9990D018437D}"/>
                </a:ext>
              </a:extLst>
            </p:cNvPr>
            <p:cNvSpPr/>
            <p:nvPr/>
          </p:nvSpPr>
          <p:spPr>
            <a:xfrm>
              <a:off x="3747630" y="5036643"/>
              <a:ext cx="316069" cy="131982"/>
            </a:xfrm>
            <a:custGeom>
              <a:avLst/>
              <a:gdLst/>
              <a:ahLst/>
              <a:cxnLst/>
              <a:rect l="l" t="t" r="r" b="b"/>
              <a:pathLst>
                <a:path w="5963" h="2490" extrusionOk="0">
                  <a:moveTo>
                    <a:pt x="3073" y="1"/>
                  </a:moveTo>
                  <a:lnTo>
                    <a:pt x="0" y="1791"/>
                  </a:lnTo>
                  <a:lnTo>
                    <a:pt x="2889" y="2489"/>
                  </a:lnTo>
                  <a:lnTo>
                    <a:pt x="5962" y="699"/>
                  </a:lnTo>
                  <a:lnTo>
                    <a:pt x="3073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740;p48">
              <a:extLst>
                <a:ext uri="{FF2B5EF4-FFF2-40B4-BE49-F238E27FC236}">
                  <a16:creationId xmlns:a16="http://schemas.microsoft.com/office/drawing/2014/main" id="{56281572-804C-6C57-8895-7F0D412D6472}"/>
                </a:ext>
              </a:extLst>
            </p:cNvPr>
            <p:cNvSpPr/>
            <p:nvPr/>
          </p:nvSpPr>
          <p:spPr>
            <a:xfrm>
              <a:off x="3900707" y="5073640"/>
              <a:ext cx="360858" cy="209211"/>
            </a:xfrm>
            <a:custGeom>
              <a:avLst/>
              <a:gdLst/>
              <a:ahLst/>
              <a:cxnLst/>
              <a:rect l="l" t="t" r="r" b="b"/>
              <a:pathLst>
                <a:path w="6808" h="3947" extrusionOk="0">
                  <a:moveTo>
                    <a:pt x="3074" y="1"/>
                  </a:moveTo>
                  <a:lnTo>
                    <a:pt x="1" y="1791"/>
                  </a:lnTo>
                  <a:lnTo>
                    <a:pt x="3734" y="3946"/>
                  </a:lnTo>
                  <a:lnTo>
                    <a:pt x="6807" y="2156"/>
                  </a:lnTo>
                  <a:lnTo>
                    <a:pt x="307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41;p48">
              <a:extLst>
                <a:ext uri="{FF2B5EF4-FFF2-40B4-BE49-F238E27FC236}">
                  <a16:creationId xmlns:a16="http://schemas.microsoft.com/office/drawing/2014/main" id="{53DF8E57-6D87-5BAB-1B44-8B5906608A06}"/>
                </a:ext>
              </a:extLst>
            </p:cNvPr>
            <p:cNvSpPr/>
            <p:nvPr/>
          </p:nvSpPr>
          <p:spPr>
            <a:xfrm>
              <a:off x="4098573" y="5187865"/>
              <a:ext cx="315857" cy="234653"/>
            </a:xfrm>
            <a:custGeom>
              <a:avLst/>
              <a:gdLst/>
              <a:ahLst/>
              <a:cxnLst/>
              <a:rect l="l" t="t" r="r" b="b"/>
              <a:pathLst>
                <a:path w="5959" h="4427" extrusionOk="0">
                  <a:moveTo>
                    <a:pt x="3074" y="1"/>
                  </a:moveTo>
                  <a:lnTo>
                    <a:pt x="1" y="1791"/>
                  </a:lnTo>
                  <a:lnTo>
                    <a:pt x="2884" y="4426"/>
                  </a:lnTo>
                  <a:lnTo>
                    <a:pt x="5958" y="2636"/>
                  </a:lnTo>
                  <a:lnTo>
                    <a:pt x="3074" y="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42;p48">
              <a:extLst>
                <a:ext uri="{FF2B5EF4-FFF2-40B4-BE49-F238E27FC236}">
                  <a16:creationId xmlns:a16="http://schemas.microsoft.com/office/drawing/2014/main" id="{799DFA9D-5A84-D080-C1F5-4FBFEBCE08DB}"/>
                </a:ext>
              </a:extLst>
            </p:cNvPr>
            <p:cNvSpPr/>
            <p:nvPr/>
          </p:nvSpPr>
          <p:spPr>
            <a:xfrm>
              <a:off x="3747630" y="5131574"/>
              <a:ext cx="503813" cy="290944"/>
            </a:xfrm>
            <a:custGeom>
              <a:avLst/>
              <a:gdLst/>
              <a:ahLst/>
              <a:cxnLst/>
              <a:rect l="l" t="t" r="r" b="b"/>
              <a:pathLst>
                <a:path w="9505" h="5489" extrusionOk="0">
                  <a:moveTo>
                    <a:pt x="0" y="0"/>
                  </a:moveTo>
                  <a:lnTo>
                    <a:pt x="9505" y="5488"/>
                  </a:lnTo>
                  <a:lnTo>
                    <a:pt x="6622" y="2853"/>
                  </a:lnTo>
                  <a:lnTo>
                    <a:pt x="2889" y="6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743;p48">
              <a:extLst>
                <a:ext uri="{FF2B5EF4-FFF2-40B4-BE49-F238E27FC236}">
                  <a16:creationId xmlns:a16="http://schemas.microsoft.com/office/drawing/2014/main" id="{A54138FB-70FC-CF53-E250-3B1C34351E78}"/>
                </a:ext>
              </a:extLst>
            </p:cNvPr>
            <p:cNvSpPr/>
            <p:nvPr/>
          </p:nvSpPr>
          <p:spPr>
            <a:xfrm>
              <a:off x="3996857" y="5142811"/>
              <a:ext cx="178786" cy="86080"/>
            </a:xfrm>
            <a:custGeom>
              <a:avLst/>
              <a:gdLst/>
              <a:ahLst/>
              <a:cxnLst/>
              <a:rect l="l" t="t" r="r" b="b"/>
              <a:pathLst>
                <a:path w="3373" h="1624" extrusionOk="0">
                  <a:moveTo>
                    <a:pt x="5" y="0"/>
                  </a:moveTo>
                  <a:lnTo>
                    <a:pt x="5" y="643"/>
                  </a:lnTo>
                  <a:cubicBezTo>
                    <a:pt x="0" y="894"/>
                    <a:pt x="165" y="1148"/>
                    <a:pt x="497" y="1339"/>
                  </a:cubicBezTo>
                  <a:cubicBezTo>
                    <a:pt x="826" y="1529"/>
                    <a:pt x="1257" y="1624"/>
                    <a:pt x="1688" y="1624"/>
                  </a:cubicBezTo>
                  <a:cubicBezTo>
                    <a:pt x="2119" y="1624"/>
                    <a:pt x="2550" y="1529"/>
                    <a:pt x="2878" y="1339"/>
                  </a:cubicBezTo>
                  <a:cubicBezTo>
                    <a:pt x="3204" y="1151"/>
                    <a:pt x="3369" y="906"/>
                    <a:pt x="3372" y="660"/>
                  </a:cubicBezTo>
                  <a:lnTo>
                    <a:pt x="3372" y="1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744;p48">
              <a:extLst>
                <a:ext uri="{FF2B5EF4-FFF2-40B4-BE49-F238E27FC236}">
                  <a16:creationId xmlns:a16="http://schemas.microsoft.com/office/drawing/2014/main" id="{CDBF3EA4-2EFF-08EC-849C-8AB34719E5F1}"/>
                </a:ext>
              </a:extLst>
            </p:cNvPr>
            <p:cNvSpPr/>
            <p:nvPr/>
          </p:nvSpPr>
          <p:spPr>
            <a:xfrm>
              <a:off x="3988376" y="5091767"/>
              <a:ext cx="195959" cy="103148"/>
            </a:xfrm>
            <a:custGeom>
              <a:avLst/>
              <a:gdLst/>
              <a:ahLst/>
              <a:cxnLst/>
              <a:rect l="l" t="t" r="r" b="b"/>
              <a:pathLst>
                <a:path w="3697" h="1946" extrusionOk="0">
                  <a:moveTo>
                    <a:pt x="1848" y="0"/>
                  </a:moveTo>
                  <a:cubicBezTo>
                    <a:pt x="1417" y="0"/>
                    <a:pt x="986" y="95"/>
                    <a:pt x="657" y="285"/>
                  </a:cubicBezTo>
                  <a:cubicBezTo>
                    <a:pt x="0" y="665"/>
                    <a:pt x="0" y="1280"/>
                    <a:pt x="657" y="1660"/>
                  </a:cubicBezTo>
                  <a:cubicBezTo>
                    <a:pt x="986" y="1850"/>
                    <a:pt x="1417" y="1945"/>
                    <a:pt x="1848" y="1945"/>
                  </a:cubicBezTo>
                  <a:cubicBezTo>
                    <a:pt x="2280" y="1945"/>
                    <a:pt x="2711" y="1850"/>
                    <a:pt x="3040" y="1660"/>
                  </a:cubicBezTo>
                  <a:cubicBezTo>
                    <a:pt x="3697" y="1280"/>
                    <a:pt x="3697" y="665"/>
                    <a:pt x="3040" y="285"/>
                  </a:cubicBezTo>
                  <a:cubicBezTo>
                    <a:pt x="2711" y="95"/>
                    <a:pt x="2280" y="0"/>
                    <a:pt x="18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745;p48">
              <a:extLst>
                <a:ext uri="{FF2B5EF4-FFF2-40B4-BE49-F238E27FC236}">
                  <a16:creationId xmlns:a16="http://schemas.microsoft.com/office/drawing/2014/main" id="{CED59441-68A2-BC7E-5000-81717058B264}"/>
                </a:ext>
              </a:extLst>
            </p:cNvPr>
            <p:cNvSpPr/>
            <p:nvPr/>
          </p:nvSpPr>
          <p:spPr>
            <a:xfrm>
              <a:off x="2672432" y="4418556"/>
              <a:ext cx="812461" cy="469041"/>
            </a:xfrm>
            <a:custGeom>
              <a:avLst/>
              <a:gdLst/>
              <a:ahLst/>
              <a:cxnLst/>
              <a:rect l="l" t="t" r="r" b="b"/>
              <a:pathLst>
                <a:path w="15328" h="8849" extrusionOk="0">
                  <a:moveTo>
                    <a:pt x="734" y="1"/>
                  </a:moveTo>
                  <a:lnTo>
                    <a:pt x="1" y="424"/>
                  </a:lnTo>
                  <a:lnTo>
                    <a:pt x="14594" y="8848"/>
                  </a:lnTo>
                  <a:lnTo>
                    <a:pt x="15327" y="8425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746;p48">
              <a:extLst>
                <a:ext uri="{FF2B5EF4-FFF2-40B4-BE49-F238E27FC236}">
                  <a16:creationId xmlns:a16="http://schemas.microsoft.com/office/drawing/2014/main" id="{E331A4AE-0974-39AF-2685-BDFAFEF47857}"/>
                </a:ext>
              </a:extLst>
            </p:cNvPr>
            <p:cNvSpPr/>
            <p:nvPr/>
          </p:nvSpPr>
          <p:spPr>
            <a:xfrm>
              <a:off x="2672432" y="4418556"/>
              <a:ext cx="38959" cy="44895"/>
            </a:xfrm>
            <a:custGeom>
              <a:avLst/>
              <a:gdLst/>
              <a:ahLst/>
              <a:cxnLst/>
              <a:rect l="l" t="t" r="r" b="b"/>
              <a:pathLst>
                <a:path w="735" h="847" extrusionOk="0">
                  <a:moveTo>
                    <a:pt x="734" y="1"/>
                  </a:moveTo>
                  <a:lnTo>
                    <a:pt x="1" y="424"/>
                  </a:lnTo>
                  <a:lnTo>
                    <a:pt x="734" y="847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747;p48">
              <a:extLst>
                <a:ext uri="{FF2B5EF4-FFF2-40B4-BE49-F238E27FC236}">
                  <a16:creationId xmlns:a16="http://schemas.microsoft.com/office/drawing/2014/main" id="{EB260C25-1F28-249F-7CA8-D28FFBFE38C2}"/>
                </a:ext>
              </a:extLst>
            </p:cNvPr>
            <p:cNvSpPr/>
            <p:nvPr/>
          </p:nvSpPr>
          <p:spPr>
            <a:xfrm>
              <a:off x="2506051" y="4390199"/>
              <a:ext cx="57033" cy="68058"/>
            </a:xfrm>
            <a:custGeom>
              <a:avLst/>
              <a:gdLst/>
              <a:ahLst/>
              <a:cxnLst/>
              <a:rect l="l" t="t" r="r" b="b"/>
              <a:pathLst>
                <a:path w="1076" h="1284" extrusionOk="0">
                  <a:moveTo>
                    <a:pt x="0" y="246"/>
                  </a:moveTo>
                  <a:lnTo>
                    <a:pt x="348" y="46"/>
                  </a:lnTo>
                  <a:cubicBezTo>
                    <a:pt x="425" y="0"/>
                    <a:pt x="531" y="6"/>
                    <a:pt x="651" y="74"/>
                  </a:cubicBezTo>
                  <a:cubicBezTo>
                    <a:pt x="885" y="209"/>
                    <a:pt x="1075" y="539"/>
                    <a:pt x="1075" y="809"/>
                  </a:cubicBezTo>
                  <a:cubicBezTo>
                    <a:pt x="1075" y="943"/>
                    <a:pt x="1028" y="1038"/>
                    <a:pt x="954" y="1083"/>
                  </a:cubicBezTo>
                  <a:lnTo>
                    <a:pt x="606" y="12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748;p48">
              <a:extLst>
                <a:ext uri="{FF2B5EF4-FFF2-40B4-BE49-F238E27FC236}">
                  <a16:creationId xmlns:a16="http://schemas.microsoft.com/office/drawing/2014/main" id="{5650DD0C-6D66-4FDC-58A5-F736FD860999}"/>
                </a:ext>
              </a:extLst>
            </p:cNvPr>
            <p:cNvSpPr/>
            <p:nvPr/>
          </p:nvSpPr>
          <p:spPr>
            <a:xfrm>
              <a:off x="2490891" y="4397354"/>
              <a:ext cx="59737" cy="69596"/>
            </a:xfrm>
            <a:custGeom>
              <a:avLst/>
              <a:gdLst/>
              <a:ahLst/>
              <a:cxnLst/>
              <a:rect l="l" t="t" r="r" b="b"/>
              <a:pathLst>
                <a:path w="1127" h="1313" extrusionOk="0">
                  <a:moveTo>
                    <a:pt x="0" y="277"/>
                  </a:moveTo>
                  <a:lnTo>
                    <a:pt x="398" y="47"/>
                  </a:lnTo>
                  <a:cubicBezTo>
                    <a:pt x="475" y="1"/>
                    <a:pt x="583" y="7"/>
                    <a:pt x="701" y="74"/>
                  </a:cubicBezTo>
                  <a:cubicBezTo>
                    <a:pt x="937" y="210"/>
                    <a:pt x="1126" y="539"/>
                    <a:pt x="1126" y="810"/>
                  </a:cubicBezTo>
                  <a:cubicBezTo>
                    <a:pt x="1126" y="943"/>
                    <a:pt x="1080" y="1037"/>
                    <a:pt x="1004" y="1083"/>
                  </a:cubicBezTo>
                  <a:lnTo>
                    <a:pt x="606" y="1313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749;p48">
              <a:extLst>
                <a:ext uri="{FF2B5EF4-FFF2-40B4-BE49-F238E27FC236}">
                  <a16:creationId xmlns:a16="http://schemas.microsoft.com/office/drawing/2014/main" id="{EE9001BF-67E8-5FC7-1571-A3F595441BE9}"/>
                </a:ext>
              </a:extLst>
            </p:cNvPr>
            <p:cNvSpPr/>
            <p:nvPr/>
          </p:nvSpPr>
          <p:spPr>
            <a:xfrm>
              <a:off x="2484425" y="4410447"/>
              <a:ext cx="45054" cy="58146"/>
            </a:xfrm>
            <a:custGeom>
              <a:avLst/>
              <a:gdLst/>
              <a:ahLst/>
              <a:cxnLst/>
              <a:rect l="l" t="t" r="r" b="b"/>
              <a:pathLst>
                <a:path w="850" h="1097" extrusionOk="0">
                  <a:moveTo>
                    <a:pt x="235" y="0"/>
                  </a:moveTo>
                  <a:cubicBezTo>
                    <a:pt x="96" y="0"/>
                    <a:pt x="1" y="111"/>
                    <a:pt x="1" y="303"/>
                  </a:cubicBezTo>
                  <a:cubicBezTo>
                    <a:pt x="1" y="573"/>
                    <a:pt x="191" y="903"/>
                    <a:pt x="425" y="1038"/>
                  </a:cubicBezTo>
                  <a:cubicBezTo>
                    <a:pt x="493" y="1077"/>
                    <a:pt x="558" y="1096"/>
                    <a:pt x="615" y="1096"/>
                  </a:cubicBezTo>
                  <a:cubicBezTo>
                    <a:pt x="754" y="1096"/>
                    <a:pt x="850" y="985"/>
                    <a:pt x="850" y="793"/>
                  </a:cubicBezTo>
                  <a:cubicBezTo>
                    <a:pt x="850" y="523"/>
                    <a:pt x="659" y="193"/>
                    <a:pt x="425" y="58"/>
                  </a:cubicBezTo>
                  <a:cubicBezTo>
                    <a:pt x="357" y="19"/>
                    <a:pt x="293" y="0"/>
                    <a:pt x="2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750;p48">
              <a:extLst>
                <a:ext uri="{FF2B5EF4-FFF2-40B4-BE49-F238E27FC236}">
                  <a16:creationId xmlns:a16="http://schemas.microsoft.com/office/drawing/2014/main" id="{CF914C33-35F4-7428-6980-69958A9C51D6}"/>
                </a:ext>
              </a:extLst>
            </p:cNvPr>
            <p:cNvSpPr/>
            <p:nvPr/>
          </p:nvSpPr>
          <p:spPr>
            <a:xfrm>
              <a:off x="4037936" y="5109365"/>
              <a:ext cx="99437" cy="59896"/>
            </a:xfrm>
            <a:custGeom>
              <a:avLst/>
              <a:gdLst/>
              <a:ahLst/>
              <a:cxnLst/>
              <a:rect l="l" t="t" r="r" b="b"/>
              <a:pathLst>
                <a:path w="1876" h="1130" extrusionOk="0">
                  <a:moveTo>
                    <a:pt x="2" y="1"/>
                  </a:moveTo>
                  <a:lnTo>
                    <a:pt x="2" y="584"/>
                  </a:lnTo>
                  <a:cubicBezTo>
                    <a:pt x="1" y="724"/>
                    <a:pt x="91" y="864"/>
                    <a:pt x="276" y="971"/>
                  </a:cubicBezTo>
                  <a:cubicBezTo>
                    <a:pt x="459" y="1077"/>
                    <a:pt x="699" y="1129"/>
                    <a:pt x="939" y="1129"/>
                  </a:cubicBezTo>
                  <a:cubicBezTo>
                    <a:pt x="1179" y="1129"/>
                    <a:pt x="1419" y="1077"/>
                    <a:pt x="1602" y="971"/>
                  </a:cubicBezTo>
                  <a:cubicBezTo>
                    <a:pt x="1782" y="867"/>
                    <a:pt x="1874" y="730"/>
                    <a:pt x="1876" y="593"/>
                  </a:cubicBezTo>
                  <a:lnTo>
                    <a:pt x="1876" y="11"/>
                  </a:lnTo>
                  <a:lnTo>
                    <a:pt x="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751;p48">
              <a:extLst>
                <a:ext uri="{FF2B5EF4-FFF2-40B4-BE49-F238E27FC236}">
                  <a16:creationId xmlns:a16="http://schemas.microsoft.com/office/drawing/2014/main" id="{AFDFD78D-0CA6-420A-1D2A-BDFCAC08128F}"/>
                </a:ext>
              </a:extLst>
            </p:cNvPr>
            <p:cNvSpPr/>
            <p:nvPr/>
          </p:nvSpPr>
          <p:spPr>
            <a:xfrm>
              <a:off x="4033218" y="5081007"/>
              <a:ext cx="109031" cy="57351"/>
            </a:xfrm>
            <a:custGeom>
              <a:avLst/>
              <a:gdLst/>
              <a:ahLst/>
              <a:cxnLst/>
              <a:rect l="l" t="t" r="r" b="b"/>
              <a:pathLst>
                <a:path w="2057" h="1082" extrusionOk="0">
                  <a:moveTo>
                    <a:pt x="1028" y="1"/>
                  </a:moveTo>
                  <a:cubicBezTo>
                    <a:pt x="788" y="1"/>
                    <a:pt x="549" y="53"/>
                    <a:pt x="366" y="159"/>
                  </a:cubicBezTo>
                  <a:cubicBezTo>
                    <a:pt x="0" y="370"/>
                    <a:pt x="0" y="713"/>
                    <a:pt x="366" y="923"/>
                  </a:cubicBezTo>
                  <a:cubicBezTo>
                    <a:pt x="549" y="1029"/>
                    <a:pt x="788" y="1081"/>
                    <a:pt x="1028" y="1081"/>
                  </a:cubicBezTo>
                  <a:cubicBezTo>
                    <a:pt x="1268" y="1081"/>
                    <a:pt x="1508" y="1029"/>
                    <a:pt x="1691" y="923"/>
                  </a:cubicBezTo>
                  <a:cubicBezTo>
                    <a:pt x="2057" y="713"/>
                    <a:pt x="2057" y="370"/>
                    <a:pt x="1691" y="159"/>
                  </a:cubicBezTo>
                  <a:cubicBezTo>
                    <a:pt x="1508" y="53"/>
                    <a:pt x="1268" y="1"/>
                    <a:pt x="10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752;p48">
              <a:extLst>
                <a:ext uri="{FF2B5EF4-FFF2-40B4-BE49-F238E27FC236}">
                  <a16:creationId xmlns:a16="http://schemas.microsoft.com/office/drawing/2014/main" id="{435F233C-488D-1903-3E15-28F189A30756}"/>
                </a:ext>
              </a:extLst>
            </p:cNvPr>
            <p:cNvSpPr/>
            <p:nvPr/>
          </p:nvSpPr>
          <p:spPr>
            <a:xfrm>
              <a:off x="4056275" y="5039611"/>
              <a:ext cx="62705" cy="86769"/>
            </a:xfrm>
            <a:custGeom>
              <a:avLst/>
              <a:gdLst/>
              <a:ahLst/>
              <a:cxnLst/>
              <a:rect l="l" t="t" r="r" b="b"/>
              <a:pathLst>
                <a:path w="1183" h="1637" extrusionOk="0">
                  <a:moveTo>
                    <a:pt x="2" y="0"/>
                  </a:moveTo>
                  <a:lnTo>
                    <a:pt x="2" y="1260"/>
                  </a:lnTo>
                  <a:cubicBezTo>
                    <a:pt x="1" y="1347"/>
                    <a:pt x="58" y="1437"/>
                    <a:pt x="174" y="1503"/>
                  </a:cubicBezTo>
                  <a:cubicBezTo>
                    <a:pt x="405" y="1637"/>
                    <a:pt x="779" y="1637"/>
                    <a:pt x="1010" y="1503"/>
                  </a:cubicBezTo>
                  <a:cubicBezTo>
                    <a:pt x="1124" y="1438"/>
                    <a:pt x="1180" y="1352"/>
                    <a:pt x="1182" y="1266"/>
                  </a:cubicBezTo>
                  <a:lnTo>
                    <a:pt x="1182" y="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753;p48">
              <a:extLst>
                <a:ext uri="{FF2B5EF4-FFF2-40B4-BE49-F238E27FC236}">
                  <a16:creationId xmlns:a16="http://schemas.microsoft.com/office/drawing/2014/main" id="{7B84766A-66A7-E0D7-C741-F962B85E0C5D}"/>
                </a:ext>
              </a:extLst>
            </p:cNvPr>
            <p:cNvSpPr/>
            <p:nvPr/>
          </p:nvSpPr>
          <p:spPr>
            <a:xfrm>
              <a:off x="4053254" y="5027844"/>
              <a:ext cx="68694" cy="36202"/>
            </a:xfrm>
            <a:custGeom>
              <a:avLst/>
              <a:gdLst/>
              <a:ahLst/>
              <a:cxnLst/>
              <a:rect l="l" t="t" r="r" b="b"/>
              <a:pathLst>
                <a:path w="1296" h="683" extrusionOk="0">
                  <a:moveTo>
                    <a:pt x="649" y="0"/>
                  </a:moveTo>
                  <a:cubicBezTo>
                    <a:pt x="498" y="0"/>
                    <a:pt x="347" y="34"/>
                    <a:pt x="231" y="100"/>
                  </a:cubicBezTo>
                  <a:cubicBezTo>
                    <a:pt x="1" y="233"/>
                    <a:pt x="1" y="450"/>
                    <a:pt x="231" y="582"/>
                  </a:cubicBezTo>
                  <a:cubicBezTo>
                    <a:pt x="347" y="649"/>
                    <a:pt x="498" y="682"/>
                    <a:pt x="649" y="682"/>
                  </a:cubicBezTo>
                  <a:cubicBezTo>
                    <a:pt x="800" y="682"/>
                    <a:pt x="951" y="649"/>
                    <a:pt x="1067" y="582"/>
                  </a:cubicBezTo>
                  <a:cubicBezTo>
                    <a:pt x="1296" y="450"/>
                    <a:pt x="1296" y="233"/>
                    <a:pt x="1067" y="100"/>
                  </a:cubicBezTo>
                  <a:cubicBezTo>
                    <a:pt x="951" y="34"/>
                    <a:pt x="800" y="0"/>
                    <a:pt x="6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754;p48">
              <a:extLst>
                <a:ext uri="{FF2B5EF4-FFF2-40B4-BE49-F238E27FC236}">
                  <a16:creationId xmlns:a16="http://schemas.microsoft.com/office/drawing/2014/main" id="{C6B23EED-475A-B4FE-C207-B30AB62AEA13}"/>
                </a:ext>
              </a:extLst>
            </p:cNvPr>
            <p:cNvSpPr/>
            <p:nvPr/>
          </p:nvSpPr>
          <p:spPr>
            <a:xfrm>
              <a:off x="2232653" y="4069786"/>
              <a:ext cx="586341" cy="717688"/>
            </a:xfrm>
            <a:custGeom>
              <a:avLst/>
              <a:gdLst/>
              <a:ahLst/>
              <a:cxnLst/>
              <a:rect l="l" t="t" r="r" b="b"/>
              <a:pathLst>
                <a:path w="11062" h="13540" extrusionOk="0">
                  <a:moveTo>
                    <a:pt x="1610" y="0"/>
                  </a:moveTo>
                  <a:cubicBezTo>
                    <a:pt x="617" y="578"/>
                    <a:pt x="4" y="1809"/>
                    <a:pt x="1" y="3559"/>
                  </a:cubicBezTo>
                  <a:lnTo>
                    <a:pt x="5497" y="6733"/>
                  </a:lnTo>
                  <a:lnTo>
                    <a:pt x="1610" y="0"/>
                  </a:lnTo>
                  <a:close/>
                  <a:moveTo>
                    <a:pt x="5546" y="392"/>
                  </a:moveTo>
                  <a:lnTo>
                    <a:pt x="5546" y="6737"/>
                  </a:lnTo>
                  <a:lnTo>
                    <a:pt x="9433" y="4493"/>
                  </a:lnTo>
                  <a:cubicBezTo>
                    <a:pt x="8436" y="2773"/>
                    <a:pt x="7064" y="1272"/>
                    <a:pt x="5546" y="392"/>
                  </a:cubicBezTo>
                  <a:close/>
                  <a:moveTo>
                    <a:pt x="5517" y="6802"/>
                  </a:moveTo>
                  <a:lnTo>
                    <a:pt x="1630" y="9046"/>
                  </a:lnTo>
                  <a:cubicBezTo>
                    <a:pt x="2626" y="10767"/>
                    <a:pt x="3998" y="12267"/>
                    <a:pt x="5517" y="13149"/>
                  </a:cubicBezTo>
                  <a:lnTo>
                    <a:pt x="5517" y="6802"/>
                  </a:lnTo>
                  <a:close/>
                  <a:moveTo>
                    <a:pt x="5566" y="6807"/>
                  </a:moveTo>
                  <a:lnTo>
                    <a:pt x="9453" y="13539"/>
                  </a:lnTo>
                  <a:cubicBezTo>
                    <a:pt x="10445" y="12961"/>
                    <a:pt x="11059" y="11730"/>
                    <a:pt x="11062" y="9980"/>
                  </a:cubicBezTo>
                  <a:lnTo>
                    <a:pt x="5566" y="6807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71490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9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353F49"/>
      </a:dk1>
      <a:lt1>
        <a:srgbClr val="F6F6F8"/>
      </a:lt1>
      <a:dk2>
        <a:srgbClr val="D6DEEB"/>
      </a:dk2>
      <a:lt2>
        <a:srgbClr val="ABBCD0"/>
      </a:lt2>
      <a:accent1>
        <a:srgbClr val="81A7CE"/>
      </a:accent1>
      <a:accent2>
        <a:srgbClr val="4F79C3"/>
      </a:accent2>
      <a:accent3>
        <a:srgbClr val="305B98"/>
      </a:accent3>
      <a:accent4>
        <a:srgbClr val="59597B"/>
      </a:accent4>
      <a:accent5>
        <a:srgbClr val="68BAAC"/>
      </a:accent5>
      <a:accent6>
        <a:srgbClr val="169B82"/>
      </a:accent6>
      <a:hlink>
        <a:srgbClr val="353F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Microsoft Office PowerPoint</Application>
  <PresentationFormat>On-screen Show (16:9)</PresentationFormat>
  <Paragraphs>75</Paragraphs>
  <Slides>10</Slides>
  <Notes>10</Notes>
  <HiddenSlides>0</HiddenSlides>
  <MMClips>5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Outfit</vt:lpstr>
      <vt:lpstr>Anaheim</vt:lpstr>
      <vt:lpstr>Russo One</vt:lpstr>
      <vt:lpstr>Wingdings</vt:lpstr>
      <vt:lpstr>Bebas Neue</vt:lpstr>
      <vt:lpstr>Arial</vt:lpstr>
      <vt:lpstr>My Presentation Template</vt:lpstr>
      <vt:lpstr>DRONE PATHFINDER      AI REINFORCMENT LEARNING</vt:lpstr>
      <vt:lpstr>AGENDA</vt:lpstr>
      <vt:lpstr>PROJECT CONCEPT</vt:lpstr>
      <vt:lpstr>GAME DESIGN</vt:lpstr>
      <vt:lpstr>[RL] Reinforcement learning</vt:lpstr>
      <vt:lpstr>[RL] Reinforcement learning</vt:lpstr>
      <vt:lpstr>[RL] Reinforcement learning</vt:lpstr>
      <vt:lpstr>DEMO</vt:lpstr>
      <vt:lpstr>DEMO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Hans Fredö</dc:creator>
  <cp:lastModifiedBy>Hans Fredö</cp:lastModifiedBy>
  <cp:revision>1</cp:revision>
  <dcterms:modified xsi:type="dcterms:W3CDTF">2026-10-21T12:16:32Z</dcterms:modified>
</cp:coreProperties>
</file>